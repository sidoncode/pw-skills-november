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27.xml" ContentType="application/vnd.openxmlformats-officedocument.presentationml.tags+xml"/>
  <Override PartName="/ppt/notesSlides/notesSlide1.xml" ContentType="application/vnd.openxmlformats-officedocument.presentationml.notesSlide+xml"/>
  <Override PartName="/ppt/tags/tag28.xml" ContentType="application/vnd.openxmlformats-officedocument.presentationml.tags+xml"/>
  <Override PartName="/ppt/notesSlides/notesSlide2.xml" ContentType="application/vnd.openxmlformats-officedocument.presentationml.notesSlide+xml"/>
  <Override PartName="/ppt/tags/tag29.xml" ContentType="application/vnd.openxmlformats-officedocument.presentationml.tags+xml"/>
  <Override PartName="/ppt/notesSlides/notesSlide3.xml" ContentType="application/vnd.openxmlformats-officedocument.presentationml.notesSlide+xml"/>
  <Override PartName="/ppt/tags/tag30.xml" ContentType="application/vnd.openxmlformats-officedocument.presentationml.tags+xml"/>
  <Override PartName="/ppt/notesSlides/notesSlide4.xml" ContentType="application/vnd.openxmlformats-officedocument.presentationml.notesSlide+xml"/>
  <Override PartName="/ppt/tags/tag31.xml" ContentType="application/vnd.openxmlformats-officedocument.presentationml.tags+xml"/>
  <Override PartName="/ppt/notesSlides/notesSlide5.xml" ContentType="application/vnd.openxmlformats-officedocument.presentationml.notesSlide+xml"/>
  <Override PartName="/ppt/tags/tag32.xml" ContentType="application/vnd.openxmlformats-officedocument.presentationml.tags+xml"/>
  <Override PartName="/ppt/notesSlides/notesSlide6.xml" ContentType="application/vnd.openxmlformats-officedocument.presentationml.notesSlide+xml"/>
  <Override PartName="/ppt/tags/tag33.xml" ContentType="application/vnd.openxmlformats-officedocument.presentationml.tags+xml"/>
  <Override PartName="/ppt/notesSlides/notesSlide7.xml" ContentType="application/vnd.openxmlformats-officedocument.presentationml.notesSlide+xml"/>
  <Override PartName="/ppt/tags/tag34.xml" ContentType="application/vnd.openxmlformats-officedocument.presentationml.tags+xml"/>
  <Override PartName="/ppt/notesSlides/notesSlide8.xml" ContentType="application/vnd.openxmlformats-officedocument.presentationml.notesSlide+xml"/>
  <Override PartName="/ppt/tags/tag35.xml" ContentType="application/vnd.openxmlformats-officedocument.presentationml.tags+xml"/>
  <Override PartName="/ppt/notesSlides/notesSlide9.xml" ContentType="application/vnd.openxmlformats-officedocument.presentationml.notesSlide+xml"/>
  <Override PartName="/ppt/tags/tag36.xml" ContentType="application/vnd.openxmlformats-officedocument.presentationml.tags+xml"/>
  <Override PartName="/ppt/notesSlides/notesSlide10.xml" ContentType="application/vnd.openxmlformats-officedocument.presentationml.notesSlide+xml"/>
  <Override PartName="/ppt/tags/tag37.xml" ContentType="application/vnd.openxmlformats-officedocument.presentationml.tags+xml"/>
  <Override PartName="/ppt/notesSlides/notesSlide11.xml" ContentType="application/vnd.openxmlformats-officedocument.presentationml.notesSlide+xml"/>
  <Override PartName="/ppt/tags/tag38.xml" ContentType="application/vnd.openxmlformats-officedocument.presentationml.tags+xml"/>
  <Override PartName="/ppt/notesSlides/notesSlide12.xml" ContentType="application/vnd.openxmlformats-officedocument.presentationml.notesSlide+xml"/>
  <Override PartName="/ppt/tags/tag39.xml" ContentType="application/vnd.openxmlformats-officedocument.presentationml.tags+xml"/>
  <Override PartName="/ppt/notesSlides/notesSlide13.xml" ContentType="application/vnd.openxmlformats-officedocument.presentationml.notesSlide+xml"/>
  <Override PartName="/ppt/tags/tag40.xml" ContentType="application/vnd.openxmlformats-officedocument.presentationml.tags+xml"/>
  <Override PartName="/ppt/notesSlides/notesSlide14.xml" ContentType="application/vnd.openxmlformats-officedocument.presentationml.notesSlide+xml"/>
  <Override PartName="/ppt/tags/tag41.xml" ContentType="application/vnd.openxmlformats-officedocument.presentationml.tags+xml"/>
  <Override PartName="/ppt/notesSlides/notesSlide15.xml" ContentType="application/vnd.openxmlformats-officedocument.presentationml.notesSlide+xml"/>
  <Override PartName="/ppt/tags/tag42.xml" ContentType="application/vnd.openxmlformats-officedocument.presentationml.tags+xml"/>
  <Override PartName="/ppt/notesSlides/notesSlide16.xml" ContentType="application/vnd.openxmlformats-officedocument.presentationml.notesSlide+xml"/>
  <Override PartName="/ppt/tags/tag43.xml" ContentType="application/vnd.openxmlformats-officedocument.presentationml.tags+xml"/>
  <Override PartName="/ppt/notesSlides/notesSlide17.xml" ContentType="application/vnd.openxmlformats-officedocument.presentationml.notesSlide+xml"/>
  <Override PartName="/ppt/tags/tag44.xml" ContentType="application/vnd.openxmlformats-officedocument.presentationml.tags+xml"/>
  <Override PartName="/ppt/notesSlides/notesSlide18.xml" ContentType="application/vnd.openxmlformats-officedocument.presentationml.notesSlide+xml"/>
  <Override PartName="/ppt/tags/tag45.xml" ContentType="application/vnd.openxmlformats-officedocument.presentationml.tags+xml"/>
  <Override PartName="/ppt/notesSlides/notesSlide19.xml" ContentType="application/vnd.openxmlformats-officedocument.presentationml.notesSlide+xml"/>
  <Override PartName="/ppt/tags/tag46.xml" ContentType="application/vnd.openxmlformats-officedocument.presentationml.tags+xml"/>
  <Override PartName="/ppt/notesSlides/notesSlide20.xml" ContentType="application/vnd.openxmlformats-officedocument.presentationml.notesSlide+xml"/>
  <Override PartName="/ppt/tags/tag47.xml" ContentType="application/vnd.openxmlformats-officedocument.presentationml.tags+xml"/>
  <Override PartName="/ppt/notesSlides/notesSlide21.xml" ContentType="application/vnd.openxmlformats-officedocument.presentationml.notesSlide+xml"/>
  <Override PartName="/ppt/tags/tag48.xml" ContentType="application/vnd.openxmlformats-officedocument.presentationml.tags+xml"/>
  <Override PartName="/ppt/notesSlides/notesSlide22.xml" ContentType="application/vnd.openxmlformats-officedocument.presentationml.notesSlide+xml"/>
  <Override PartName="/ppt/tags/tag49.xml" ContentType="application/vnd.openxmlformats-officedocument.presentationml.tags+xml"/>
  <Override PartName="/ppt/notesSlides/notesSlide23.xml" ContentType="application/vnd.openxmlformats-officedocument.presentationml.notesSlide+xml"/>
  <Override PartName="/ppt/tags/tag50.xml" ContentType="application/vnd.openxmlformats-officedocument.presentationml.tags+xml"/>
  <Override PartName="/ppt/notesSlides/notesSlide24.xml" ContentType="application/vnd.openxmlformats-officedocument.presentationml.notesSlide+xml"/>
  <Override PartName="/ppt/tags/tag51.xml" ContentType="application/vnd.openxmlformats-officedocument.presentationml.tags+xml"/>
  <Override PartName="/ppt/notesSlides/notesSlide25.xml" ContentType="application/vnd.openxmlformats-officedocument.presentationml.notesSlide+xml"/>
  <Override PartName="/ppt/tags/tag52.xml" ContentType="application/vnd.openxmlformats-officedocument.presentationml.tags+xml"/>
  <Override PartName="/ppt/notesSlides/notesSlide26.xml" ContentType="application/vnd.openxmlformats-officedocument.presentationml.notesSlide+xml"/>
  <Override PartName="/ppt/tags/tag53.xml" ContentType="application/vnd.openxmlformats-officedocument.presentationml.tags+xml"/>
  <Override PartName="/ppt/notesSlides/notesSlide27.xml" ContentType="application/vnd.openxmlformats-officedocument.presentationml.notesSlide+xml"/>
  <Override PartName="/ppt/tags/tag54.xml" ContentType="application/vnd.openxmlformats-officedocument.presentationml.tags+xml"/>
  <Override PartName="/ppt/notesSlides/notesSlide28.xml" ContentType="application/vnd.openxmlformats-officedocument.presentationml.notesSlide+xml"/>
  <Override PartName="/ppt/tags/tag55.xml" ContentType="application/vnd.openxmlformats-officedocument.presentationml.tags+xml"/>
  <Override PartName="/ppt/notesSlides/notesSlide29.xml" ContentType="application/vnd.openxmlformats-officedocument.presentationml.notesSlide+xml"/>
  <Override PartName="/ppt/tags/tag56.xml" ContentType="application/vnd.openxmlformats-officedocument.presentationml.tags+xml"/>
  <Override PartName="/ppt/notesSlides/notesSlide30.xml" ContentType="application/vnd.openxmlformats-officedocument.presentationml.notesSlide+xml"/>
  <Override PartName="/ppt/tags/tag57.xml" ContentType="application/vnd.openxmlformats-officedocument.presentationml.tags+xml"/>
  <Override PartName="/ppt/notesSlides/notesSlide31.xml" ContentType="application/vnd.openxmlformats-officedocument.presentationml.notesSlide+xml"/>
  <Override PartName="/ppt/tags/tag58.xml" ContentType="application/vnd.openxmlformats-officedocument.presentationml.tags+xml"/>
  <Override PartName="/ppt/notesSlides/notesSlide32.xml" ContentType="application/vnd.openxmlformats-officedocument.presentationml.notesSlide+xml"/>
  <Override PartName="/ppt/tags/tag59.xml" ContentType="application/vnd.openxmlformats-officedocument.presentationml.tags+xml"/>
  <Override PartName="/ppt/notesSlides/notesSlide33.xml" ContentType="application/vnd.openxmlformats-officedocument.presentationml.notesSlide+xml"/>
  <Override PartName="/ppt/tags/tag60.xml" ContentType="application/vnd.openxmlformats-officedocument.presentationml.tags+xml"/>
  <Override PartName="/ppt/notesSlides/notesSlide34.xml" ContentType="application/vnd.openxmlformats-officedocument.presentationml.notesSlide+xml"/>
  <Override PartName="/ppt/tags/tag61.xml" ContentType="application/vnd.openxmlformats-officedocument.presentationml.tags+xml"/>
  <Override PartName="/ppt/notesSlides/notesSlide35.xml" ContentType="application/vnd.openxmlformats-officedocument.presentationml.notesSlide+xml"/>
  <Override PartName="/ppt/tags/tag62.xml" ContentType="application/vnd.openxmlformats-officedocument.presentationml.tags+xml"/>
  <Override PartName="/ppt/notesSlides/notesSlide36.xml" ContentType="application/vnd.openxmlformats-officedocument.presentationml.notesSlide+xml"/>
  <Override PartName="/ppt/tags/tag63.xml" ContentType="application/vnd.openxmlformats-officedocument.presentationml.tags+xml"/>
  <Override PartName="/ppt/notesSlides/notesSlide37.xml" ContentType="application/vnd.openxmlformats-officedocument.presentationml.notesSlide+xml"/>
  <Override PartName="/ppt/tags/tag64.xml" ContentType="application/vnd.openxmlformats-officedocument.presentationml.tags+xml"/>
  <Override PartName="/ppt/notesSlides/notesSlide38.xml" ContentType="application/vnd.openxmlformats-officedocument.presentationml.notesSlide+xml"/>
  <Override PartName="/ppt/tags/tag65.xml" ContentType="application/vnd.openxmlformats-officedocument.presentationml.tags+xml"/>
  <Override PartName="/ppt/notesSlides/notesSlide3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1" r:id="rId1"/>
  </p:sldMasterIdLst>
  <p:notesMasterIdLst>
    <p:notesMasterId r:id="rId41"/>
  </p:notesMasterIdLst>
  <p:handoutMasterIdLst>
    <p:handoutMasterId r:id="rId42"/>
  </p:handoutMasterIdLst>
  <p:sldIdLst>
    <p:sldId id="335" r:id="rId2"/>
    <p:sldId id="366" r:id="rId3"/>
    <p:sldId id="333" r:id="rId4"/>
    <p:sldId id="337" r:id="rId5"/>
    <p:sldId id="290" r:id="rId6"/>
    <p:sldId id="291" r:id="rId7"/>
    <p:sldId id="338" r:id="rId8"/>
    <p:sldId id="292" r:id="rId9"/>
    <p:sldId id="375" r:id="rId10"/>
    <p:sldId id="367" r:id="rId11"/>
    <p:sldId id="374" r:id="rId12"/>
    <p:sldId id="321" r:id="rId13"/>
    <p:sldId id="343" r:id="rId14"/>
    <p:sldId id="296" r:id="rId15"/>
    <p:sldId id="342" r:id="rId16"/>
    <p:sldId id="368" r:id="rId17"/>
    <p:sldId id="344" r:id="rId18"/>
    <p:sldId id="355" r:id="rId19"/>
    <p:sldId id="356" r:id="rId20"/>
    <p:sldId id="346" r:id="rId21"/>
    <p:sldId id="369" r:id="rId22"/>
    <p:sldId id="301" r:id="rId23"/>
    <p:sldId id="302" r:id="rId24"/>
    <p:sldId id="303" r:id="rId25"/>
    <p:sldId id="304" r:id="rId26"/>
    <p:sldId id="322" r:id="rId27"/>
    <p:sldId id="324" r:id="rId28"/>
    <p:sldId id="339" r:id="rId29"/>
    <p:sldId id="326" r:id="rId30"/>
    <p:sldId id="323" r:id="rId31"/>
    <p:sldId id="370" r:id="rId32"/>
    <p:sldId id="365" r:id="rId33"/>
    <p:sldId id="371" r:id="rId34"/>
    <p:sldId id="352" r:id="rId35"/>
    <p:sldId id="358" r:id="rId36"/>
    <p:sldId id="310" r:id="rId37"/>
    <p:sldId id="373" r:id="rId38"/>
    <p:sldId id="348" r:id="rId39"/>
    <p:sldId id="372" r:id="rId40"/>
  </p:sldIdLst>
  <p:sldSz cx="12192000" cy="6858000"/>
  <p:notesSz cx="6858000" cy="9144000"/>
  <p:custDataLst>
    <p:tags r:id="rId4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abik, Gabriel" initials="KG" lastIdx="13" clrIdx="0"/>
  <p:cmAuthor id="2" name="Barefoot, Rob" initials="BR" lastIdx="40" clrIdx="1">
    <p:extLst>
      <p:ext uri="{19B8F6BF-5375-455C-9EA6-DF929625EA0E}">
        <p15:presenceInfo xmlns:p15="http://schemas.microsoft.com/office/powerpoint/2012/main" userId="S-1-5-21-1407069837-2091007605-538272213-30202807" providerId="AD"/>
      </p:ext>
    </p:extLst>
  </p:cmAuthor>
  <p:cmAuthor id="3" name="Barrera, Roland" initials="BR" lastIdx="32" clrIdx="2">
    <p:extLst>
      <p:ext uri="{19B8F6BF-5375-455C-9EA6-DF929625EA0E}">
        <p15:presenceInfo xmlns:p15="http://schemas.microsoft.com/office/powerpoint/2012/main" userId="S-1-5-21-1407069837-2091007605-538272213-3162025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47EBA"/>
    <a:srgbClr val="9966FF"/>
    <a:srgbClr val="FF99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98283D9-46E9-ED7F-40DE-DF12C30C4037}" v="4" dt="2026-06-14T04:41:42.28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97" autoAdjust="0"/>
    <p:restoredTop sz="57838" autoAdjust="0"/>
  </p:normalViewPr>
  <p:slideViewPr>
    <p:cSldViewPr snapToGrid="0" snapToObjects="1">
      <p:cViewPr varScale="1">
        <p:scale>
          <a:sx n="68" d="100"/>
          <a:sy n="68" d="100"/>
        </p:scale>
        <p:origin x="1444" y="60"/>
      </p:cViewPr>
      <p:guideLst/>
    </p:cSldViewPr>
  </p:slideViewPr>
  <p:notesTextViewPr>
    <p:cViewPr>
      <p:scale>
        <a:sx n="3" d="2"/>
        <a:sy n="3" d="2"/>
      </p:scale>
      <p:origin x="0" y="0"/>
    </p:cViewPr>
  </p:notesTextViewPr>
  <p:notesViewPr>
    <p:cSldViewPr snapToGrid="0" snapToObjects="1">
      <p:cViewPr varScale="1">
        <p:scale>
          <a:sx n="89" d="100"/>
          <a:sy n="89" d="100"/>
        </p:scale>
        <p:origin x="3788" y="6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handoutMaster" Target="handoutMasters/handoutMaster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gs" Target="tags/tag1.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0893DF8-D520-BB40-837C-91CE1787B0EB}" type="datetimeFigureOut">
              <a:rPr lang="en-US" smtClean="0"/>
              <a:t>6/13/2026</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298FB97-EEE8-A641-B9BA-ACE8418557CD}" type="slidenum">
              <a:rPr lang="en-US" smtClean="0"/>
              <a:t>‹#›</a:t>
            </a:fld>
            <a:endParaRPr lang="en-US" dirty="0"/>
          </a:p>
        </p:txBody>
      </p:sp>
    </p:spTree>
    <p:extLst>
      <p:ext uri="{BB962C8B-B14F-4D97-AF65-F5344CB8AC3E}">
        <p14:creationId xmlns:p14="http://schemas.microsoft.com/office/powerpoint/2010/main" val="1485269695"/>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EFA781-CA11-2141-A5F7-C7B0DDD8E00E}" type="datetimeFigureOut">
              <a:rPr lang="en-US" smtClean="0"/>
              <a:t>6/13/2026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092397-0699-5249-96BB-FDA4CA85BF35}" type="slidenum">
              <a:rPr lang="en-US" smtClean="0"/>
              <a:t>‹#›</a:t>
            </a:fld>
            <a:endParaRPr lang="en-US" dirty="0"/>
          </a:p>
        </p:txBody>
      </p:sp>
    </p:spTree>
    <p:extLst>
      <p:ext uri="{BB962C8B-B14F-4D97-AF65-F5344CB8AC3E}">
        <p14:creationId xmlns:p14="http://schemas.microsoft.com/office/powerpoint/2010/main" val="35696427"/>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www.worldshipping.org/about-the-industry/history-of-containerization/the-birth-of-intermodalism"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s://aws.amazon.com/blogs/compute/authenticating-amazon-ecr-repositories-for-docker-cli-with-credential-helper/" TargetMode="External"/><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3" Type="http://schemas.openxmlformats.org/officeDocument/2006/relationships/hyperlink" Target="https://docs.docker.com/develop/develop-images/dockerfile_best-practices/#label" TargetMode="External"/><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0132009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7955564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514578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Containers are </a:t>
            </a:r>
            <a:r>
              <a:rPr lang="en-US" sz="1200" b="0" i="0" u="none" strike="noStrike" kern="1200" baseline="0">
                <a:solidFill>
                  <a:schemeClr val="tx1"/>
                </a:solidFill>
                <a:latin typeface="+mn-lt"/>
                <a:ea typeface="+mn-ea"/>
                <a:cs typeface="+mn-cs"/>
              </a:rPr>
              <a:t>a </a:t>
            </a:r>
            <a:r>
              <a:rPr lang="en-US" sz="1200" b="0" i="0" strike="noStrike" kern="1200" baseline="0">
                <a:solidFill>
                  <a:srgbClr val="000000"/>
                </a:solidFill>
                <a:latin typeface="+mn-lt"/>
                <a:ea typeface="+mn-ea"/>
                <a:cs typeface="+mn-cs"/>
              </a:rPr>
              <a:t>method </a:t>
            </a:r>
            <a:r>
              <a:rPr lang="en-US" sz="1200" b="0" i="0" strike="noStrike" kern="1200" baseline="0" dirty="0">
                <a:solidFill>
                  <a:srgbClr val="000000"/>
                </a:solidFill>
                <a:latin typeface="+mn-lt"/>
                <a:ea typeface="+mn-ea"/>
                <a:cs typeface="+mn-cs"/>
              </a:rPr>
              <a:t>of operating system virtualization </a:t>
            </a:r>
            <a:r>
              <a:rPr lang="en-US" sz="1200" b="0" i="0" strike="noStrike" kern="1200" baseline="0">
                <a:solidFill>
                  <a:srgbClr val="000000"/>
                </a:solidFill>
                <a:latin typeface="+mn-lt"/>
                <a:ea typeface="+mn-ea"/>
                <a:cs typeface="+mn-cs"/>
              </a:rPr>
              <a:t>that allow</a:t>
            </a:r>
            <a:r>
              <a:rPr lang="en-US" sz="1200" b="0" i="0" u="none" strike="noStrike" kern="1200" baseline="0">
                <a:solidFill>
                  <a:schemeClr val="tx1"/>
                </a:solidFill>
                <a:latin typeface="+mn-lt"/>
                <a:ea typeface="+mn-ea"/>
                <a:cs typeface="+mn-cs"/>
              </a:rPr>
              <a:t> </a:t>
            </a:r>
            <a:r>
              <a:rPr lang="en-US" sz="1200" b="0" i="0" u="none" strike="noStrike" kern="1200" baseline="0" dirty="0">
                <a:solidFill>
                  <a:schemeClr val="tx1"/>
                </a:solidFill>
                <a:latin typeface="+mn-lt"/>
                <a:ea typeface="+mn-ea"/>
                <a:cs typeface="+mn-cs"/>
              </a:rPr>
              <a:t>you to run </a:t>
            </a:r>
            <a:r>
              <a:rPr lang="en-US" sz="1200" b="0" i="0" u="none" strike="noStrike" kern="1200" baseline="0">
                <a:solidFill>
                  <a:schemeClr val="tx1"/>
                </a:solidFill>
                <a:latin typeface="+mn-lt"/>
                <a:ea typeface="+mn-ea"/>
                <a:cs typeface="+mn-cs"/>
              </a:rPr>
              <a:t>an </a:t>
            </a:r>
            <a:r>
              <a:rPr lang="en-US" sz="1200" b="0" i="0" strike="noStrike" kern="1200" baseline="0">
                <a:solidFill>
                  <a:srgbClr val="000000"/>
                </a:solidFill>
                <a:latin typeface="+mn-lt"/>
                <a:ea typeface="+mn-ea"/>
                <a:cs typeface="+mn-cs"/>
              </a:rPr>
              <a:t>application</a:t>
            </a:r>
            <a:r>
              <a:rPr lang="en-US" sz="1200" b="0" i="0" u="none" strike="noStrike" kern="1200" baseline="0">
                <a:solidFill>
                  <a:schemeClr val="tx1"/>
                </a:solidFill>
                <a:latin typeface="+mn-lt"/>
                <a:ea typeface="+mn-ea"/>
                <a:cs typeface="+mn-cs"/>
              </a:rPr>
              <a:t> </a:t>
            </a:r>
            <a:r>
              <a:rPr lang="en-US" sz="1200" b="0" i="0" u="none" strike="noStrike" kern="1200" baseline="0" dirty="0">
                <a:solidFill>
                  <a:schemeClr val="tx1"/>
                </a:solidFill>
                <a:latin typeface="+mn-lt"/>
                <a:ea typeface="+mn-ea"/>
                <a:cs typeface="+mn-cs"/>
              </a:rPr>
              <a:t>and its dependencies in resource-isolated processes. </a:t>
            </a:r>
            <a:r>
              <a:rPr lang="en-US" sz="1200" b="0" i="0" u="none" strike="noStrike" kern="1200" baseline="0">
                <a:solidFill>
                  <a:schemeClr val="tx1"/>
                </a:solidFill>
                <a:latin typeface="+mn-lt"/>
                <a:ea typeface="+mn-ea"/>
                <a:cs typeface="+mn-cs"/>
              </a:rPr>
              <a:t>Containers </a:t>
            </a:r>
            <a:r>
              <a:rPr lang="en-US" sz="1200" b="0" i="0" strike="noStrike" kern="1200" baseline="0">
                <a:solidFill>
                  <a:srgbClr val="000000"/>
                </a:solidFill>
                <a:latin typeface="+mn-lt"/>
                <a:ea typeface="+mn-ea"/>
                <a:cs typeface="+mn-cs"/>
              </a:rPr>
              <a:t>allow</a:t>
            </a:r>
            <a:r>
              <a:rPr lang="en-US" sz="1200" b="0" i="0" u="none" strike="noStrike" kern="1200" baseline="0">
                <a:solidFill>
                  <a:schemeClr val="tx1"/>
                </a:solidFill>
                <a:latin typeface="+mn-lt"/>
                <a:ea typeface="+mn-ea"/>
                <a:cs typeface="+mn-cs"/>
              </a:rPr>
              <a:t> </a:t>
            </a:r>
            <a:r>
              <a:rPr lang="en-US" sz="1200" b="0" i="0" u="none" strike="noStrike" kern="1200" baseline="0" dirty="0">
                <a:solidFill>
                  <a:schemeClr val="tx1"/>
                </a:solidFill>
                <a:latin typeface="+mn-lt"/>
                <a:ea typeface="+mn-ea"/>
                <a:cs typeface="+mn-cs"/>
              </a:rPr>
              <a:t>you to easily package </a:t>
            </a:r>
            <a:r>
              <a:rPr lang="en-US" sz="1200" b="0" i="0" u="none" strike="noStrike" kern="1200" baseline="0">
                <a:solidFill>
                  <a:schemeClr val="tx1"/>
                </a:solidFill>
                <a:latin typeface="+mn-lt"/>
                <a:ea typeface="+mn-ea"/>
                <a:cs typeface="+mn-cs"/>
              </a:rPr>
              <a:t>an </a:t>
            </a:r>
            <a:r>
              <a:rPr lang="en-US" sz="1200" b="0" i="0" strike="noStrike" kern="1200" baseline="0">
                <a:solidFill>
                  <a:srgbClr val="000000"/>
                </a:solidFill>
                <a:latin typeface="+mn-lt"/>
                <a:ea typeface="+mn-ea"/>
                <a:cs typeface="+mn-cs"/>
              </a:rPr>
              <a:t>application</a:t>
            </a:r>
            <a:r>
              <a:rPr lang="en-US" sz="1200" b="0" i="0" u="none" strike="noStrike" kern="1200" baseline="0">
                <a:solidFill>
                  <a:schemeClr val="tx1"/>
                </a:solidFill>
                <a:latin typeface="+mn-lt"/>
                <a:ea typeface="+mn-ea"/>
                <a:cs typeface="+mn-cs"/>
              </a:rPr>
              <a:t>'s </a:t>
            </a:r>
            <a:r>
              <a:rPr lang="en-US" sz="1200" b="0" i="0" u="none" strike="noStrike" kern="1200" baseline="0" dirty="0">
                <a:solidFill>
                  <a:schemeClr val="tx1"/>
                </a:solidFill>
                <a:latin typeface="+mn-lt"/>
                <a:ea typeface="+mn-ea"/>
                <a:cs typeface="+mn-cs"/>
              </a:rPr>
              <a:t>code, configurations, and dependencies </a:t>
            </a:r>
            <a:r>
              <a:rPr lang="en-US" sz="1200" b="0" i="0" u="none" strike="noStrike" kern="1200" baseline="0">
                <a:solidFill>
                  <a:schemeClr val="tx1"/>
                </a:solidFill>
                <a:latin typeface="+mn-lt"/>
                <a:ea typeface="+mn-ea"/>
                <a:cs typeface="+mn-cs"/>
              </a:rPr>
              <a:t>into </a:t>
            </a:r>
            <a:r>
              <a:rPr lang="en-US" sz="1200" b="0" i="0" strike="noStrike" kern="1200" baseline="0">
                <a:solidFill>
                  <a:srgbClr val="000000"/>
                </a:solidFill>
                <a:latin typeface="+mn-lt"/>
                <a:ea typeface="+mn-ea"/>
                <a:cs typeface="+mn-cs"/>
              </a:rPr>
              <a:t>easy</a:t>
            </a:r>
            <a:r>
              <a:rPr lang="en-US" sz="1200" b="0" i="0" u="none" strike="noStrike" kern="1200" baseline="0">
                <a:solidFill>
                  <a:schemeClr val="tx1"/>
                </a:solidFill>
                <a:latin typeface="+mn-lt"/>
                <a:ea typeface="+mn-ea"/>
                <a:cs typeface="+mn-cs"/>
              </a:rPr>
              <a:t> </a:t>
            </a:r>
            <a:r>
              <a:rPr lang="en-US" sz="1200" b="0" i="0" u="none" strike="noStrike" kern="1200" baseline="0" dirty="0">
                <a:solidFill>
                  <a:schemeClr val="tx1"/>
                </a:solidFill>
                <a:latin typeface="+mn-lt"/>
                <a:ea typeface="+mn-ea"/>
                <a:cs typeface="+mn-cs"/>
              </a:rPr>
              <a:t>to use building blocks that </a:t>
            </a:r>
            <a:r>
              <a:rPr lang="en-US" sz="1200" b="0" i="0" u="none" strike="noStrike" kern="1200" baseline="0">
                <a:solidFill>
                  <a:schemeClr val="tx1"/>
                </a:solidFill>
                <a:latin typeface="+mn-lt"/>
                <a:ea typeface="+mn-ea"/>
                <a:cs typeface="+mn-cs"/>
              </a:rPr>
              <a:t>deliver </a:t>
            </a:r>
            <a:r>
              <a:rPr lang="en-US" sz="1200" b="0" i="0" strike="noStrike" kern="1200" baseline="0">
                <a:solidFill>
                  <a:srgbClr val="000000"/>
                </a:solidFill>
                <a:latin typeface="+mn-lt"/>
                <a:ea typeface="+mn-ea"/>
                <a:cs typeface="+mn-cs"/>
              </a:rPr>
              <a:t>environmental consistency</a:t>
            </a:r>
            <a:r>
              <a:rPr lang="en-US" sz="1200" b="0" i="0" u="none" strike="noStrike" kern="1200" baseline="0">
                <a:solidFill>
                  <a:schemeClr val="tx1"/>
                </a:solidFill>
                <a:latin typeface="+mn-lt"/>
                <a:ea typeface="+mn-ea"/>
                <a:cs typeface="+mn-cs"/>
              </a:rPr>
              <a:t>, </a:t>
            </a:r>
            <a:r>
              <a:rPr lang="en-US" sz="1200" b="0" i="0" u="none" strike="noStrike" kern="1200" baseline="0" dirty="0">
                <a:solidFill>
                  <a:schemeClr val="tx1"/>
                </a:solidFill>
                <a:latin typeface="+mn-lt"/>
                <a:ea typeface="+mn-ea"/>
                <a:cs typeface="+mn-cs"/>
              </a:rPr>
              <a:t>operational efficiency,</a:t>
            </a:r>
          </a:p>
          <a:p>
            <a:r>
              <a:rPr lang="en-US" sz="1200" b="0" i="0" strike="noStrike" kern="1200" baseline="0">
                <a:solidFill>
                  <a:srgbClr val="000000"/>
                </a:solidFill>
                <a:latin typeface="+mn-lt"/>
                <a:ea typeface="+mn-ea"/>
                <a:cs typeface="+mn-cs"/>
              </a:rPr>
              <a:t>developer</a:t>
            </a:r>
            <a:r>
              <a:rPr lang="en-US" sz="1200" b="0" i="0" u="none" strike="noStrike" kern="1200" baseline="0">
                <a:solidFill>
                  <a:schemeClr val="tx1"/>
                </a:solidFill>
                <a:latin typeface="+mn-lt"/>
                <a:ea typeface="+mn-ea"/>
                <a:cs typeface="+mn-cs"/>
              </a:rPr>
              <a:t> </a:t>
            </a:r>
            <a:r>
              <a:rPr lang="en-US" sz="1200" b="0" i="0" u="none" strike="noStrike" kern="1200" baseline="0" dirty="0">
                <a:solidFill>
                  <a:schemeClr val="tx1"/>
                </a:solidFill>
                <a:latin typeface="+mn-lt"/>
                <a:ea typeface="+mn-ea"/>
                <a:cs typeface="+mn-cs"/>
              </a:rPr>
              <a:t>productivity, and version control.</a:t>
            </a:r>
            <a:endParaRPr lang="en-US" dirty="0"/>
          </a:p>
        </p:txBody>
      </p:sp>
    </p:spTree>
    <p:extLst>
      <p:ext uri="{BB962C8B-B14F-4D97-AF65-F5344CB8AC3E}">
        <p14:creationId xmlns:p14="http://schemas.microsoft.com/office/powerpoint/2010/main" val="32517096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strike="noStrike" kern="1200" baseline="0" dirty="0">
                <a:solidFill>
                  <a:srgbClr val="000000"/>
                </a:solidFill>
                <a:latin typeface="+mn-lt"/>
                <a:ea typeface="+mn-ea"/>
                <a:cs typeface="+mn-cs"/>
              </a:rPr>
              <a:t>Prior to</a:t>
            </a:r>
            <a:r>
              <a:rPr lang="en-US" sz="1200" b="0" i="0" u="none" strike="noStrike" kern="1200" baseline="0" dirty="0">
                <a:solidFill>
                  <a:schemeClr val="tx1"/>
                </a:solidFill>
                <a:latin typeface="+mn-lt"/>
                <a:ea typeface="+mn-ea"/>
                <a:cs typeface="+mn-cs"/>
              </a:rPr>
              <a:t> the introduction of containers, developers and administrators were often faced</a:t>
            </a:r>
            <a:r>
              <a:rPr lang="en-US" sz="1200" b="0" i="0" u="none" strike="noStrike" kern="1200" dirty="0">
                <a:solidFill>
                  <a:schemeClr val="tx1"/>
                </a:solidFill>
                <a:latin typeface="+mn-lt"/>
                <a:ea typeface="+mn-ea"/>
                <a:cs typeface="+mn-cs"/>
              </a:rPr>
              <a:t> </a:t>
            </a:r>
            <a:r>
              <a:rPr lang="en-US" sz="1200" b="0" i="0" u="none" strike="noStrike" kern="1200" baseline="0" dirty="0">
                <a:solidFill>
                  <a:schemeClr val="tx1"/>
                </a:solidFill>
                <a:latin typeface="+mn-lt"/>
                <a:ea typeface="+mn-ea"/>
                <a:cs typeface="+mn-cs"/>
              </a:rPr>
              <a:t>with a challenging web of complex compatibility restrictions, in which an </a:t>
            </a:r>
            <a:r>
              <a:rPr lang="en-US" sz="1200" b="0" i="0" strike="noStrike" kern="1200" baseline="0" dirty="0">
                <a:solidFill>
                  <a:srgbClr val="000000"/>
                </a:solidFill>
                <a:latin typeface="+mn-lt"/>
                <a:ea typeface="+mn-ea"/>
                <a:cs typeface="+mn-cs"/>
              </a:rPr>
              <a:t>application</a:t>
            </a:r>
            <a:r>
              <a:rPr lang="en-US" sz="1200" b="0" i="0" u="none" strike="noStrike" kern="1200" baseline="0" dirty="0">
                <a:solidFill>
                  <a:schemeClr val="tx1"/>
                </a:solidFill>
                <a:latin typeface="+mn-lt"/>
                <a:ea typeface="+mn-ea"/>
                <a:cs typeface="+mn-cs"/>
              </a:rPr>
              <a:t> or</a:t>
            </a:r>
            <a:r>
              <a:rPr lang="en-US" sz="1200" b="0" i="0" u="none" strike="noStrike" kern="1200" dirty="0">
                <a:solidFill>
                  <a:schemeClr val="tx1"/>
                </a:solidFill>
                <a:latin typeface="+mn-lt"/>
                <a:ea typeface="+mn-ea"/>
                <a:cs typeface="+mn-cs"/>
              </a:rPr>
              <a:t> </a:t>
            </a:r>
            <a:r>
              <a:rPr lang="en-US" sz="1200" b="0" i="0" u="none" strike="noStrike" kern="1200" baseline="0" dirty="0">
                <a:solidFill>
                  <a:schemeClr val="tx1"/>
                </a:solidFill>
                <a:latin typeface="+mn-lt"/>
                <a:ea typeface="+mn-ea"/>
                <a:cs typeface="+mn-cs"/>
              </a:rPr>
              <a:t>workload was built specifically for its predetermined </a:t>
            </a:r>
            <a:r>
              <a:rPr lang="en-US" sz="1200" b="0" i="0" strike="noStrike" kern="1200" baseline="0" dirty="0">
                <a:solidFill>
                  <a:srgbClr val="000000"/>
                </a:solidFill>
                <a:latin typeface="+mn-lt"/>
                <a:ea typeface="+mn-ea"/>
                <a:cs typeface="+mn-cs"/>
              </a:rPr>
              <a:t>environment</a:t>
            </a:r>
            <a:r>
              <a:rPr lang="en-US" sz="1200" b="0" i="0" u="none" strike="noStrike" kern="1200" baseline="0" dirty="0">
                <a:solidFill>
                  <a:schemeClr val="tx1"/>
                </a:solidFill>
                <a:latin typeface="+mn-lt"/>
                <a:ea typeface="+mn-ea"/>
                <a:cs typeface="+mn-cs"/>
              </a:rPr>
              <a:t>. </a:t>
            </a:r>
            <a:r>
              <a:rPr lang="en-US" sz="1200" b="0" i="0" strike="noStrike" kern="1200" baseline="0" dirty="0">
                <a:solidFill>
                  <a:srgbClr val="000000"/>
                </a:solidFill>
                <a:latin typeface="+mn-lt"/>
                <a:ea typeface="+mn-ea"/>
                <a:cs typeface="+mn-cs"/>
              </a:rPr>
              <a:t>If</a:t>
            </a:r>
            <a:r>
              <a:rPr lang="en-US" sz="1200" b="0" i="0" u="none" strike="noStrike" kern="1200" baseline="0" dirty="0">
                <a:solidFill>
                  <a:schemeClr val="tx1"/>
                </a:solidFill>
                <a:latin typeface="+mn-lt"/>
                <a:ea typeface="+mn-ea"/>
                <a:cs typeface="+mn-cs"/>
              </a:rPr>
              <a:t> this workload</a:t>
            </a:r>
            <a:r>
              <a:rPr lang="en-US" sz="1200" b="0" i="0" u="none" strike="noStrike" kern="1200" dirty="0">
                <a:solidFill>
                  <a:schemeClr val="tx1"/>
                </a:solidFill>
                <a:latin typeface="+mn-lt"/>
                <a:ea typeface="+mn-ea"/>
                <a:cs typeface="+mn-cs"/>
              </a:rPr>
              <a:t> </a:t>
            </a:r>
            <a:r>
              <a:rPr lang="en-US" sz="1200" b="0" i="0" strike="noStrike" kern="1200" baseline="0" dirty="0">
                <a:solidFill>
                  <a:srgbClr val="000000"/>
                </a:solidFill>
                <a:latin typeface="+mn-lt"/>
                <a:ea typeface="+mn-ea"/>
                <a:cs typeface="+mn-cs"/>
              </a:rPr>
              <a:t>needed to</a:t>
            </a:r>
            <a:r>
              <a:rPr lang="en-US" sz="1200" b="0" i="0" u="none" strike="noStrike" kern="1200" baseline="0" dirty="0">
                <a:solidFill>
                  <a:schemeClr val="tx1"/>
                </a:solidFill>
                <a:latin typeface="+mn-lt"/>
                <a:ea typeface="+mn-ea"/>
                <a:cs typeface="+mn-cs"/>
              </a:rPr>
              <a:t> be migrated, for example from </a:t>
            </a:r>
            <a:r>
              <a:rPr lang="en-US" sz="1200" b="0" i="0" strike="noStrike" kern="1200" baseline="0" dirty="0">
                <a:solidFill>
                  <a:srgbClr val="000000"/>
                </a:solidFill>
                <a:latin typeface="+mn-lt"/>
                <a:ea typeface="+mn-ea"/>
                <a:cs typeface="+mn-cs"/>
              </a:rPr>
              <a:t>bare metal</a:t>
            </a:r>
            <a:r>
              <a:rPr lang="en-US" sz="1200" b="0" i="0" u="none" strike="noStrike" kern="1200" baseline="0" dirty="0">
                <a:solidFill>
                  <a:schemeClr val="tx1"/>
                </a:solidFill>
                <a:latin typeface="+mn-lt"/>
                <a:ea typeface="+mn-ea"/>
                <a:cs typeface="+mn-cs"/>
              </a:rPr>
              <a:t> to a </a:t>
            </a:r>
            <a:r>
              <a:rPr lang="en-US" sz="1200" b="0" i="0" strike="noStrike" kern="1200" baseline="0" dirty="0">
                <a:solidFill>
                  <a:srgbClr val="000000"/>
                </a:solidFill>
                <a:latin typeface="+mn-lt"/>
                <a:ea typeface="+mn-ea"/>
                <a:cs typeface="+mn-cs"/>
              </a:rPr>
              <a:t>virtual machine</a:t>
            </a:r>
            <a:r>
              <a:rPr lang="en-US" sz="1200" b="0" i="0" u="none" strike="noStrike" kern="1200" baseline="0" dirty="0">
                <a:solidFill>
                  <a:schemeClr val="tx1"/>
                </a:solidFill>
                <a:latin typeface="+mn-lt"/>
                <a:ea typeface="+mn-ea"/>
                <a:cs typeface="+mn-cs"/>
              </a:rPr>
              <a:t>, or from a VM</a:t>
            </a:r>
            <a:r>
              <a:rPr lang="en-US" sz="1200" b="0" i="0" u="none" strike="noStrike" kern="1200" dirty="0">
                <a:solidFill>
                  <a:schemeClr val="tx1"/>
                </a:solidFill>
                <a:latin typeface="+mn-lt"/>
                <a:ea typeface="+mn-ea"/>
                <a:cs typeface="+mn-cs"/>
              </a:rPr>
              <a:t> </a:t>
            </a:r>
            <a:r>
              <a:rPr lang="en-US" sz="1200" b="0" i="0" u="none" strike="noStrike" kern="1200" baseline="0" dirty="0">
                <a:solidFill>
                  <a:schemeClr val="tx1"/>
                </a:solidFill>
                <a:latin typeface="+mn-lt"/>
                <a:ea typeface="+mn-ea"/>
                <a:cs typeface="+mn-cs"/>
              </a:rPr>
              <a:t>to the cloud, or between service providers, then this generally meant rebuilding the</a:t>
            </a:r>
            <a:r>
              <a:rPr lang="en-US" sz="1200" b="0" i="0" u="none" strike="noStrike" kern="1200" dirty="0">
                <a:solidFill>
                  <a:schemeClr val="tx1"/>
                </a:solidFill>
                <a:latin typeface="+mn-lt"/>
                <a:ea typeface="+mn-ea"/>
                <a:cs typeface="+mn-cs"/>
              </a:rPr>
              <a:t> </a:t>
            </a:r>
            <a:r>
              <a:rPr lang="en-US" sz="1200" b="0" i="0" strike="noStrike" kern="1200" baseline="0" dirty="0">
                <a:solidFill>
                  <a:srgbClr val="000000"/>
                </a:solidFill>
                <a:latin typeface="+mn-lt"/>
                <a:ea typeface="+mn-ea"/>
                <a:cs typeface="+mn-cs"/>
              </a:rPr>
              <a:t>application</a:t>
            </a:r>
            <a:r>
              <a:rPr lang="en-US" sz="1200" b="0" i="0" u="none" strike="noStrike" kern="1200" baseline="0" dirty="0">
                <a:solidFill>
                  <a:schemeClr val="tx1"/>
                </a:solidFill>
                <a:latin typeface="+mn-lt"/>
                <a:ea typeface="+mn-ea"/>
                <a:cs typeface="+mn-cs"/>
              </a:rPr>
              <a:t> or workload entirely to </a:t>
            </a:r>
            <a:r>
              <a:rPr lang="en-US" sz="1200" b="0" i="0" strike="noStrike" kern="1200" baseline="0" dirty="0">
                <a:solidFill>
                  <a:srgbClr val="000000"/>
                </a:solidFill>
                <a:latin typeface="+mn-lt"/>
                <a:ea typeface="+mn-ea"/>
                <a:cs typeface="+mn-cs"/>
              </a:rPr>
              <a:t>ensure</a:t>
            </a:r>
            <a:r>
              <a:rPr lang="en-US" sz="1200" b="0" i="0" u="none" strike="noStrike" kern="1200" baseline="0" dirty="0">
                <a:solidFill>
                  <a:schemeClr val="tx1"/>
                </a:solidFill>
                <a:latin typeface="+mn-lt"/>
                <a:ea typeface="+mn-ea"/>
                <a:cs typeface="+mn-cs"/>
              </a:rPr>
              <a:t> compatibility in the new </a:t>
            </a:r>
            <a:r>
              <a:rPr lang="en-US" sz="1200" b="0" i="0" strike="noStrike" kern="1200" baseline="0" dirty="0">
                <a:solidFill>
                  <a:srgbClr val="000000"/>
                </a:solidFill>
                <a:latin typeface="+mn-lt"/>
                <a:ea typeface="+mn-ea"/>
                <a:cs typeface="+mn-cs"/>
              </a:rPr>
              <a:t>environment</a:t>
            </a:r>
            <a:r>
              <a:rPr lang="en-US" sz="1200" b="0" i="0" u="none" strike="noStrike" kern="1200" baseline="0" dirty="0">
                <a:solidFill>
                  <a:schemeClr val="tx1"/>
                </a:solidFill>
                <a:latin typeface="+mn-lt"/>
                <a:ea typeface="+mn-ea"/>
                <a:cs typeface="+mn-cs"/>
              </a:rPr>
              <a:t>.</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Containers were conceived as an answer to this matrix of restriction and incompatibilities</a:t>
            </a:r>
            <a:r>
              <a:rPr lang="en-US" sz="1200" b="0" i="0" u="none" strike="noStrike" kern="1200" dirty="0">
                <a:solidFill>
                  <a:schemeClr val="tx1"/>
                </a:solidFill>
                <a:latin typeface="+mn-lt"/>
                <a:ea typeface="+mn-ea"/>
                <a:cs typeface="+mn-cs"/>
              </a:rPr>
              <a:t> </a:t>
            </a:r>
            <a:r>
              <a:rPr lang="en-US" sz="1200" b="0" i="0" u="none" strike="noStrike" kern="1200" baseline="0" dirty="0">
                <a:solidFill>
                  <a:schemeClr val="tx1"/>
                </a:solidFill>
                <a:latin typeface="+mn-lt"/>
                <a:ea typeface="+mn-ea"/>
                <a:cs typeface="+mn-cs"/>
              </a:rPr>
              <a:t>by providing a common interface for migrating </a:t>
            </a:r>
            <a:r>
              <a:rPr lang="en-US" sz="1200" b="0" i="0" strike="noStrike" kern="1200" baseline="0" dirty="0">
                <a:solidFill>
                  <a:srgbClr val="000000"/>
                </a:solidFill>
                <a:latin typeface="+mn-lt"/>
                <a:ea typeface="+mn-ea"/>
                <a:cs typeface="+mn-cs"/>
              </a:rPr>
              <a:t>applications</a:t>
            </a:r>
            <a:r>
              <a:rPr lang="en-US" sz="1200" b="0" i="0" u="none" strike="noStrike" kern="1200" baseline="0" dirty="0">
                <a:solidFill>
                  <a:schemeClr val="tx1"/>
                </a:solidFill>
                <a:latin typeface="+mn-lt"/>
                <a:ea typeface="+mn-ea"/>
                <a:cs typeface="+mn-cs"/>
              </a:rPr>
              <a:t> between environments.</a:t>
            </a:r>
          </a:p>
          <a:p>
            <a:endParaRPr lang="en-US" sz="1200" i="0" u="none" strike="noStrike" kern="1200" baseline="0" dirty="0">
              <a:solidFill>
                <a:schemeClr val="tx1"/>
              </a:solidFill>
            </a:endParaRPr>
          </a:p>
          <a:p>
            <a:r>
              <a:rPr lang="en-US" sz="1200" i="0" u="none" strike="noStrike" kern="1200" baseline="0" dirty="0">
                <a:solidFill>
                  <a:schemeClr val="tx1"/>
                </a:solidFill>
              </a:rPr>
              <a:t>Challenges include:</a:t>
            </a:r>
          </a:p>
          <a:p>
            <a:pPr marL="457189" indent="-457189">
              <a:buFont typeface="Arial" charset="0"/>
              <a:buChar char="•"/>
            </a:pPr>
            <a:r>
              <a:rPr lang="en-US" sz="1200" dirty="0"/>
              <a:t>Existing architecture can’t handle extreme loads or scale easily.</a:t>
            </a:r>
          </a:p>
          <a:p>
            <a:pPr marL="457189" indent="-457189">
              <a:buFont typeface="Arial" charset="0"/>
              <a:buChar char="•"/>
            </a:pPr>
            <a:r>
              <a:rPr lang="en-US" sz="1200" dirty="0"/>
              <a:t>Independent development teams on different release schedules.</a:t>
            </a:r>
          </a:p>
          <a:p>
            <a:pPr marL="457189" indent="-457189">
              <a:buFont typeface="Arial" charset="0"/>
              <a:buChar char="•"/>
            </a:pPr>
            <a:r>
              <a:rPr lang="en-US" sz="1200" dirty="0"/>
              <a:t>Needed the ability for individual services to run multiple versions in production.</a:t>
            </a:r>
          </a:p>
          <a:p>
            <a:pPr marL="457189" indent="-457189">
              <a:buFont typeface="Arial" charset="0"/>
              <a:buChar char="•"/>
            </a:pPr>
            <a:r>
              <a:rPr lang="en-US" sz="1200" dirty="0"/>
              <a:t>Microservices architecture with a growing number of services and engineers.</a:t>
            </a:r>
          </a:p>
          <a:p>
            <a:endParaRPr lang="en-US" dirty="0"/>
          </a:p>
        </p:txBody>
      </p:sp>
    </p:spTree>
    <p:extLst>
      <p:ext uri="{BB962C8B-B14F-4D97-AF65-F5344CB8AC3E}">
        <p14:creationId xmlns:p14="http://schemas.microsoft.com/office/powerpoint/2010/main" val="40638812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320540"/>
            <a:ext cx="5486400" cy="4480560"/>
          </a:xfrm>
        </p:spPr>
        <p:txBody>
          <a:bodyPr/>
          <a:lstStyle/>
          <a:p>
            <a:r>
              <a:rPr lang="en-US" sz="1200" b="0" i="0" kern="1200" dirty="0">
                <a:solidFill>
                  <a:schemeClr val="tx1"/>
                </a:solidFill>
              </a:rPr>
              <a:t>Let’s take a moment to look at the evolution of services to microservices. For example, many </a:t>
            </a:r>
            <a:r>
              <a:rPr lang="en-US" sz="1200" b="0" i="0" kern="1200" dirty="0">
                <a:solidFill>
                  <a:srgbClr val="000000"/>
                </a:solidFill>
              </a:rPr>
              <a:t>applications</a:t>
            </a:r>
            <a:r>
              <a:rPr lang="en-US" sz="1200" b="0" i="0" kern="1200" dirty="0">
                <a:solidFill>
                  <a:schemeClr val="tx1"/>
                </a:solidFill>
              </a:rPr>
              <a:t> that </a:t>
            </a:r>
            <a:r>
              <a:rPr lang="en-US" sz="1200" b="0" i="0" kern="1200" dirty="0">
                <a:solidFill>
                  <a:srgbClr val="000000"/>
                </a:solidFill>
              </a:rPr>
              <a:t>utilize</a:t>
            </a:r>
            <a:r>
              <a:rPr lang="en-US" sz="1200" b="0" i="0" kern="1200" dirty="0">
                <a:solidFill>
                  <a:schemeClr val="tx1"/>
                </a:solidFill>
              </a:rPr>
              <a:t> the Model</a:t>
            </a:r>
            <a:r>
              <a:rPr lang="en-US" sz="1200" b="0" i="0" kern="1200" baseline="0" dirty="0">
                <a:solidFill>
                  <a:schemeClr val="tx1"/>
                </a:solidFill>
              </a:rPr>
              <a:t> View Controller Framework use a monolithic architecture. </a:t>
            </a:r>
            <a:r>
              <a:rPr lang="en-US" sz="1200" b="0" i="0" kern="1200" dirty="0">
                <a:solidFill>
                  <a:schemeClr val="tx1"/>
                </a:solidFill>
              </a:rPr>
              <a:t>The </a:t>
            </a:r>
            <a:r>
              <a:rPr lang="en-US" sz="1200" b="0" i="0" kern="1200" dirty="0">
                <a:solidFill>
                  <a:srgbClr val="000000"/>
                </a:solidFill>
              </a:rPr>
              <a:t>application</a:t>
            </a:r>
            <a:r>
              <a:rPr lang="en-US" sz="1200" b="0" i="0" kern="1200" dirty="0">
                <a:solidFill>
                  <a:schemeClr val="tx1"/>
                </a:solidFill>
              </a:rPr>
              <a:t> is deployed as a single file (for</a:t>
            </a:r>
            <a:r>
              <a:rPr lang="en-US" sz="1200" b="0" i="0" kern="1200" baseline="0" dirty="0">
                <a:solidFill>
                  <a:schemeClr val="tx1"/>
                </a:solidFill>
              </a:rPr>
              <a:t> example Java</a:t>
            </a:r>
            <a:r>
              <a:rPr lang="en-US" sz="1200" b="0" i="0" kern="1200" dirty="0">
                <a:solidFill>
                  <a:schemeClr val="tx1"/>
                </a:solidFill>
              </a:rPr>
              <a:t>) or a collection of files rooted at the same directory (such</a:t>
            </a:r>
            <a:r>
              <a:rPr lang="en-US" sz="1200" b="0" i="0" kern="1200" baseline="0" dirty="0">
                <a:solidFill>
                  <a:schemeClr val="tx1"/>
                </a:solidFill>
              </a:rPr>
              <a:t> as Rails</a:t>
            </a:r>
            <a:r>
              <a:rPr lang="en-US" sz="1200" b="0" i="0" kern="1200" dirty="0">
                <a:solidFill>
                  <a:schemeClr val="tx1"/>
                </a:solidFill>
              </a:rPr>
              <a:t>). All the </a:t>
            </a:r>
            <a:r>
              <a:rPr lang="en-US" sz="1200" b="0" i="0" kern="1200" dirty="0">
                <a:solidFill>
                  <a:srgbClr val="000000"/>
                </a:solidFill>
              </a:rPr>
              <a:t>application</a:t>
            </a:r>
            <a:r>
              <a:rPr lang="en-US" sz="1200" b="0" i="0" kern="1200" dirty="0">
                <a:solidFill>
                  <a:schemeClr val="tx1"/>
                </a:solidFill>
              </a:rPr>
              <a:t> code runs in the same process. Scaling requires deploying multiple copies of the </a:t>
            </a:r>
            <a:r>
              <a:rPr lang="en-US" sz="1200" b="0" i="0" kern="1200" dirty="0">
                <a:solidFill>
                  <a:srgbClr val="000000"/>
                </a:solidFill>
              </a:rPr>
              <a:t>exact same</a:t>
            </a:r>
            <a:r>
              <a:rPr lang="en-US" sz="1200" b="0" i="0" kern="1200" dirty="0">
                <a:solidFill>
                  <a:schemeClr val="tx1"/>
                </a:solidFill>
              </a:rPr>
              <a:t> </a:t>
            </a:r>
            <a:r>
              <a:rPr lang="en-US" sz="1200" b="0" i="0" kern="1200" dirty="0">
                <a:solidFill>
                  <a:srgbClr val="000000"/>
                </a:solidFill>
              </a:rPr>
              <a:t>application</a:t>
            </a:r>
            <a:r>
              <a:rPr lang="en-US" sz="1200" b="0" i="0" kern="1200" dirty="0">
                <a:solidFill>
                  <a:schemeClr val="tx1"/>
                </a:solidFill>
              </a:rPr>
              <a:t> code to multiple servers. </a:t>
            </a:r>
          </a:p>
          <a:p>
            <a:endParaRPr lang="en-US" sz="400" b="0" i="0" kern="1200" dirty="0">
              <a:solidFill>
                <a:schemeClr val="tx1"/>
              </a:solidFill>
            </a:endParaRPr>
          </a:p>
          <a:p>
            <a:r>
              <a:rPr lang="en-US" sz="1200" b="0" i="0" kern="1200" dirty="0">
                <a:solidFill>
                  <a:schemeClr val="tx1"/>
                </a:solidFill>
              </a:rPr>
              <a:t>There are a number of problems with the monolithic architecture. First, as features and services are added to the </a:t>
            </a:r>
            <a:r>
              <a:rPr lang="en-US" sz="1200" b="0" i="0" kern="1200" dirty="0">
                <a:solidFill>
                  <a:srgbClr val="000000"/>
                </a:solidFill>
              </a:rPr>
              <a:t>application</a:t>
            </a:r>
            <a:r>
              <a:rPr lang="en-US" sz="1200" b="0" i="0" kern="1200" dirty="0">
                <a:solidFill>
                  <a:schemeClr val="tx1"/>
                </a:solidFill>
              </a:rPr>
              <a:t>, the code base </a:t>
            </a:r>
            <a:r>
              <a:rPr lang="en-US" sz="1200" b="0" i="0" kern="1200" dirty="0">
                <a:solidFill>
                  <a:srgbClr val="000000"/>
                </a:solidFill>
              </a:rPr>
              <a:t>will grow</a:t>
            </a:r>
            <a:r>
              <a:rPr lang="en-US" sz="1200" b="0" i="0" kern="1200" dirty="0">
                <a:solidFill>
                  <a:schemeClr val="tx1"/>
                </a:solidFill>
              </a:rPr>
              <a:t> substantially more complex. Because all the </a:t>
            </a:r>
            <a:r>
              <a:rPr lang="en-US" sz="1200" b="0" i="0" kern="1200" dirty="0">
                <a:solidFill>
                  <a:srgbClr val="000000"/>
                </a:solidFill>
              </a:rPr>
              <a:t>application</a:t>
            </a:r>
            <a:r>
              <a:rPr lang="en-US" sz="1200" b="0" i="0" kern="1200" dirty="0">
                <a:solidFill>
                  <a:schemeClr val="tx1"/>
                </a:solidFill>
              </a:rPr>
              <a:t> code runs in the same process on the server, it is difficult (if </a:t>
            </a:r>
            <a:r>
              <a:rPr lang="en-US" sz="1200" b="0" i="0" kern="1200" dirty="0">
                <a:solidFill>
                  <a:srgbClr val="000000"/>
                </a:solidFill>
              </a:rPr>
              <a:t>not impossible</a:t>
            </a:r>
            <a:r>
              <a:rPr lang="en-US" sz="1200" b="0" i="0" kern="1200" dirty="0">
                <a:solidFill>
                  <a:schemeClr val="tx1"/>
                </a:solidFill>
              </a:rPr>
              <a:t>) to scale individual portions of the </a:t>
            </a:r>
            <a:r>
              <a:rPr lang="en-US" sz="1200" b="0" i="0" kern="1200" dirty="0">
                <a:solidFill>
                  <a:srgbClr val="000000"/>
                </a:solidFill>
              </a:rPr>
              <a:t>application</a:t>
            </a:r>
            <a:r>
              <a:rPr lang="en-US" sz="1200" b="0" i="0" kern="1200" dirty="0">
                <a:solidFill>
                  <a:schemeClr val="tx1"/>
                </a:solidFill>
              </a:rPr>
              <a:t>. If one service is memory intensive and another CPU intensive, the server must be provisioned with enough memory and CPU to handle the baseline load for each service. Finally, and more subtlety, the engineering team structure will often </a:t>
            </a:r>
            <a:r>
              <a:rPr lang="en-US" sz="1200" b="0" i="0" kern="1200" dirty="0">
                <a:solidFill>
                  <a:srgbClr val="000000"/>
                </a:solidFill>
              </a:rPr>
              <a:t>start</a:t>
            </a:r>
            <a:r>
              <a:rPr lang="en-US" sz="1200" b="0" i="0" kern="1200" dirty="0">
                <a:solidFill>
                  <a:schemeClr val="tx1"/>
                </a:solidFill>
              </a:rPr>
              <a:t> to mirror the </a:t>
            </a:r>
            <a:r>
              <a:rPr lang="en-US" sz="1200" b="0" i="0" kern="1200" dirty="0">
                <a:solidFill>
                  <a:srgbClr val="000000"/>
                </a:solidFill>
              </a:rPr>
              <a:t>application</a:t>
            </a:r>
            <a:r>
              <a:rPr lang="en-US" sz="1200" b="0" i="0" kern="1200" dirty="0">
                <a:solidFill>
                  <a:schemeClr val="tx1"/>
                </a:solidFill>
              </a:rPr>
              <a:t> architecture over time. </a:t>
            </a:r>
          </a:p>
          <a:p>
            <a:endParaRPr lang="en-US" sz="400" b="0" i="0" kern="1200" dirty="0">
              <a:solidFill>
                <a:schemeClr val="tx1"/>
              </a:solidFill>
            </a:endParaRPr>
          </a:p>
          <a:p>
            <a:r>
              <a:rPr lang="en-US" sz="1200" b="0" i="0" kern="1200" dirty="0">
                <a:solidFill>
                  <a:schemeClr val="tx1"/>
                </a:solidFill>
              </a:rPr>
              <a:t>The microservices architecture is designed to address these issues. The services defined in the monolithic </a:t>
            </a:r>
            <a:r>
              <a:rPr lang="en-US" sz="1200" b="0" i="0" kern="1200" dirty="0">
                <a:solidFill>
                  <a:srgbClr val="000000"/>
                </a:solidFill>
              </a:rPr>
              <a:t>application</a:t>
            </a:r>
            <a:r>
              <a:rPr lang="en-US" sz="1200" b="0" i="0" kern="1200" dirty="0">
                <a:solidFill>
                  <a:schemeClr val="tx1"/>
                </a:solidFill>
              </a:rPr>
              <a:t> architecture are decomposed into individual services, and deployed separately from one another on separate hosts.</a:t>
            </a:r>
          </a:p>
          <a:p>
            <a:endParaRPr lang="en-US" sz="400" dirty="0"/>
          </a:p>
          <a:p>
            <a:r>
              <a:rPr lang="en-US" sz="1200" b="0" i="0" kern="1200" dirty="0">
                <a:solidFill>
                  <a:schemeClr val="tx1"/>
                </a:solidFill>
                <a:effectLst/>
              </a:rPr>
              <a:t>Within a microservices architecture, each </a:t>
            </a:r>
            <a:r>
              <a:rPr lang="en-US" sz="1200" b="0" i="0" kern="1200" dirty="0">
                <a:solidFill>
                  <a:srgbClr val="000000"/>
                </a:solidFill>
                <a:effectLst/>
              </a:rPr>
              <a:t>application</a:t>
            </a:r>
            <a:r>
              <a:rPr lang="en-US" sz="1200" b="0" i="0" kern="1200" dirty="0">
                <a:solidFill>
                  <a:schemeClr val="tx1"/>
                </a:solidFill>
                <a:effectLst/>
              </a:rPr>
              <a:t> component runs as its own service and communicates with other services via a well-defined API. Microservices are built around business capabilities, and each service performs a single function. Microservices can be written using different frameworks and programming languages, and you can deploy them independently, as a single service, or as a group of services.</a:t>
            </a:r>
            <a:endParaRPr lang="en-US" dirty="0"/>
          </a:p>
        </p:txBody>
      </p:sp>
    </p:spTree>
    <p:extLst>
      <p:ext uri="{BB962C8B-B14F-4D97-AF65-F5344CB8AC3E}">
        <p14:creationId xmlns:p14="http://schemas.microsoft.com/office/powerpoint/2010/main" val="2567422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Containers </a:t>
            </a:r>
            <a:r>
              <a:rPr lang="en-US" sz="1200" b="0" i="0" kern="1200">
                <a:solidFill>
                  <a:srgbClr val="000000"/>
                </a:solidFill>
                <a:effectLst/>
                <a:latin typeface="+mn-lt"/>
                <a:ea typeface="+mn-ea"/>
                <a:cs typeface="+mn-cs"/>
              </a:rPr>
              <a:t>allow</a:t>
            </a:r>
            <a:r>
              <a:rPr lang="en-US" sz="1200" b="0" i="0" kern="1200">
                <a:solidFill>
                  <a:schemeClr val="tx1"/>
                </a:solidFill>
                <a:effectLst/>
                <a:latin typeface="+mn-lt"/>
                <a:ea typeface="+mn-ea"/>
                <a:cs typeface="+mn-cs"/>
              </a:rPr>
              <a:t> </a:t>
            </a:r>
            <a:r>
              <a:rPr lang="en-US" sz="1200" b="0" i="0" kern="1200" dirty="0">
                <a:solidFill>
                  <a:schemeClr val="tx1"/>
                </a:solidFill>
                <a:effectLst/>
                <a:latin typeface="+mn-lt"/>
                <a:ea typeface="+mn-ea"/>
                <a:cs typeface="+mn-cs"/>
              </a:rPr>
              <a:t>you to easily package </a:t>
            </a:r>
            <a:r>
              <a:rPr lang="en-US" sz="1200" b="0" i="0" kern="1200">
                <a:solidFill>
                  <a:schemeClr val="tx1"/>
                </a:solidFill>
                <a:effectLst/>
                <a:latin typeface="+mn-lt"/>
                <a:ea typeface="+mn-ea"/>
                <a:cs typeface="+mn-cs"/>
              </a:rPr>
              <a:t>an </a:t>
            </a:r>
            <a:r>
              <a:rPr lang="en-US" sz="1200" b="0" i="0" kern="1200">
                <a:solidFill>
                  <a:srgbClr val="000000"/>
                </a:solidFill>
                <a:effectLst/>
                <a:latin typeface="+mn-lt"/>
                <a:ea typeface="+mn-ea"/>
                <a:cs typeface="+mn-cs"/>
              </a:rPr>
              <a:t>application</a:t>
            </a:r>
            <a:r>
              <a:rPr lang="en-US" sz="1200" b="0" i="0" kern="1200">
                <a:solidFill>
                  <a:schemeClr val="tx1"/>
                </a:solidFill>
                <a:effectLst/>
                <a:latin typeface="+mn-lt"/>
                <a:ea typeface="+mn-ea"/>
                <a:cs typeface="+mn-cs"/>
              </a:rPr>
              <a:t>'s </a:t>
            </a:r>
            <a:r>
              <a:rPr lang="en-US" sz="1200" b="0" i="0" kern="1200" dirty="0">
                <a:solidFill>
                  <a:schemeClr val="tx1"/>
                </a:solidFill>
                <a:effectLst/>
                <a:latin typeface="+mn-lt"/>
                <a:ea typeface="+mn-ea"/>
                <a:cs typeface="+mn-cs"/>
              </a:rPr>
              <a:t>code, configurations, and dependencies </a:t>
            </a:r>
            <a:r>
              <a:rPr lang="en-US" sz="1200" b="0" i="0" kern="1200">
                <a:solidFill>
                  <a:schemeClr val="tx1"/>
                </a:solidFill>
                <a:effectLst/>
                <a:latin typeface="+mn-lt"/>
                <a:ea typeface="+mn-ea"/>
                <a:cs typeface="+mn-cs"/>
              </a:rPr>
              <a:t>into </a:t>
            </a:r>
            <a:r>
              <a:rPr lang="en-US" sz="1200" b="0" i="0" kern="1200">
                <a:solidFill>
                  <a:srgbClr val="000000"/>
                </a:solidFill>
                <a:effectLst/>
                <a:latin typeface="+mn-lt"/>
                <a:ea typeface="+mn-ea"/>
                <a:cs typeface="+mn-cs"/>
              </a:rPr>
              <a:t>easy</a:t>
            </a:r>
            <a:r>
              <a:rPr lang="en-US" sz="1200" b="0" i="0" kern="1200">
                <a:solidFill>
                  <a:schemeClr val="tx1"/>
                </a:solidFill>
                <a:effectLst/>
                <a:latin typeface="+mn-lt"/>
                <a:ea typeface="+mn-ea"/>
                <a:cs typeface="+mn-cs"/>
              </a:rPr>
              <a:t> </a:t>
            </a:r>
            <a:r>
              <a:rPr lang="en-US" sz="1200" b="0" i="0" kern="1200" dirty="0">
                <a:solidFill>
                  <a:schemeClr val="tx1"/>
                </a:solidFill>
                <a:effectLst/>
                <a:latin typeface="+mn-lt"/>
                <a:ea typeface="+mn-ea"/>
                <a:cs typeface="+mn-cs"/>
              </a:rPr>
              <a:t>to use building blocks that </a:t>
            </a:r>
            <a:r>
              <a:rPr lang="en-US" sz="1200" b="0" i="0" kern="1200">
                <a:solidFill>
                  <a:schemeClr val="tx1"/>
                </a:solidFill>
                <a:effectLst/>
                <a:latin typeface="+mn-lt"/>
                <a:ea typeface="+mn-ea"/>
                <a:cs typeface="+mn-cs"/>
              </a:rPr>
              <a:t>deliver </a:t>
            </a:r>
            <a:r>
              <a:rPr lang="en-US" sz="1200" b="0" i="0" kern="1200">
                <a:solidFill>
                  <a:srgbClr val="000000"/>
                </a:solidFill>
                <a:effectLst/>
                <a:latin typeface="+mn-lt"/>
                <a:ea typeface="+mn-ea"/>
                <a:cs typeface="+mn-cs"/>
              </a:rPr>
              <a:t>environmental consistency</a:t>
            </a:r>
            <a:r>
              <a:rPr lang="en-US" sz="1200" b="0" i="0" kern="1200">
                <a:solidFill>
                  <a:schemeClr val="tx1"/>
                </a:solidFill>
                <a:effectLst/>
                <a:latin typeface="+mn-lt"/>
                <a:ea typeface="+mn-ea"/>
                <a:cs typeface="+mn-cs"/>
              </a:rPr>
              <a:t>, </a:t>
            </a:r>
            <a:r>
              <a:rPr lang="en-US" sz="1200" b="0" i="0" kern="1200" dirty="0">
                <a:solidFill>
                  <a:schemeClr val="tx1"/>
                </a:solidFill>
                <a:effectLst/>
                <a:latin typeface="+mn-lt"/>
                <a:ea typeface="+mn-ea"/>
                <a:cs typeface="+mn-cs"/>
              </a:rPr>
              <a:t>operational efficiency, developer productivity, and version control. </a:t>
            </a:r>
            <a:r>
              <a:rPr lang="en-US" sz="1200" b="0" i="0" kern="1200">
                <a:solidFill>
                  <a:schemeClr val="tx1"/>
                </a:solidFill>
                <a:effectLst/>
                <a:latin typeface="+mn-lt"/>
                <a:ea typeface="+mn-ea"/>
                <a:cs typeface="+mn-cs"/>
              </a:rPr>
              <a:t>Containers </a:t>
            </a:r>
            <a:r>
              <a:rPr lang="en-US" sz="1200" b="0" i="0" kern="1200">
                <a:solidFill>
                  <a:srgbClr val="000000"/>
                </a:solidFill>
                <a:effectLst/>
                <a:latin typeface="+mn-lt"/>
                <a:ea typeface="+mn-ea"/>
                <a:cs typeface="+mn-cs"/>
              </a:rPr>
              <a:t>can help</a:t>
            </a:r>
            <a:r>
              <a:rPr lang="en-US" sz="1200" b="0" i="0" kern="1200">
                <a:solidFill>
                  <a:schemeClr val="tx1"/>
                </a:solidFill>
                <a:effectLst/>
                <a:latin typeface="+mn-lt"/>
                <a:ea typeface="+mn-ea"/>
                <a:cs typeface="+mn-cs"/>
              </a:rPr>
              <a:t> </a:t>
            </a:r>
            <a:r>
              <a:rPr lang="en-US" sz="1200" b="0" i="0" kern="1200">
                <a:solidFill>
                  <a:srgbClr val="000000"/>
                </a:solidFill>
                <a:effectLst/>
                <a:latin typeface="+mn-lt"/>
                <a:ea typeface="+mn-ea"/>
                <a:cs typeface="+mn-cs"/>
              </a:rPr>
              <a:t>ensure</a:t>
            </a:r>
            <a:r>
              <a:rPr lang="en-US" sz="1200" b="0" i="0" kern="1200">
                <a:solidFill>
                  <a:schemeClr val="tx1"/>
                </a:solidFill>
                <a:effectLst/>
                <a:latin typeface="+mn-lt"/>
                <a:ea typeface="+mn-ea"/>
                <a:cs typeface="+mn-cs"/>
              </a:rPr>
              <a:t> that </a:t>
            </a:r>
            <a:r>
              <a:rPr lang="en-US" sz="1200" b="0" i="0" kern="1200">
                <a:solidFill>
                  <a:srgbClr val="000000"/>
                </a:solidFill>
                <a:effectLst/>
                <a:latin typeface="+mn-lt"/>
                <a:ea typeface="+mn-ea"/>
                <a:cs typeface="+mn-cs"/>
              </a:rPr>
              <a:t>applications</a:t>
            </a:r>
            <a:r>
              <a:rPr lang="en-US" sz="1200" b="0" i="0" kern="1200">
                <a:solidFill>
                  <a:schemeClr val="tx1"/>
                </a:solidFill>
                <a:effectLst/>
                <a:latin typeface="+mn-lt"/>
                <a:ea typeface="+mn-ea"/>
                <a:cs typeface="+mn-cs"/>
              </a:rPr>
              <a:t> </a:t>
            </a:r>
            <a:r>
              <a:rPr lang="en-US" sz="1200" b="0" i="0" kern="1200" dirty="0">
                <a:solidFill>
                  <a:schemeClr val="tx1"/>
                </a:solidFill>
                <a:effectLst/>
                <a:latin typeface="+mn-lt"/>
                <a:ea typeface="+mn-ea"/>
                <a:cs typeface="+mn-cs"/>
              </a:rPr>
              <a:t>deploy quickly, reliably, and consistently regardless </a:t>
            </a:r>
            <a:r>
              <a:rPr lang="en-US" sz="1200" b="0" i="0" kern="1200">
                <a:solidFill>
                  <a:schemeClr val="tx1"/>
                </a:solidFill>
                <a:effectLst/>
                <a:latin typeface="+mn-lt"/>
                <a:ea typeface="+mn-ea"/>
                <a:cs typeface="+mn-cs"/>
              </a:rPr>
              <a:t>of </a:t>
            </a:r>
            <a:r>
              <a:rPr lang="en-US" sz="1200" b="0" i="0" kern="1200">
                <a:solidFill>
                  <a:srgbClr val="000000"/>
                </a:solidFill>
                <a:effectLst/>
                <a:latin typeface="+mn-lt"/>
                <a:ea typeface="+mn-ea"/>
                <a:cs typeface="+mn-cs"/>
              </a:rPr>
              <a:t>deployment environment</a:t>
            </a:r>
            <a:r>
              <a:rPr lang="en-US" sz="1200" b="0" i="0" kern="1200">
                <a:solidFill>
                  <a:schemeClr val="tx1"/>
                </a:solidFill>
                <a:effectLst/>
                <a:latin typeface="+mn-lt"/>
                <a:ea typeface="+mn-ea"/>
                <a:cs typeface="+mn-cs"/>
              </a:rPr>
              <a:t>.</a:t>
            </a:r>
            <a:endParaRPr lang="en-US" dirty="0"/>
          </a:p>
        </p:txBody>
      </p:sp>
    </p:spTree>
    <p:extLst>
      <p:ext uri="{BB962C8B-B14F-4D97-AF65-F5344CB8AC3E}">
        <p14:creationId xmlns:p14="http://schemas.microsoft.com/office/powerpoint/2010/main" val="37541380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436626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ea typeface="Amazon Ember Cd RC" charset="0"/>
                <a:cs typeface="Amazon Ember Cd RC" charset="0"/>
              </a:rPr>
              <a:t>A container is an atomic, self-contained package of software that includes everything </a:t>
            </a:r>
            <a:r>
              <a:rPr lang="en-US" sz="1200" dirty="0">
                <a:ea typeface="Amazon Ember Light" charset="0"/>
                <a:cs typeface="Amazon Ember Light" charset="0"/>
              </a:rPr>
              <a:t>Containers are a perfect fit for microservices and solve the problems</a:t>
            </a:r>
            <a:r>
              <a:rPr lang="en-US" sz="1200" baseline="0" dirty="0">
                <a:ea typeface="Amazon Ember Light" charset="0"/>
                <a:cs typeface="Amazon Ember Light" charset="0"/>
              </a:rPr>
              <a:t> that were identified on an earlier slide. </a:t>
            </a:r>
            <a:r>
              <a:rPr lang="en-US" baseline="0" dirty="0"/>
              <a:t>Containers makes it easier to decompose your applications into microservices that can run side by side on the same instance.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aseline="0" dirty="0">
              <a:ea typeface="Amazon Ember Light" charset="0"/>
              <a:cs typeface="Amazon Ember Light"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000000"/>
                </a:solidFill>
                <a:ea typeface="Amazon Ember Light" charset="0"/>
                <a:cs typeface="Amazon Ember Light" charset="0"/>
              </a:rPr>
              <a:t>Just</a:t>
            </a:r>
            <a:r>
              <a:rPr lang="en-US" sz="1200" dirty="0">
                <a:ea typeface="Amazon Ember Light" charset="0"/>
                <a:cs typeface="Amazon Ember Light" charset="0"/>
              </a:rPr>
              <a:t> as shipping containers standardized transport of freight goods, software containers aim to standardize the transport of </a:t>
            </a:r>
            <a:r>
              <a:rPr lang="en-US" sz="1200" dirty="0">
                <a:solidFill>
                  <a:srgbClr val="000000"/>
                </a:solidFill>
                <a:ea typeface="Amazon Ember Light" charset="0"/>
                <a:cs typeface="Amazon Ember Light" charset="0"/>
              </a:rPr>
              <a:t>applications</a:t>
            </a:r>
            <a:r>
              <a:rPr lang="en-US" sz="1200" dirty="0">
                <a:ea typeface="Amazon Ember Light" charset="0"/>
                <a:cs typeface="Amazon Ember Light" charset="0"/>
              </a:rPr>
              <a:t>.</a:t>
            </a:r>
            <a:r>
              <a:rPr lang="en-US" sz="1200" baseline="0" dirty="0">
                <a:ea typeface="Amazon Ember Light" charset="0"/>
                <a:cs typeface="Amazon Ember Light" charset="0"/>
              </a:rPr>
              <a:t> </a:t>
            </a:r>
            <a:r>
              <a:rPr lang="en-US" b="0" dirty="0"/>
              <a:t>Ever see a stack of shipping containers on</a:t>
            </a:r>
            <a:r>
              <a:rPr lang="en-US" b="0" baseline="0" dirty="0"/>
              <a:t> the back of a truck or ship? Everyone has. It's funny to think that, </a:t>
            </a:r>
            <a:r>
              <a:rPr lang="en-US" b="0" baseline="0" dirty="0">
                <a:solidFill>
                  <a:srgbClr val="000000"/>
                </a:solidFill>
              </a:rPr>
              <a:t>just</a:t>
            </a:r>
            <a:r>
              <a:rPr lang="en-US" b="0" baseline="0" dirty="0"/>
              <a:t> 50 years ago, these structures had only </a:t>
            </a:r>
            <a:r>
              <a:rPr lang="en-US" b="0" baseline="0" dirty="0">
                <a:solidFill>
                  <a:srgbClr val="000000"/>
                </a:solidFill>
              </a:rPr>
              <a:t>just</a:t>
            </a:r>
            <a:r>
              <a:rPr lang="en-US" b="0" baseline="0" dirty="0"/>
              <a:t> been invented. </a:t>
            </a:r>
            <a:r>
              <a:rPr lang="en-US" b="0" baseline="0" dirty="0">
                <a:solidFill>
                  <a:srgbClr val="000000"/>
                </a:solidFill>
              </a:rPr>
              <a:t>Prior to</a:t>
            </a:r>
            <a:r>
              <a:rPr lang="en-US" b="0" baseline="0" dirty="0"/>
              <a:t> the introduction of the modern shipping container, merchants who </a:t>
            </a:r>
            <a:r>
              <a:rPr lang="en-US" b="0" baseline="0" dirty="0">
                <a:solidFill>
                  <a:srgbClr val="000000"/>
                </a:solidFill>
              </a:rPr>
              <a:t>wished</a:t>
            </a:r>
            <a:r>
              <a:rPr lang="en-US" b="0" baseline="0" dirty="0"/>
              <a:t> to ship goods overseas used what is referred to as </a:t>
            </a:r>
            <a:r>
              <a:rPr lang="en-US" b="0" i="1" baseline="0" dirty="0"/>
              <a:t>break-bulk</a:t>
            </a:r>
            <a:r>
              <a:rPr lang="en-US" b="0" i="0" baseline="0" dirty="0"/>
              <a:t> shipping. Goods were shipped </a:t>
            </a:r>
            <a:r>
              <a:rPr lang="en-US" b="0" i="0" baseline="0" dirty="0">
                <a:solidFill>
                  <a:srgbClr val="000000"/>
                </a:solidFill>
              </a:rPr>
              <a:t>in sacks, crates, cartons, drums, casks, barrels, and boxes of various weights, shapes, and sizes</a:t>
            </a:r>
            <a:r>
              <a:rPr lang="en-US" b="0" i="0" baseline="0" dirty="0"/>
              <a:t>. The lack of standardization made loading and unloading cargo time-consuming and cumbersome, forcing ships to spend long times moored at port. It also resulted in </a:t>
            </a:r>
            <a:r>
              <a:rPr lang="en-US" b="0" i="0" baseline="0" dirty="0">
                <a:solidFill>
                  <a:srgbClr val="000000"/>
                </a:solidFill>
              </a:rPr>
              <a:t>frequent cargo theft</a:t>
            </a:r>
            <a:r>
              <a:rPr lang="en-US" b="0" i="0" baseline="0" dirty="0"/>
              <a:t> and damage.</a:t>
            </a:r>
          </a:p>
          <a:p>
            <a:endParaRPr lang="en-US" b="0" i="0" baseline="0" dirty="0"/>
          </a:p>
          <a:p>
            <a:r>
              <a:rPr lang="en-US" b="0" i="0" baseline="0" dirty="0"/>
              <a:t>In 1956, a man named </a:t>
            </a:r>
            <a:r>
              <a:rPr lang="en-US" b="0" i="0" baseline="0" dirty="0">
                <a:solidFill>
                  <a:srgbClr val="000000"/>
                </a:solidFill>
              </a:rPr>
              <a:t>Malcom</a:t>
            </a:r>
            <a:r>
              <a:rPr lang="en-US" b="0" i="0" baseline="0" dirty="0"/>
              <a:t> McLean began hauling goods in standard-sized container boxes. The boxes were much </a:t>
            </a:r>
            <a:r>
              <a:rPr lang="en-US" b="0" i="0" baseline="0" dirty="0">
                <a:solidFill>
                  <a:srgbClr val="000000"/>
                </a:solidFill>
              </a:rPr>
              <a:t>easier</a:t>
            </a:r>
            <a:r>
              <a:rPr lang="en-US" b="0" i="0" baseline="0" dirty="0"/>
              <a:t> to load and unload. Ships could be overhauled or designed so that these boxes could be stacked efficiently one on top of the other. </a:t>
            </a:r>
            <a:r>
              <a:rPr lang="en-US" b="0" i="0" baseline="0" dirty="0">
                <a:solidFill>
                  <a:srgbClr val="000000"/>
                </a:solidFill>
              </a:rPr>
              <a:t>The</a:t>
            </a:r>
            <a:r>
              <a:rPr lang="en-US" b="0" i="0" baseline="0" dirty="0"/>
              <a:t> system proved so popular that an ISO standard was created to standardize the size, capacity, and latching mechanisms for containers so that they could be easily moved between ships, trucks, and railroad cars created by different </a:t>
            </a:r>
            <a:r>
              <a:rPr lang="en-US" b="0" i="0" baseline="0" dirty="0">
                <a:solidFill>
                  <a:srgbClr val="000000"/>
                </a:solidFill>
              </a:rPr>
              <a:t>manufacturers</a:t>
            </a:r>
            <a:r>
              <a:rPr lang="en-US" b="0" i="0" baseline="0" dirty="0"/>
              <a:t>. </a:t>
            </a:r>
          </a:p>
          <a:p>
            <a:endParaRPr lang="en-US" b="0" i="0" baseline="0" dirty="0"/>
          </a:p>
          <a:p>
            <a:r>
              <a:rPr lang="en-US" b="0" i="0" baseline="0" dirty="0"/>
              <a:t>The people who created Docker asked themselves: Why can't we do the same thing for </a:t>
            </a:r>
            <a:r>
              <a:rPr lang="en-US" b="0" i="1" baseline="0" dirty="0"/>
              <a:t>software </a:t>
            </a:r>
            <a:r>
              <a:rPr lang="en-US" b="0" i="1" baseline="0" dirty="0">
                <a:solidFill>
                  <a:srgbClr val="000000"/>
                </a:solidFill>
              </a:rPr>
              <a:t>applications</a:t>
            </a:r>
            <a:r>
              <a:rPr lang="en-US" b="0" i="0" baseline="0" dirty="0"/>
              <a:t>? Indeed, software </a:t>
            </a:r>
            <a:r>
              <a:rPr lang="en-US" b="0" i="0" baseline="0" dirty="0">
                <a:solidFill>
                  <a:srgbClr val="000000"/>
                </a:solidFill>
              </a:rPr>
              <a:t>applications</a:t>
            </a:r>
            <a:r>
              <a:rPr lang="en-US" b="0" i="0" baseline="0" dirty="0"/>
              <a:t> are still in much the same state as shipping containers were 50 years ago. Every developer is familiar with how difficult it is to make an </a:t>
            </a:r>
            <a:r>
              <a:rPr lang="en-US" b="0" i="0" baseline="0" dirty="0">
                <a:solidFill>
                  <a:srgbClr val="000000"/>
                </a:solidFill>
              </a:rPr>
              <a:t>application</a:t>
            </a:r>
            <a:r>
              <a:rPr lang="en-US" b="0" i="0" baseline="0" dirty="0"/>
              <a:t> that works perfectly well on a development box function equally well in testing, staging, or production. One of the largest headaches experienced by new developers on a large software development project is getting the build to work on their local machines. </a:t>
            </a:r>
          </a:p>
          <a:p>
            <a:endParaRPr lang="en-US" b="0" i="0" baseline="0" dirty="0"/>
          </a:p>
          <a:p>
            <a:r>
              <a:rPr lang="en-US" b="0" i="0" baseline="0" dirty="0">
                <a:solidFill>
                  <a:srgbClr val="000000"/>
                </a:solidFill>
              </a:rPr>
              <a:t>The</a:t>
            </a:r>
            <a:r>
              <a:rPr lang="en-US" b="0" i="0" baseline="0" dirty="0"/>
              <a:t> bright idea of the people behind Docker was to create a container that contained everything a software </a:t>
            </a:r>
            <a:r>
              <a:rPr lang="en-US" b="0" i="0" baseline="0" dirty="0">
                <a:solidFill>
                  <a:srgbClr val="000000"/>
                </a:solidFill>
              </a:rPr>
              <a:t>application</a:t>
            </a:r>
            <a:r>
              <a:rPr lang="en-US" b="0" i="0" baseline="0" dirty="0"/>
              <a:t> would need to run - all of its files, file system structure, daemons, libraries, and </a:t>
            </a:r>
            <a:r>
              <a:rPr lang="en-US" b="0" i="0" baseline="0" dirty="0">
                <a:solidFill>
                  <a:srgbClr val="000000"/>
                </a:solidFill>
              </a:rPr>
              <a:t>application</a:t>
            </a:r>
            <a:r>
              <a:rPr lang="en-US" b="0" i="0" baseline="0" dirty="0"/>
              <a:t> </a:t>
            </a:r>
            <a:r>
              <a:rPr lang="en-US" b="0" i="0" baseline="0" dirty="0">
                <a:solidFill>
                  <a:srgbClr val="000000"/>
                </a:solidFill>
              </a:rPr>
              <a:t>dependencies</a:t>
            </a:r>
            <a:r>
              <a:rPr lang="en-US" b="0" i="0" baseline="0" dirty="0"/>
              <a:t>. Let's see in the subsequent slides exactly how this works. </a:t>
            </a:r>
          </a:p>
          <a:p>
            <a:endParaRPr lang="en-US" b="0" i="0" baseline="0" dirty="0"/>
          </a:p>
          <a:p>
            <a:r>
              <a:rPr lang="en-US" sz="1200" b="0" i="0" kern="1200" dirty="0">
                <a:solidFill>
                  <a:schemeClr val="tx1"/>
                </a:solidFill>
                <a:effectLst/>
                <a:cs typeface="Arial" panose="020B0604020202020204" pitchFamily="34" charset="0"/>
              </a:rPr>
              <a:t>By using containers, you decouple </a:t>
            </a:r>
            <a:r>
              <a:rPr lang="en-US" sz="1200" b="0" i="0" kern="1200" dirty="0">
                <a:solidFill>
                  <a:srgbClr val="000000"/>
                </a:solidFill>
                <a:effectLst/>
                <a:cs typeface="Arial" panose="020B0604020202020204" pitchFamily="34" charset="0"/>
              </a:rPr>
              <a:t>applications</a:t>
            </a:r>
            <a:r>
              <a:rPr lang="en-US" sz="1200" b="0" i="0" kern="1200" dirty="0">
                <a:solidFill>
                  <a:schemeClr val="tx1"/>
                </a:solidFill>
                <a:effectLst/>
                <a:cs typeface="Arial" panose="020B0604020202020204" pitchFamily="34" charset="0"/>
              </a:rPr>
              <a:t> from operating systems. This </a:t>
            </a:r>
            <a:r>
              <a:rPr lang="en-US" sz="1200" b="0" i="0" kern="1200" dirty="0">
                <a:solidFill>
                  <a:srgbClr val="000000"/>
                </a:solidFill>
                <a:effectLst/>
                <a:cs typeface="Arial" panose="020B0604020202020204" pitchFamily="34" charset="0"/>
              </a:rPr>
              <a:t>ensures</a:t>
            </a:r>
            <a:r>
              <a:rPr lang="en-US" sz="1200" b="0" i="0" kern="1200" dirty="0">
                <a:solidFill>
                  <a:schemeClr val="tx1"/>
                </a:solidFill>
                <a:effectLst/>
                <a:cs typeface="Arial" panose="020B0604020202020204" pitchFamily="34" charset="0"/>
              </a:rPr>
              <a:t> that </a:t>
            </a:r>
            <a:r>
              <a:rPr lang="en-US" sz="1200" b="0" i="0" kern="1200" dirty="0">
                <a:solidFill>
                  <a:srgbClr val="000000"/>
                </a:solidFill>
                <a:effectLst/>
                <a:cs typeface="Arial" panose="020B0604020202020204" pitchFamily="34" charset="0"/>
              </a:rPr>
              <a:t>users</a:t>
            </a:r>
            <a:r>
              <a:rPr lang="en-US" sz="1200" b="0" i="0" kern="1200" dirty="0">
                <a:solidFill>
                  <a:schemeClr val="tx1"/>
                </a:solidFill>
                <a:effectLst/>
                <a:cs typeface="Arial" panose="020B0604020202020204" pitchFamily="34" charset="0"/>
              </a:rPr>
              <a:t> have a clean Linux operating system and can run everything else in an isolated container.</a:t>
            </a:r>
          </a:p>
          <a:p>
            <a:r>
              <a:rPr lang="en-US" sz="1200" b="0" i="0" kern="1200" dirty="0">
                <a:solidFill>
                  <a:schemeClr val="tx1"/>
                </a:solidFill>
                <a:effectLst/>
                <a:cs typeface="Arial" panose="020B0604020202020204" pitchFamily="34" charset="0"/>
              </a:rPr>
              <a:t>The Linux kernel features</a:t>
            </a:r>
            <a:r>
              <a:rPr lang="en-US" sz="1200" b="0" i="0" kern="1200" baseline="0" dirty="0">
                <a:solidFill>
                  <a:schemeClr val="tx1"/>
                </a:solidFill>
                <a:effectLst/>
                <a:cs typeface="Arial" panose="020B0604020202020204" pitchFamily="34" charset="0"/>
              </a:rPr>
              <a:t> - </a:t>
            </a:r>
            <a:r>
              <a:rPr lang="en-US" sz="1200" b="0" i="0" kern="1200" dirty="0">
                <a:solidFill>
                  <a:schemeClr val="tx1"/>
                </a:solidFill>
                <a:effectLst/>
                <a:cs typeface="Arial" panose="020B0604020202020204" pitchFamily="34" charset="0"/>
              </a:rPr>
              <a:t>cgroups and </a:t>
            </a:r>
            <a:r>
              <a:rPr lang="en-US" sz="1200" b="0" i="0" u="none" strike="noStrike" kern="1200" dirty="0">
                <a:solidFill>
                  <a:schemeClr val="tx1"/>
                </a:solidFill>
                <a:effectLst/>
                <a:cs typeface="Arial" panose="020B0604020202020204" pitchFamily="34" charset="0"/>
              </a:rPr>
              <a:t>namespaces, </a:t>
            </a:r>
            <a:r>
              <a:rPr lang="en-US" sz="1200" b="0" i="0" kern="1200" dirty="0">
                <a:solidFill>
                  <a:schemeClr val="tx1"/>
                </a:solidFill>
                <a:effectLst/>
                <a:cs typeface="Arial" panose="020B0604020202020204" pitchFamily="34" charset="0"/>
              </a:rPr>
              <a:t>create walls between containers and other processes running on the host. Linux namespaces, wrap a set of system resources and present them to a process to make it look like they are dedicated to that process. Linux cgroups, govern the isolation and usage of system resources, such as CPU and memory, for a group of processes. </a:t>
            </a:r>
            <a:r>
              <a:rPr lang="en-US" sz="1200" b="0" i="0" kern="1200" dirty="0">
                <a:solidFill>
                  <a:srgbClr val="000000"/>
                </a:solidFill>
                <a:effectLst/>
                <a:cs typeface="Arial" panose="020B0604020202020204" pitchFamily="34" charset="0"/>
              </a:rPr>
              <a:t>For</a:t>
            </a:r>
            <a:r>
              <a:rPr lang="en-US" sz="1200" b="0" i="0" kern="1200" dirty="0">
                <a:solidFill>
                  <a:schemeClr val="tx1"/>
                </a:solidFill>
                <a:effectLst/>
                <a:cs typeface="Arial" panose="020B0604020202020204" pitchFamily="34" charset="0"/>
              </a:rPr>
              <a:t> example, if you have an </a:t>
            </a:r>
            <a:r>
              <a:rPr lang="en-US" sz="1200" b="0" i="0" kern="1200" dirty="0">
                <a:solidFill>
                  <a:srgbClr val="000000"/>
                </a:solidFill>
                <a:effectLst/>
                <a:cs typeface="Arial" panose="020B0604020202020204" pitchFamily="34" charset="0"/>
              </a:rPr>
              <a:t>application</a:t>
            </a:r>
            <a:r>
              <a:rPr lang="en-US" sz="1200" b="0" i="0" kern="1200" dirty="0">
                <a:solidFill>
                  <a:schemeClr val="tx1"/>
                </a:solidFill>
                <a:effectLst/>
                <a:cs typeface="Arial" panose="020B0604020202020204" pitchFamily="34" charset="0"/>
              </a:rPr>
              <a:t> that takes up </a:t>
            </a:r>
            <a:r>
              <a:rPr lang="en-US" sz="1200" b="0" i="0" kern="1200" dirty="0">
                <a:solidFill>
                  <a:srgbClr val="000000"/>
                </a:solidFill>
                <a:effectLst/>
                <a:cs typeface="Arial" panose="020B0604020202020204" pitchFamily="34" charset="0"/>
              </a:rPr>
              <a:t>a lot of</a:t>
            </a:r>
            <a:r>
              <a:rPr lang="en-US" sz="1200" b="0" i="0" kern="1200" dirty="0">
                <a:solidFill>
                  <a:schemeClr val="tx1"/>
                </a:solidFill>
                <a:effectLst/>
                <a:cs typeface="Arial" panose="020B0604020202020204" pitchFamily="34" charset="0"/>
              </a:rPr>
              <a:t> CPU cycles and memory, such as a scientific computing </a:t>
            </a:r>
            <a:r>
              <a:rPr lang="en-US" sz="1200" b="0" i="0" kern="1200" dirty="0">
                <a:solidFill>
                  <a:srgbClr val="000000"/>
                </a:solidFill>
                <a:effectLst/>
                <a:cs typeface="Arial" panose="020B0604020202020204" pitchFamily="34" charset="0"/>
              </a:rPr>
              <a:t>application</a:t>
            </a:r>
            <a:r>
              <a:rPr lang="en-US" sz="1200" b="0" i="0" kern="1200" dirty="0">
                <a:solidFill>
                  <a:schemeClr val="tx1"/>
                </a:solidFill>
                <a:effectLst/>
                <a:cs typeface="Arial" panose="020B0604020202020204" pitchFamily="34" charset="0"/>
              </a:rPr>
              <a:t>, you can put the </a:t>
            </a:r>
            <a:r>
              <a:rPr lang="en-US" sz="1200" b="0" i="0" kern="1200" dirty="0">
                <a:solidFill>
                  <a:srgbClr val="000000"/>
                </a:solidFill>
                <a:effectLst/>
                <a:cs typeface="Arial" panose="020B0604020202020204" pitchFamily="34" charset="0"/>
              </a:rPr>
              <a:t>application</a:t>
            </a:r>
            <a:r>
              <a:rPr lang="en-US" sz="1200" b="0" i="0" kern="1200" dirty="0">
                <a:solidFill>
                  <a:schemeClr val="tx1"/>
                </a:solidFill>
                <a:effectLst/>
                <a:cs typeface="Arial" panose="020B0604020202020204" pitchFamily="34" charset="0"/>
              </a:rPr>
              <a:t> in a </a:t>
            </a:r>
            <a:r>
              <a:rPr lang="en-US" sz="1200" b="0" i="0" kern="1200" dirty="0">
                <a:solidFill>
                  <a:srgbClr val="000000"/>
                </a:solidFill>
                <a:effectLst/>
                <a:cs typeface="Arial" panose="020B0604020202020204" pitchFamily="34" charset="0"/>
              </a:rPr>
              <a:t>group</a:t>
            </a:r>
            <a:r>
              <a:rPr lang="en-US" sz="1200" b="0" i="0" kern="1200" dirty="0">
                <a:solidFill>
                  <a:schemeClr val="tx1"/>
                </a:solidFill>
                <a:effectLst/>
                <a:cs typeface="Arial" panose="020B0604020202020204" pitchFamily="34" charset="0"/>
              </a:rPr>
              <a:t> to limit its CPU and memory </a:t>
            </a:r>
            <a:r>
              <a:rPr lang="en-US" sz="1200" b="0" i="0" kern="1200" dirty="0">
                <a:solidFill>
                  <a:srgbClr val="000000"/>
                </a:solidFill>
                <a:effectLst/>
                <a:cs typeface="Arial" panose="020B0604020202020204" pitchFamily="34" charset="0"/>
              </a:rPr>
              <a:t>usage</a:t>
            </a:r>
            <a:r>
              <a:rPr lang="en-US" sz="1200" b="0" i="0" kern="1200" dirty="0">
                <a:solidFill>
                  <a:schemeClr val="tx1"/>
                </a:solidFill>
                <a:effectLst/>
                <a:cs typeface="Arial" panose="020B0604020202020204" pitchFamily="34" charset="0"/>
              </a:rPr>
              <a:t>. Namespaces deal with </a:t>
            </a:r>
            <a:r>
              <a:rPr lang="en-US" sz="1200" b="0" i="0" kern="1200" dirty="0">
                <a:solidFill>
                  <a:srgbClr val="000000"/>
                </a:solidFill>
                <a:effectLst/>
                <a:cs typeface="Arial" panose="020B0604020202020204" pitchFamily="34" charset="0"/>
              </a:rPr>
              <a:t>resource isolation</a:t>
            </a:r>
            <a:r>
              <a:rPr lang="en-US" sz="1200" b="0" i="0" kern="1200" dirty="0">
                <a:solidFill>
                  <a:schemeClr val="tx1"/>
                </a:solidFill>
                <a:effectLst/>
                <a:cs typeface="Arial" panose="020B0604020202020204" pitchFamily="34" charset="0"/>
              </a:rPr>
              <a:t> for a single process, while cgroups manage resources for a group of processes.</a:t>
            </a:r>
          </a:p>
          <a:p>
            <a:endParaRPr lang="en-US" b="0" i="0" baseline="0" dirty="0"/>
          </a:p>
          <a:p>
            <a:r>
              <a:rPr lang="en-US" b="1" i="0" baseline="0" dirty="0"/>
              <a:t>Sources</a:t>
            </a:r>
            <a:r>
              <a:rPr lang="en-US" b="0" i="0" baseline="0" dirty="0"/>
              <a:t>: </a:t>
            </a:r>
          </a:p>
          <a:p>
            <a:r>
              <a:rPr lang="en-US" b="0" dirty="0">
                <a:hlinkClick r:id="rId3"/>
              </a:rPr>
              <a:t>http://www.worldshipping.org/about-the-industry/history-of-containerization/the-birth-of-intermodalism</a:t>
            </a:r>
            <a:r>
              <a:rPr lang="en-US" b="0" dirty="0"/>
              <a:t> </a:t>
            </a:r>
          </a:p>
          <a:p>
            <a:endParaRPr lang="en-US" dirty="0"/>
          </a:p>
        </p:txBody>
      </p:sp>
    </p:spTree>
    <p:extLst>
      <p:ext uri="{BB962C8B-B14F-4D97-AF65-F5344CB8AC3E}">
        <p14:creationId xmlns:p14="http://schemas.microsoft.com/office/powerpoint/2010/main" val="20403674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Arial" panose="020B0604020202020204" pitchFamily="34" charset="0"/>
              </a:rPr>
              <a:t>When</a:t>
            </a:r>
            <a:r>
              <a:rPr lang="en-US" baseline="0" dirty="0">
                <a:cs typeface="Arial" panose="020B0604020202020204" pitchFamily="34" charset="0"/>
              </a:rPr>
              <a:t> hearing the capabilities of containers, it is </a:t>
            </a:r>
            <a:r>
              <a:rPr lang="en-US" baseline="0" dirty="0">
                <a:solidFill>
                  <a:srgbClr val="000000"/>
                </a:solidFill>
                <a:cs typeface="Arial" panose="020B0604020202020204" pitchFamily="34" charset="0"/>
              </a:rPr>
              <a:t>somewhat intuitive</a:t>
            </a:r>
            <a:r>
              <a:rPr lang="en-US" baseline="0" dirty="0">
                <a:cs typeface="Arial" panose="020B0604020202020204" pitchFamily="34" charset="0"/>
              </a:rPr>
              <a:t> to think that it sounds </a:t>
            </a:r>
            <a:r>
              <a:rPr lang="en-US" baseline="0" dirty="0">
                <a:solidFill>
                  <a:srgbClr val="000000"/>
                </a:solidFill>
                <a:cs typeface="Arial" panose="020B0604020202020204" pitchFamily="34" charset="0"/>
              </a:rPr>
              <a:t>just</a:t>
            </a:r>
            <a:r>
              <a:rPr lang="en-US" baseline="0" dirty="0">
                <a:cs typeface="Arial" panose="020B0604020202020204" pitchFamily="34" charset="0"/>
              </a:rPr>
              <a:t> like a </a:t>
            </a:r>
            <a:r>
              <a:rPr lang="en-US" baseline="0" dirty="0">
                <a:solidFill>
                  <a:srgbClr val="000000"/>
                </a:solidFill>
                <a:cs typeface="Arial" panose="020B0604020202020204" pitchFamily="34" charset="0"/>
              </a:rPr>
              <a:t>virtual machine</a:t>
            </a:r>
            <a:r>
              <a:rPr lang="en-US" baseline="0" dirty="0">
                <a:cs typeface="Arial" panose="020B0604020202020204" pitchFamily="34" charset="0"/>
              </a:rPr>
              <a:t>. However, the differences are in the details. The number one difference is the lack of a hypervisor requirement. Containers can run on any Linux system with </a:t>
            </a:r>
            <a:r>
              <a:rPr lang="en-US" baseline="0" dirty="0">
                <a:solidFill>
                  <a:srgbClr val="000000"/>
                </a:solidFill>
                <a:cs typeface="Arial" panose="020B0604020202020204" pitchFamily="34" charset="0"/>
              </a:rPr>
              <a:t>appropriate kernel feature support</a:t>
            </a:r>
            <a:r>
              <a:rPr lang="en-US" baseline="0" dirty="0">
                <a:cs typeface="Arial" panose="020B0604020202020204" pitchFamily="34" charset="0"/>
              </a:rPr>
              <a:t> and the Docker daemon present. This makes them </a:t>
            </a:r>
            <a:r>
              <a:rPr lang="en-US" baseline="0" dirty="0">
                <a:solidFill>
                  <a:srgbClr val="000000"/>
                </a:solidFill>
                <a:cs typeface="Arial" panose="020B0604020202020204" pitchFamily="34" charset="0"/>
              </a:rPr>
              <a:t>extremely portable</a:t>
            </a:r>
            <a:r>
              <a:rPr lang="en-US" baseline="0" dirty="0">
                <a:cs typeface="Arial" panose="020B0604020202020204" pitchFamily="34" charset="0"/>
              </a:rPr>
              <a:t>. Your laptop, your VM, your EC2 instance, and your bare metal server are all potential hosts. </a:t>
            </a:r>
          </a:p>
          <a:p>
            <a:endParaRPr lang="en-US" baseline="0" dirty="0">
              <a:cs typeface="Arial" panose="020B0604020202020204" pitchFamily="34" charset="0"/>
            </a:endParaRPr>
          </a:p>
          <a:p>
            <a:r>
              <a:rPr lang="en-US" baseline="0" dirty="0">
                <a:cs typeface="Arial" panose="020B0604020202020204" pitchFamily="34" charset="0"/>
              </a:rPr>
              <a:t>The lack of a hypervisor requirement also results in almost no noticeable performance overhead. The processes are talking directly to the kernel and are largely unaware of their container silo. Most containers boot in </a:t>
            </a:r>
            <a:r>
              <a:rPr lang="en-US" baseline="0" dirty="0">
                <a:solidFill>
                  <a:srgbClr val="000000"/>
                </a:solidFill>
                <a:cs typeface="Arial" panose="020B0604020202020204" pitchFamily="34" charset="0"/>
              </a:rPr>
              <a:t>just</a:t>
            </a:r>
            <a:r>
              <a:rPr lang="en-US" baseline="0" dirty="0">
                <a:cs typeface="Arial" panose="020B0604020202020204" pitchFamily="34" charset="0"/>
              </a:rPr>
              <a:t> a couple of seconds.</a:t>
            </a:r>
          </a:p>
          <a:p>
            <a:endParaRPr lang="en-US" dirty="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Where VMs</a:t>
            </a:r>
            <a:r>
              <a:rPr lang="en-US" baseline="0" dirty="0"/>
              <a:t> are isolated at the operating system level, containers are isolated at the kernel level. </a:t>
            </a:r>
            <a:r>
              <a:rPr lang="en-US" baseline="0" dirty="0">
                <a:solidFill>
                  <a:srgbClr val="000000"/>
                </a:solidFill>
              </a:rPr>
              <a:t>This</a:t>
            </a:r>
            <a:r>
              <a:rPr lang="en-US" baseline="0" dirty="0"/>
              <a:t> means that several </a:t>
            </a:r>
            <a:r>
              <a:rPr lang="en-US" baseline="0" dirty="0">
                <a:solidFill>
                  <a:srgbClr val="000000"/>
                </a:solidFill>
              </a:rPr>
              <a:t>applications</a:t>
            </a:r>
            <a:r>
              <a:rPr lang="en-US" baseline="0" dirty="0"/>
              <a:t> can run on a single host operating system, and yet still have their own file system, storage, RAM, libraries, essentially, their own "view" of the </a:t>
            </a:r>
            <a:r>
              <a:rPr lang="en-US" baseline="0" dirty="0">
                <a:solidFill>
                  <a:srgbClr val="000000"/>
                </a:solidFill>
              </a:rPr>
              <a:t>system</a:t>
            </a:r>
            <a:r>
              <a:rPr lang="en-US" baseline="0" dirty="0"/>
              <a:t>. </a:t>
            </a:r>
          </a:p>
          <a:p>
            <a:endParaRPr lang="en-US" dirty="0"/>
          </a:p>
        </p:txBody>
      </p:sp>
    </p:spTree>
    <p:extLst>
      <p:ext uri="{BB962C8B-B14F-4D97-AF65-F5344CB8AC3E}">
        <p14:creationId xmlns:p14="http://schemas.microsoft.com/office/powerpoint/2010/main" val="17558820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7723655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4331970"/>
          </a:xfrm>
        </p:spPr>
        <p:txBody>
          <a:bodyPr/>
          <a:lstStyle/>
          <a:p>
            <a:r>
              <a:rPr lang="en-US" baseline="0" dirty="0"/>
              <a:t>Containers in general are perfect for microservices and Amazon ECS </a:t>
            </a:r>
            <a:r>
              <a:rPr lang="en-US" dirty="0">
                <a:solidFill>
                  <a:srgbClr val="000000"/>
                </a:solidFill>
              </a:rPr>
              <a:t>further</a:t>
            </a:r>
            <a:r>
              <a:rPr lang="en-US" baseline="0" dirty="0"/>
              <a:t> simplifies such architectures: </a:t>
            </a:r>
          </a:p>
          <a:p>
            <a:pPr marL="171450" indent="-171450">
              <a:buFont typeface="Arial" panose="020B0604020202020204" pitchFamily="34" charset="0"/>
              <a:buChar char="•"/>
            </a:pPr>
            <a:r>
              <a:rPr lang="en-US" dirty="0"/>
              <a:t>Containers make services </a:t>
            </a:r>
            <a:r>
              <a:rPr lang="en-US" dirty="0">
                <a:solidFill>
                  <a:srgbClr val="000000"/>
                </a:solidFill>
              </a:rPr>
              <a:t>easy</a:t>
            </a:r>
            <a:r>
              <a:rPr lang="en-US" dirty="0"/>
              <a:t> to model in an immutable image with all of your dependencies. </a:t>
            </a:r>
          </a:p>
          <a:p>
            <a:pPr marL="171450" indent="-171450">
              <a:buFont typeface="Arial" panose="020B0604020202020204" pitchFamily="34" charset="0"/>
              <a:buChar char="•"/>
            </a:pPr>
            <a:r>
              <a:rPr lang="en-US" dirty="0"/>
              <a:t>Containers can use any </a:t>
            </a:r>
            <a:r>
              <a:rPr lang="en-US" dirty="0">
                <a:solidFill>
                  <a:srgbClr val="000000"/>
                </a:solidFill>
              </a:rPr>
              <a:t>application</a:t>
            </a:r>
            <a:r>
              <a:rPr lang="en-US" dirty="0"/>
              <a:t> and any programming language.</a:t>
            </a:r>
          </a:p>
          <a:p>
            <a:pPr marL="171450" indent="-171450">
              <a:buFont typeface="Arial" panose="020B0604020202020204" pitchFamily="34" charset="0"/>
              <a:buChar char="•"/>
            </a:pPr>
            <a:r>
              <a:rPr lang="en-US" dirty="0"/>
              <a:t>The container image is a versioned artifact, so you can track your container images to the source they came from. </a:t>
            </a:r>
          </a:p>
          <a:p>
            <a:pPr marL="171450" indent="-171450">
              <a:buFont typeface="Arial" panose="020B0604020202020204" pitchFamily="34" charset="0"/>
              <a:buChar char="•"/>
            </a:pPr>
            <a:r>
              <a:rPr lang="en-US" dirty="0"/>
              <a:t>You can test your containers locally, and deploy the same artifact to scale. </a:t>
            </a:r>
          </a:p>
          <a:p>
            <a:endParaRPr lang="en-US" dirty="0"/>
          </a:p>
          <a:p>
            <a:r>
              <a:rPr lang="en-US" dirty="0"/>
              <a:t>Batch Jobs</a:t>
            </a:r>
          </a:p>
          <a:p>
            <a:r>
              <a:rPr lang="en-US" dirty="0"/>
              <a:t>Docker containers are </a:t>
            </a:r>
            <a:r>
              <a:rPr lang="en-US" dirty="0">
                <a:solidFill>
                  <a:srgbClr val="000000"/>
                </a:solidFill>
              </a:rPr>
              <a:t>suited</a:t>
            </a:r>
            <a:r>
              <a:rPr lang="en-US" dirty="0"/>
              <a:t> for batch job workloads. Batch jobs are often short-lived and embarrassingly parallel. You can package your batch processing </a:t>
            </a:r>
            <a:r>
              <a:rPr lang="en-US" dirty="0">
                <a:solidFill>
                  <a:srgbClr val="000000"/>
                </a:solidFill>
              </a:rPr>
              <a:t>application</a:t>
            </a:r>
            <a:r>
              <a:rPr lang="en-US" dirty="0"/>
              <a:t> into a Docker image so that you can deploy it </a:t>
            </a:r>
            <a:r>
              <a:rPr lang="en-US" dirty="0">
                <a:solidFill>
                  <a:srgbClr val="000000"/>
                </a:solidFill>
              </a:rPr>
              <a:t>anywhere</a:t>
            </a:r>
            <a:r>
              <a:rPr lang="en-US" dirty="0"/>
              <a:t>, such as in Amazon ECS.</a:t>
            </a:r>
          </a:p>
          <a:p>
            <a:endParaRPr lang="en-US" dirty="0"/>
          </a:p>
          <a:p>
            <a:r>
              <a:rPr lang="en-US" dirty="0"/>
              <a:t>CI/CD</a:t>
            </a:r>
          </a:p>
          <a:p>
            <a:r>
              <a:rPr lang="en-US" dirty="0"/>
              <a:t>Continuous integration and </a:t>
            </a:r>
            <a:r>
              <a:rPr lang="en-US" dirty="0">
                <a:solidFill>
                  <a:srgbClr val="000000"/>
                </a:solidFill>
              </a:rPr>
              <a:t>continuous</a:t>
            </a:r>
            <a:r>
              <a:rPr lang="en-US" dirty="0"/>
              <a:t> deployment (CI/CD) is a common </a:t>
            </a:r>
            <a:r>
              <a:rPr lang="en-US" dirty="0">
                <a:solidFill>
                  <a:srgbClr val="000000"/>
                </a:solidFill>
              </a:rPr>
              <a:t>process that are</a:t>
            </a:r>
            <a:r>
              <a:rPr lang="en-US" dirty="0"/>
              <a:t> based on Docker containers. You can create a pipeline that takes the following </a:t>
            </a:r>
            <a:r>
              <a:rPr lang="en-US" dirty="0">
                <a:solidFill>
                  <a:srgbClr val="000000"/>
                </a:solidFill>
              </a:rPr>
              <a:t>actions</a:t>
            </a:r>
            <a:r>
              <a:rPr lang="en-US" dirty="0"/>
              <a:t>: </a:t>
            </a:r>
          </a:p>
          <a:p>
            <a:pPr marL="171450" indent="-171450">
              <a:buFont typeface="Arial" panose="020B0604020202020204" pitchFamily="34" charset="0"/>
              <a:buChar char="•"/>
            </a:pPr>
            <a:r>
              <a:rPr lang="en-US" dirty="0"/>
              <a:t>Monitors changes to a source code </a:t>
            </a:r>
            <a:r>
              <a:rPr lang="en-US" dirty="0">
                <a:solidFill>
                  <a:srgbClr val="000000"/>
                </a:solidFill>
              </a:rPr>
              <a:t>repository</a:t>
            </a:r>
            <a:endParaRPr lang="en-US" dirty="0">
              <a:solidFill>
                <a:srgbClr val="000000"/>
              </a:solidFill>
              <a:latin typeface="Calibri" panose="020F0502020204030204" pitchFamily="34" charset="0"/>
            </a:endParaRPr>
          </a:p>
          <a:p>
            <a:pPr marL="171450" indent="-171450">
              <a:buFont typeface="Arial" panose="020B0604020202020204" pitchFamily="34" charset="0"/>
              <a:buChar char="•"/>
            </a:pPr>
            <a:r>
              <a:rPr lang="en-US" dirty="0"/>
              <a:t>Builds a new Docker image from that </a:t>
            </a:r>
            <a:r>
              <a:rPr lang="en-US" dirty="0">
                <a:solidFill>
                  <a:srgbClr val="000000"/>
                </a:solidFill>
              </a:rPr>
              <a:t>source</a:t>
            </a:r>
            <a:endParaRPr lang="en-US" dirty="0">
              <a:solidFill>
                <a:srgbClr val="000000"/>
              </a:solidFill>
              <a:latin typeface="Calibri" panose="020F0502020204030204" pitchFamily="34" charset="0"/>
            </a:endParaRPr>
          </a:p>
          <a:p>
            <a:pPr marL="171450" indent="-171450">
              <a:buFont typeface="Arial" panose="020B0604020202020204" pitchFamily="34" charset="0"/>
              <a:buChar char="•"/>
            </a:pPr>
            <a:r>
              <a:rPr lang="en-US" dirty="0"/>
              <a:t>Pushes the image to an image repository such as Amazon ECR or Docker </a:t>
            </a:r>
            <a:r>
              <a:rPr lang="en-US" dirty="0">
                <a:solidFill>
                  <a:srgbClr val="000000"/>
                </a:solidFill>
              </a:rPr>
              <a:t>Hub</a:t>
            </a:r>
            <a:endParaRPr lang="en-US" dirty="0">
              <a:solidFill>
                <a:srgbClr val="000000"/>
              </a:solidFill>
              <a:latin typeface="Calibri" panose="020F0502020204030204" pitchFamily="34" charset="0"/>
            </a:endParaRPr>
          </a:p>
          <a:p>
            <a:pPr marL="171450" indent="-171450">
              <a:buFont typeface="Arial" panose="020B0604020202020204" pitchFamily="34" charset="0"/>
              <a:buChar char="•"/>
            </a:pPr>
            <a:r>
              <a:rPr lang="en-US" dirty="0"/>
              <a:t>Updates your Amazon ECS services to use the new image in your </a:t>
            </a:r>
            <a:r>
              <a:rPr lang="en-US" dirty="0">
                <a:solidFill>
                  <a:srgbClr val="000000"/>
                </a:solidFill>
              </a:rPr>
              <a:t>application</a:t>
            </a:r>
            <a:r>
              <a:rPr lang="en-US" dirty="0"/>
              <a:t> </a:t>
            </a:r>
          </a:p>
          <a:p>
            <a:endParaRPr lang="en-US" dirty="0"/>
          </a:p>
          <a:p>
            <a:endParaRPr lang="en-US" dirty="0"/>
          </a:p>
          <a:p>
            <a:endParaRPr lang="en-US" dirty="0"/>
          </a:p>
        </p:txBody>
      </p:sp>
    </p:spTree>
    <p:extLst>
      <p:ext uri="{BB962C8B-B14F-4D97-AF65-F5344CB8AC3E}">
        <p14:creationId xmlns:p14="http://schemas.microsoft.com/office/powerpoint/2010/main" val="33612204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Using Docker, all of the different tiers of your </a:t>
            </a:r>
            <a:r>
              <a:rPr lang="en-US" baseline="0" dirty="0">
                <a:solidFill>
                  <a:srgbClr val="000000"/>
                </a:solidFill>
              </a:rPr>
              <a:t>Web</a:t>
            </a:r>
            <a:r>
              <a:rPr lang="en-US" baseline="0" dirty="0"/>
              <a:t> </a:t>
            </a:r>
            <a:r>
              <a:rPr lang="en-US" baseline="0" dirty="0">
                <a:solidFill>
                  <a:srgbClr val="000000"/>
                </a:solidFill>
              </a:rPr>
              <a:t>application</a:t>
            </a:r>
            <a:r>
              <a:rPr lang="en-US" baseline="0" dirty="0"/>
              <a:t> architecture could be constructed as independent Docker containers. If you are deploying a microservices architecture, you could implement each service as its own separate Docker container. Such an approach has several advantages: </a:t>
            </a:r>
          </a:p>
          <a:p>
            <a:pPr marL="171450" indent="-171450">
              <a:buFont typeface="Arial" panose="020B0604020202020204" pitchFamily="34" charset="0"/>
              <a:buChar char="•"/>
            </a:pPr>
            <a:r>
              <a:rPr lang="en-US" baseline="0" dirty="0"/>
              <a:t>You can distribute running services across instances on an Amazon EC2 fleet. </a:t>
            </a:r>
          </a:p>
          <a:p>
            <a:pPr marL="171450" indent="-171450">
              <a:buFont typeface="Arial" panose="020B0604020202020204" pitchFamily="34" charset="0"/>
              <a:buChar char="•"/>
            </a:pPr>
            <a:r>
              <a:rPr lang="en-US" baseline="0" dirty="0"/>
              <a:t>You can run multiple services on a single Amazon EC2 instance within your fleet. This </a:t>
            </a:r>
            <a:r>
              <a:rPr lang="en-US" baseline="0" dirty="0">
                <a:solidFill>
                  <a:srgbClr val="000000"/>
                </a:solidFill>
              </a:rPr>
              <a:t>allows</a:t>
            </a:r>
            <a:r>
              <a:rPr lang="en-US" baseline="0" dirty="0"/>
              <a:t> maximizing the CPU and memory usage of your existing instances.</a:t>
            </a:r>
          </a:p>
          <a:p>
            <a:pPr marL="171450" indent="-171450">
              <a:buFont typeface="Arial" panose="020B0604020202020204" pitchFamily="34" charset="0"/>
              <a:buChar char="•"/>
            </a:pPr>
            <a:r>
              <a:rPr lang="en-US" baseline="0" dirty="0"/>
              <a:t>You can run multiple different versions of a service simultaneously - even on the same machine, assuming that they bind to different ports. This </a:t>
            </a:r>
            <a:r>
              <a:rPr lang="en-US" baseline="0" dirty="0">
                <a:solidFill>
                  <a:srgbClr val="000000"/>
                </a:solidFill>
              </a:rPr>
              <a:t>allows</a:t>
            </a:r>
            <a:r>
              <a:rPr lang="en-US" baseline="0" dirty="0"/>
              <a:t> you to release breaking changes in services while retaining backward compatibility with </a:t>
            </a:r>
            <a:r>
              <a:rPr lang="en-US" baseline="0" dirty="0">
                <a:solidFill>
                  <a:srgbClr val="000000"/>
                </a:solidFill>
              </a:rPr>
              <a:t>applications</a:t>
            </a:r>
            <a:r>
              <a:rPr lang="en-US" baseline="0" dirty="0"/>
              <a:t> that may not have yet been modified to work against the new version. </a:t>
            </a:r>
          </a:p>
        </p:txBody>
      </p:sp>
    </p:spTree>
    <p:extLst>
      <p:ext uri="{BB962C8B-B14F-4D97-AF65-F5344CB8AC3E}">
        <p14:creationId xmlns:p14="http://schemas.microsoft.com/office/powerpoint/2010/main" val="1363927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To deploy </a:t>
            </a:r>
            <a:r>
              <a:rPr lang="en-US" sz="1200" b="0" i="0" kern="1200" dirty="0">
                <a:solidFill>
                  <a:srgbClr val="000000"/>
                </a:solidFill>
                <a:effectLst/>
                <a:latin typeface="+mn-lt"/>
                <a:ea typeface="+mn-ea"/>
                <a:cs typeface="+mn-cs"/>
              </a:rPr>
              <a:t>applications</a:t>
            </a:r>
            <a:r>
              <a:rPr lang="en-US" sz="1200" b="0" i="0" kern="1200" dirty="0">
                <a:solidFill>
                  <a:schemeClr val="tx1"/>
                </a:solidFill>
                <a:effectLst/>
                <a:latin typeface="+mn-lt"/>
                <a:ea typeface="+mn-ea"/>
                <a:cs typeface="+mn-cs"/>
              </a:rPr>
              <a:t> on Amazon ECS, your </a:t>
            </a:r>
            <a:r>
              <a:rPr lang="en-US" sz="1200" b="0" i="0" kern="1200" dirty="0">
                <a:solidFill>
                  <a:srgbClr val="000000"/>
                </a:solidFill>
                <a:effectLst/>
                <a:latin typeface="+mn-lt"/>
                <a:ea typeface="+mn-ea"/>
                <a:cs typeface="+mn-cs"/>
              </a:rPr>
              <a:t>application</a:t>
            </a:r>
            <a:r>
              <a:rPr lang="en-US" sz="1200" b="0" i="0" kern="1200" dirty="0">
                <a:solidFill>
                  <a:schemeClr val="tx1"/>
                </a:solidFill>
                <a:effectLst/>
                <a:latin typeface="+mn-lt"/>
                <a:ea typeface="+mn-ea"/>
                <a:cs typeface="+mn-cs"/>
              </a:rPr>
              <a:t> components must be architected to run in </a:t>
            </a:r>
            <a:r>
              <a:rPr lang="en-US" sz="1200" b="0" i="1" kern="1200" dirty="0">
                <a:solidFill>
                  <a:schemeClr val="tx1"/>
                </a:solidFill>
                <a:effectLst/>
                <a:latin typeface="+mn-lt"/>
                <a:ea typeface="+mn-ea"/>
                <a:cs typeface="+mn-cs"/>
              </a:rPr>
              <a:t>containers</a:t>
            </a:r>
            <a:r>
              <a:rPr lang="en-US" sz="1200" b="0" i="0" kern="1200" dirty="0">
                <a:solidFill>
                  <a:schemeClr val="tx1"/>
                </a:solidFill>
                <a:effectLst/>
                <a:latin typeface="+mn-lt"/>
                <a:ea typeface="+mn-ea"/>
                <a:cs typeface="+mn-cs"/>
              </a:rPr>
              <a:t>. A Docker container is a standardized unit of software development, containing everything that your software </a:t>
            </a:r>
            <a:r>
              <a:rPr lang="en-US" sz="1200" b="0" i="0" kern="1200" dirty="0">
                <a:solidFill>
                  <a:srgbClr val="000000"/>
                </a:solidFill>
                <a:effectLst/>
                <a:latin typeface="+mn-lt"/>
                <a:ea typeface="+mn-ea"/>
                <a:cs typeface="+mn-cs"/>
              </a:rPr>
              <a:t>application</a:t>
            </a:r>
            <a:r>
              <a:rPr lang="en-US" sz="1200" b="0" i="0" kern="1200" dirty="0">
                <a:solidFill>
                  <a:schemeClr val="tx1"/>
                </a:solidFill>
                <a:effectLst/>
                <a:latin typeface="+mn-lt"/>
                <a:ea typeface="+mn-ea"/>
                <a:cs typeface="+mn-cs"/>
              </a:rPr>
              <a:t> </a:t>
            </a:r>
            <a:r>
              <a:rPr lang="en-US" sz="1200" b="0" i="0" kern="1200" dirty="0">
                <a:solidFill>
                  <a:srgbClr val="000000"/>
                </a:solidFill>
                <a:effectLst/>
                <a:latin typeface="+mn-lt"/>
                <a:ea typeface="+mn-ea"/>
                <a:cs typeface="+mn-cs"/>
              </a:rPr>
              <a:t>needs to</a:t>
            </a:r>
            <a:r>
              <a:rPr lang="en-US" sz="1200" b="0" i="0" kern="1200" dirty="0">
                <a:solidFill>
                  <a:schemeClr val="tx1"/>
                </a:solidFill>
                <a:effectLst/>
                <a:latin typeface="+mn-lt"/>
                <a:ea typeface="+mn-ea"/>
                <a:cs typeface="+mn-cs"/>
              </a:rPr>
              <a:t> run: code, runtime, system tools, system libraries, etc. Containers are created from a read-only template called an </a:t>
            </a:r>
            <a:r>
              <a:rPr lang="en-US" sz="1200" b="0" i="1" kern="1200" dirty="0">
                <a:solidFill>
                  <a:schemeClr val="tx1"/>
                </a:solidFill>
                <a:effectLst/>
                <a:latin typeface="+mn-lt"/>
                <a:ea typeface="+mn-ea"/>
                <a:cs typeface="+mn-cs"/>
              </a:rPr>
              <a:t>image</a:t>
            </a:r>
            <a:r>
              <a:rPr lang="en-US" sz="1200" b="0" i="0" kern="1200" dirty="0">
                <a:solidFill>
                  <a:schemeClr val="tx1"/>
                </a:solidFill>
                <a:effectLst/>
                <a:latin typeface="+mn-lt"/>
                <a:ea typeface="+mn-ea"/>
                <a:cs typeface="+mn-cs"/>
              </a:rPr>
              <a: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Images are typically built from a Dockerfile, a </a:t>
            </a:r>
            <a:r>
              <a:rPr lang="en-US" sz="1200" b="0" i="0" kern="1200" dirty="0">
                <a:solidFill>
                  <a:srgbClr val="000000"/>
                </a:solidFill>
                <a:effectLst/>
                <a:latin typeface="+mn-lt"/>
                <a:ea typeface="+mn-ea"/>
                <a:cs typeface="+mn-cs"/>
              </a:rPr>
              <a:t>plaintext</a:t>
            </a:r>
            <a:r>
              <a:rPr lang="en-US" sz="1200" b="0" i="0" kern="1200" dirty="0">
                <a:solidFill>
                  <a:schemeClr val="tx1"/>
                </a:solidFill>
                <a:effectLst/>
                <a:latin typeface="+mn-lt"/>
                <a:ea typeface="+mn-ea"/>
                <a:cs typeface="+mn-cs"/>
              </a:rPr>
              <a:t> file that specifies all of the components that are included in the container. These images are then stored in a </a:t>
            </a:r>
            <a:r>
              <a:rPr lang="en-US" sz="1200" b="0" i="1" kern="1200" dirty="0">
                <a:solidFill>
                  <a:schemeClr val="tx1"/>
                </a:solidFill>
                <a:effectLst/>
                <a:latin typeface="+mn-lt"/>
                <a:ea typeface="+mn-ea"/>
                <a:cs typeface="+mn-cs"/>
              </a:rPr>
              <a:t>registry</a:t>
            </a:r>
            <a:r>
              <a:rPr lang="en-US" sz="1200" b="0" i="0" kern="1200" dirty="0">
                <a:solidFill>
                  <a:schemeClr val="tx1"/>
                </a:solidFill>
                <a:effectLst/>
                <a:latin typeface="+mn-lt"/>
                <a:ea typeface="+mn-ea"/>
                <a:cs typeface="+mn-cs"/>
              </a:rPr>
              <a:t> from which they can be downloaded and run on your cluster. </a:t>
            </a:r>
          </a:p>
          <a:p>
            <a:endParaRPr lang="en-US" dirty="0"/>
          </a:p>
        </p:txBody>
      </p:sp>
    </p:spTree>
    <p:extLst>
      <p:ext uri="{BB962C8B-B14F-4D97-AF65-F5344CB8AC3E}">
        <p14:creationId xmlns:p14="http://schemas.microsoft.com/office/powerpoint/2010/main" val="37681690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Arial" panose="020B0604020202020204" pitchFamily="34" charset="0"/>
              </a:rPr>
              <a:t>A Docker image is a collection of files. Base images (Debian, Ubuntu, busybox, fedora, </a:t>
            </a:r>
            <a:r>
              <a:rPr lang="en-US" u="wavyDbl" dirty="0">
                <a:latin typeface="+mn-lt"/>
                <a:cs typeface="Arial" panose="020B0604020202020204" pitchFamily="34" charset="0"/>
              </a:rPr>
              <a:t>etc.</a:t>
            </a:r>
            <a:r>
              <a:rPr lang="en-US" dirty="0">
                <a:cs typeface="Arial" panose="020B0604020202020204" pitchFamily="34" charset="0"/>
              </a:rPr>
              <a:t>) are what you build your own custom images on top of.</a:t>
            </a:r>
          </a:p>
          <a:p>
            <a:endParaRPr lang="en-US" dirty="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cs typeface="Arial" panose="020B0604020202020204" pitchFamily="34" charset="0"/>
              </a:rPr>
              <a:t>Images are layered and each layer represents</a:t>
            </a:r>
            <a:r>
              <a:rPr lang="en-US" baseline="0" dirty="0">
                <a:cs typeface="Arial" panose="020B0604020202020204" pitchFamily="34" charset="0"/>
              </a:rPr>
              <a:t> a diff (or what changed) from the previous layer. Each Docker image is actually a stack of images. Each layer itself is an image.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cs typeface="Arial" panose="020B0604020202020204" pitchFamily="34" charset="0"/>
            </a:endParaRPr>
          </a:p>
          <a:p>
            <a:r>
              <a:rPr lang="en-US" baseline="0" dirty="0">
                <a:solidFill>
                  <a:srgbClr val="000000"/>
                </a:solidFill>
                <a:cs typeface="Arial" panose="020B0604020202020204" pitchFamily="34" charset="0"/>
              </a:rPr>
              <a:t>When</a:t>
            </a:r>
            <a:r>
              <a:rPr lang="en-US" baseline="0" dirty="0">
                <a:cs typeface="Arial" panose="020B0604020202020204" pitchFamily="34" charset="0"/>
              </a:rPr>
              <a:t> Docker mounts the </a:t>
            </a:r>
            <a:r>
              <a:rPr lang="en-US" baseline="0" dirty="0" err="1">
                <a:solidFill>
                  <a:srgbClr val="000000"/>
                </a:solidFill>
                <a:cs typeface="Arial" panose="020B0604020202020204" pitchFamily="34" charset="0"/>
              </a:rPr>
              <a:t>rootfs</a:t>
            </a:r>
            <a:r>
              <a:rPr lang="en-US" baseline="0" dirty="0">
                <a:cs typeface="Arial" panose="020B0604020202020204" pitchFamily="34" charset="0"/>
              </a:rPr>
              <a:t>, it </a:t>
            </a:r>
            <a:r>
              <a:rPr lang="en-US" baseline="0" dirty="0">
                <a:solidFill>
                  <a:srgbClr val="000000"/>
                </a:solidFill>
                <a:cs typeface="Arial" panose="020B0604020202020204" pitchFamily="34" charset="0"/>
              </a:rPr>
              <a:t>starts</a:t>
            </a:r>
            <a:r>
              <a:rPr lang="en-US" baseline="0" dirty="0">
                <a:cs typeface="Arial" panose="020B0604020202020204" pitchFamily="34" charset="0"/>
              </a:rPr>
              <a:t> read-only, as in a traditional Linux boot, but then, instead of changing the file system to </a:t>
            </a:r>
            <a:r>
              <a:rPr lang="en-US" baseline="0" dirty="0">
                <a:solidFill>
                  <a:srgbClr val="000000"/>
                </a:solidFill>
                <a:cs typeface="Arial" panose="020B0604020202020204" pitchFamily="34" charset="0"/>
              </a:rPr>
              <a:t>read-write</a:t>
            </a:r>
            <a:r>
              <a:rPr lang="en-US" baseline="0" dirty="0">
                <a:cs typeface="Arial" panose="020B0604020202020204" pitchFamily="34" charset="0"/>
              </a:rPr>
              <a:t> mode, it takes advantage of a union mount to add a </a:t>
            </a:r>
            <a:r>
              <a:rPr lang="en-US" baseline="0" dirty="0">
                <a:solidFill>
                  <a:srgbClr val="000000"/>
                </a:solidFill>
                <a:cs typeface="Arial" panose="020B0604020202020204" pitchFamily="34" charset="0"/>
              </a:rPr>
              <a:t>read-write</a:t>
            </a:r>
            <a:r>
              <a:rPr lang="en-US" baseline="0" dirty="0">
                <a:cs typeface="Arial" panose="020B0604020202020204" pitchFamily="34" charset="0"/>
              </a:rPr>
              <a:t> file system over the read-only file </a:t>
            </a:r>
            <a:r>
              <a:rPr lang="en-US" baseline="0" dirty="0">
                <a:solidFill>
                  <a:srgbClr val="000000"/>
                </a:solidFill>
                <a:cs typeface="Arial" panose="020B0604020202020204" pitchFamily="34" charset="0"/>
              </a:rPr>
              <a:t>system</a:t>
            </a:r>
            <a:r>
              <a:rPr lang="en-US" baseline="0" dirty="0">
                <a:cs typeface="Arial" panose="020B0604020202020204" pitchFamily="34" charset="0"/>
              </a:rPr>
              <a:t>. </a:t>
            </a:r>
            <a:r>
              <a:rPr lang="en-US" baseline="0" dirty="0">
                <a:solidFill>
                  <a:srgbClr val="000000"/>
                </a:solidFill>
                <a:cs typeface="Arial" panose="020B0604020202020204" pitchFamily="34" charset="0"/>
              </a:rPr>
              <a:t>In fact</a:t>
            </a:r>
            <a:r>
              <a:rPr lang="en-US" baseline="0" dirty="0">
                <a:cs typeface="Arial" panose="020B0604020202020204" pitchFamily="34" charset="0"/>
              </a:rPr>
              <a:t> there may be multiple read-only file systems stacked on top of each other. </a:t>
            </a:r>
          </a:p>
          <a:p>
            <a:endParaRPr lang="en-US" sz="1100" baseline="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585825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4034790"/>
          </a:xfrm>
        </p:spPr>
        <p:txBody>
          <a:bodyPr/>
          <a:lstStyle/>
          <a:p>
            <a:r>
              <a:rPr lang="en-US" sz="1200" b="0" i="0" kern="1200" dirty="0">
                <a:solidFill>
                  <a:srgbClr val="000000"/>
                </a:solidFill>
                <a:effectLst/>
                <a:latin typeface="+mn-lt"/>
                <a:ea typeface="+mn-ea"/>
                <a:cs typeface="+mn-cs"/>
              </a:rPr>
              <a:t>Amazon Elastic Container Registry</a:t>
            </a:r>
            <a:r>
              <a:rPr lang="en-US" sz="1200" b="0" i="0" kern="1200" dirty="0">
                <a:solidFill>
                  <a:schemeClr val="tx1"/>
                </a:solidFill>
                <a:effectLst/>
                <a:latin typeface="+mn-lt"/>
                <a:ea typeface="+mn-ea"/>
                <a:cs typeface="+mn-cs"/>
              </a:rPr>
              <a:t> (Amazon ECR) is a </a:t>
            </a:r>
            <a:r>
              <a:rPr lang="en-US" sz="1200" b="0" i="0" kern="1200" dirty="0">
                <a:solidFill>
                  <a:srgbClr val="000000"/>
                </a:solidFill>
                <a:effectLst/>
                <a:latin typeface="+mn-lt"/>
                <a:ea typeface="+mn-ea"/>
                <a:cs typeface="+mn-cs"/>
              </a:rPr>
              <a:t>fully-managed</a:t>
            </a:r>
            <a:r>
              <a:rPr lang="en-US" sz="1200" b="0" i="0" kern="1200" dirty="0">
                <a:solidFill>
                  <a:schemeClr val="tx1"/>
                </a:solidFill>
                <a:effectLst/>
                <a:latin typeface="+mn-lt"/>
                <a:ea typeface="+mn-ea"/>
                <a:cs typeface="+mn-cs"/>
              </a:rPr>
              <a:t> Docker container registry that makes it </a:t>
            </a:r>
            <a:r>
              <a:rPr lang="en-US" sz="1200" b="0" i="0" kern="1200" dirty="0">
                <a:solidFill>
                  <a:srgbClr val="000000"/>
                </a:solidFill>
                <a:effectLst/>
                <a:latin typeface="+mn-lt"/>
                <a:ea typeface="+mn-ea"/>
                <a:cs typeface="+mn-cs"/>
              </a:rPr>
              <a:t>easy</a:t>
            </a:r>
            <a:r>
              <a:rPr lang="en-US" sz="1200" b="0" i="0" kern="1200" dirty="0">
                <a:solidFill>
                  <a:schemeClr val="tx1"/>
                </a:solidFill>
                <a:effectLst/>
                <a:latin typeface="+mn-lt"/>
                <a:ea typeface="+mn-ea"/>
                <a:cs typeface="+mn-cs"/>
              </a:rPr>
              <a:t> for you to store, manage, and deploy Docker container images. Amazon ECR can be used standalone and also has </a:t>
            </a:r>
            <a:r>
              <a:rPr lang="en-US" sz="1200" b="0" i="0" kern="1200" dirty="0">
                <a:solidFill>
                  <a:srgbClr val="000000"/>
                </a:solidFill>
                <a:effectLst/>
                <a:latin typeface="+mn-lt"/>
                <a:ea typeface="+mn-ea"/>
                <a:cs typeface="+mn-cs"/>
              </a:rPr>
              <a:t>deep integration</a:t>
            </a:r>
            <a:r>
              <a:rPr lang="en-US" sz="1200" b="0" i="0" kern="1200" dirty="0">
                <a:solidFill>
                  <a:schemeClr val="tx1"/>
                </a:solidFill>
                <a:effectLst/>
                <a:latin typeface="+mn-lt"/>
                <a:ea typeface="+mn-ea"/>
                <a:cs typeface="+mn-cs"/>
              </a:rPr>
              <a:t> with Amazon ECS, simplifying your development to </a:t>
            </a:r>
            <a:r>
              <a:rPr lang="en-US" sz="1200" b="0" i="0" kern="1200" dirty="0">
                <a:solidFill>
                  <a:srgbClr val="000000"/>
                </a:solidFill>
                <a:effectLst/>
                <a:latin typeface="+mn-lt"/>
                <a:ea typeface="+mn-ea"/>
                <a:cs typeface="+mn-cs"/>
              </a:rPr>
              <a:t>production workflow</a:t>
            </a:r>
            <a:r>
              <a:rPr lang="en-US" sz="1200" b="0" i="0" kern="1200" dirty="0">
                <a:solidFill>
                  <a:schemeClr val="tx1"/>
                </a:solidFill>
                <a:effectLst/>
                <a:latin typeface="+mn-lt"/>
                <a:ea typeface="+mn-ea"/>
                <a:cs typeface="+mn-cs"/>
              </a:rPr>
              <a:t>. Amazon ECR </a:t>
            </a:r>
            <a:r>
              <a:rPr lang="en-US" sz="1200" b="0" i="0" kern="1200" dirty="0">
                <a:solidFill>
                  <a:srgbClr val="000000"/>
                </a:solidFill>
                <a:effectLst/>
                <a:latin typeface="+mn-lt"/>
                <a:ea typeface="+mn-ea"/>
                <a:cs typeface="+mn-cs"/>
              </a:rPr>
              <a:t>eliminates</a:t>
            </a:r>
            <a:r>
              <a:rPr lang="en-US" sz="1200" b="0" i="0" kern="1200" dirty="0">
                <a:solidFill>
                  <a:schemeClr val="tx1"/>
                </a:solidFill>
                <a:effectLst/>
                <a:latin typeface="+mn-lt"/>
                <a:ea typeface="+mn-ea"/>
                <a:cs typeface="+mn-cs"/>
              </a:rPr>
              <a:t> the need to operate your own container repositories or worry about scaling the underlying infrastructure. Amazon ECR hosts your images in a highly available and scalable architecture, </a:t>
            </a:r>
            <a:r>
              <a:rPr lang="en-US" sz="1200" b="0" i="0" kern="1200" dirty="0">
                <a:solidFill>
                  <a:srgbClr val="000000"/>
                </a:solidFill>
                <a:effectLst/>
                <a:latin typeface="+mn-lt"/>
                <a:ea typeface="+mn-ea"/>
                <a:cs typeface="+mn-cs"/>
              </a:rPr>
              <a:t>allowing</a:t>
            </a:r>
            <a:r>
              <a:rPr lang="en-US" sz="1200" b="0" i="0" kern="1200" dirty="0">
                <a:solidFill>
                  <a:schemeClr val="tx1"/>
                </a:solidFill>
                <a:effectLst/>
                <a:latin typeface="+mn-lt"/>
                <a:ea typeface="+mn-ea"/>
                <a:cs typeface="+mn-cs"/>
              </a:rPr>
              <a:t> you to reliably deploy containers for your </a:t>
            </a:r>
            <a:r>
              <a:rPr lang="en-US" sz="1200" b="0" i="0" kern="1200" dirty="0">
                <a:solidFill>
                  <a:srgbClr val="000000"/>
                </a:solidFill>
                <a:effectLst/>
                <a:latin typeface="+mn-lt"/>
                <a:ea typeface="+mn-ea"/>
                <a:cs typeface="+mn-cs"/>
              </a:rPr>
              <a:t>applications</a:t>
            </a:r>
            <a:r>
              <a:rPr lang="en-US" sz="1200" b="0" i="0" kern="1200" dirty="0">
                <a:solidFill>
                  <a:schemeClr val="tx1"/>
                </a:solidFill>
                <a:effectLst/>
                <a:latin typeface="+mn-lt"/>
                <a:ea typeface="+mn-ea"/>
                <a:cs typeface="+mn-cs"/>
              </a:rPr>
              <a: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Amazon ECR </a:t>
            </a:r>
            <a:r>
              <a:rPr lang="en-US" sz="1200" b="0" i="0" kern="1200" dirty="0">
                <a:solidFill>
                  <a:srgbClr val="000000"/>
                </a:solidFill>
                <a:effectLst/>
                <a:latin typeface="+mn-lt"/>
                <a:ea typeface="+mn-ea"/>
                <a:cs typeface="+mn-cs"/>
              </a:rPr>
              <a:t>eliminates</a:t>
            </a:r>
            <a:r>
              <a:rPr lang="en-US" sz="1200" b="0" i="0" kern="1200" dirty="0">
                <a:solidFill>
                  <a:schemeClr val="tx1"/>
                </a:solidFill>
                <a:effectLst/>
                <a:latin typeface="+mn-lt"/>
                <a:ea typeface="+mn-ea"/>
                <a:cs typeface="+mn-cs"/>
              </a:rPr>
              <a:t> the need to operate and scale the infrastructure required to power your container registry. Amazon ECR uses Amazon S3 for storage to make your container images highly available and accessible, </a:t>
            </a:r>
            <a:r>
              <a:rPr lang="en-US" sz="1200" b="0" i="0" kern="1200" dirty="0">
                <a:solidFill>
                  <a:srgbClr val="000000"/>
                </a:solidFill>
                <a:effectLst/>
                <a:latin typeface="+mn-lt"/>
                <a:ea typeface="+mn-ea"/>
                <a:cs typeface="+mn-cs"/>
              </a:rPr>
              <a:t>allowing</a:t>
            </a:r>
            <a:r>
              <a:rPr lang="en-US" sz="1200" b="0" i="0" kern="1200" dirty="0">
                <a:solidFill>
                  <a:schemeClr val="tx1"/>
                </a:solidFill>
                <a:effectLst/>
                <a:latin typeface="+mn-lt"/>
                <a:ea typeface="+mn-ea"/>
                <a:cs typeface="+mn-cs"/>
              </a:rPr>
              <a:t> you to reliably deploy new containers for your </a:t>
            </a:r>
            <a:r>
              <a:rPr lang="en-US" sz="1200" b="0" i="0" kern="1200" dirty="0">
                <a:solidFill>
                  <a:srgbClr val="000000"/>
                </a:solidFill>
                <a:effectLst/>
                <a:latin typeface="+mn-lt"/>
                <a:ea typeface="+mn-ea"/>
                <a:cs typeface="+mn-cs"/>
              </a:rPr>
              <a:t>applications</a:t>
            </a:r>
            <a:r>
              <a:rPr lang="en-US" sz="1200" b="0" i="0" kern="1200" dirty="0">
                <a:solidFill>
                  <a:schemeClr val="tx1"/>
                </a:solidFill>
                <a:effectLst/>
                <a:latin typeface="+mn-lt"/>
                <a:ea typeface="+mn-ea"/>
                <a:cs typeface="+mn-cs"/>
              </a:rPr>
              <a:t>. Amazon ECR transfers your container images over HTTPS and automatically encrypts your images at rest. You can configure policies to manage permissions for each repository and restrict access to IAM users, roles, or other AWS accounts. Amazon ECR integrates with Amazon ECS and the Docker </a:t>
            </a:r>
            <a:r>
              <a:rPr lang="en-US" sz="1200" b="0" i="0" kern="1200" dirty="0">
                <a:solidFill>
                  <a:srgbClr val="000000"/>
                </a:solidFill>
                <a:effectLst/>
                <a:latin typeface="+mn-lt"/>
                <a:ea typeface="+mn-ea"/>
                <a:cs typeface="+mn-cs"/>
              </a:rPr>
              <a:t>CLI</a:t>
            </a:r>
            <a:r>
              <a:rPr lang="en-US" sz="1200" b="0" i="0" kern="1200" dirty="0">
                <a:solidFill>
                  <a:schemeClr val="tx1"/>
                </a:solidFill>
                <a:effectLst/>
                <a:latin typeface="+mn-lt"/>
                <a:ea typeface="+mn-ea"/>
                <a:cs typeface="+mn-cs"/>
              </a:rPr>
              <a:t>, </a:t>
            </a:r>
            <a:r>
              <a:rPr lang="en-US" sz="1200" b="0" i="0" kern="1200" dirty="0">
                <a:solidFill>
                  <a:srgbClr val="000000"/>
                </a:solidFill>
                <a:effectLst/>
                <a:latin typeface="+mn-lt"/>
                <a:ea typeface="+mn-ea"/>
                <a:cs typeface="+mn-cs"/>
              </a:rPr>
              <a:t>allowing</a:t>
            </a:r>
            <a:r>
              <a:rPr lang="en-US" sz="1200" b="0" i="0" kern="1200" dirty="0">
                <a:solidFill>
                  <a:schemeClr val="tx1"/>
                </a:solidFill>
                <a:effectLst/>
                <a:latin typeface="+mn-lt"/>
                <a:ea typeface="+mn-ea"/>
                <a:cs typeface="+mn-cs"/>
              </a:rPr>
              <a:t> you to simplify your development and production workflows. You can easily push your container images to Amazon ECR using the Docker </a:t>
            </a:r>
            <a:r>
              <a:rPr lang="en-US" sz="1200" b="0" i="0" kern="1200" dirty="0">
                <a:solidFill>
                  <a:srgbClr val="000000"/>
                </a:solidFill>
                <a:effectLst/>
                <a:latin typeface="+mn-lt"/>
                <a:ea typeface="+mn-ea"/>
                <a:cs typeface="+mn-cs"/>
              </a:rPr>
              <a:t>CLI</a:t>
            </a:r>
            <a:r>
              <a:rPr lang="en-US" sz="1200" b="0" i="0" kern="1200" dirty="0">
                <a:solidFill>
                  <a:schemeClr val="tx1"/>
                </a:solidFill>
                <a:effectLst/>
                <a:latin typeface="+mn-lt"/>
                <a:ea typeface="+mn-ea"/>
                <a:cs typeface="+mn-cs"/>
              </a:rPr>
              <a:t> from your development machine, and Amazon ECS can pull them directly for production deployments.</a:t>
            </a:r>
            <a:endParaRPr lang="en-US" dirty="0"/>
          </a:p>
        </p:txBody>
      </p:sp>
    </p:spTree>
    <p:extLst>
      <p:ext uri="{BB962C8B-B14F-4D97-AF65-F5344CB8AC3E}">
        <p14:creationId xmlns:p14="http://schemas.microsoft.com/office/powerpoint/2010/main" val="14605100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1973931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2412265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0002916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51417096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Amazon ECR is a managed AWS Docker registry service. </a:t>
            </a:r>
            <a:r>
              <a:rPr lang="en-US" sz="1200" b="0" i="0" kern="1200" dirty="0">
                <a:solidFill>
                  <a:schemeClr val="tx1"/>
                </a:solidFill>
                <a:effectLst/>
                <a:latin typeface="+mn-lt"/>
                <a:ea typeface="+mn-ea"/>
                <a:cs typeface="+mn-cs"/>
              </a:rPr>
              <a:t>Amazon ECR provides a command line interface and </a:t>
            </a:r>
            <a:r>
              <a:rPr lang="en-US" sz="1200" b="0" i="0" kern="1200" dirty="0">
                <a:solidFill>
                  <a:srgbClr val="000000"/>
                </a:solidFill>
                <a:effectLst/>
                <a:latin typeface="+mn-lt"/>
                <a:ea typeface="+mn-ea"/>
                <a:cs typeface="+mn-cs"/>
              </a:rPr>
              <a:t>APIs</a:t>
            </a:r>
            <a:r>
              <a:rPr lang="en-US" sz="1200" b="0" i="0" kern="1200" dirty="0">
                <a:solidFill>
                  <a:schemeClr val="tx1"/>
                </a:solidFill>
                <a:effectLst/>
                <a:latin typeface="+mn-lt"/>
                <a:ea typeface="+mn-ea"/>
                <a:cs typeface="+mn-cs"/>
              </a:rPr>
              <a:t> to create, monitor, and delete repositories and set repository permissions. You can perform the same </a:t>
            </a:r>
            <a:r>
              <a:rPr lang="en-US" sz="1200" b="0" i="0" kern="1200" dirty="0">
                <a:solidFill>
                  <a:srgbClr val="000000"/>
                </a:solidFill>
                <a:effectLst/>
                <a:latin typeface="+mn-lt"/>
                <a:ea typeface="+mn-ea"/>
                <a:cs typeface="+mn-cs"/>
              </a:rPr>
              <a:t>actions</a:t>
            </a:r>
            <a:r>
              <a:rPr lang="en-US" sz="1200" b="0" i="0" kern="1200" dirty="0">
                <a:solidFill>
                  <a:schemeClr val="tx1"/>
                </a:solidFill>
                <a:effectLst/>
                <a:latin typeface="+mn-lt"/>
                <a:ea typeface="+mn-ea"/>
                <a:cs typeface="+mn-cs"/>
              </a:rPr>
              <a:t> in the Amazon ECR </a:t>
            </a:r>
            <a:r>
              <a:rPr lang="en-US" sz="1200" b="0" i="0" kern="1200" dirty="0">
                <a:solidFill>
                  <a:srgbClr val="000000"/>
                </a:solidFill>
                <a:effectLst/>
                <a:latin typeface="+mn-lt"/>
                <a:ea typeface="+mn-ea"/>
                <a:cs typeface="+mn-cs"/>
              </a:rPr>
              <a:t>Management Console</a:t>
            </a:r>
            <a:r>
              <a:rPr lang="en-US" sz="1200" b="0" i="0" kern="1200" dirty="0">
                <a:solidFill>
                  <a:schemeClr val="tx1"/>
                </a:solidFill>
                <a:effectLst/>
                <a:latin typeface="+mn-lt"/>
                <a:ea typeface="+mn-ea"/>
                <a:cs typeface="+mn-cs"/>
              </a:rPr>
              <a:t>, which can be accessed via the “Repositories” section of the Amazon ECS </a:t>
            </a:r>
            <a:r>
              <a:rPr lang="en-US" sz="1200" b="0" i="0" kern="1200" dirty="0">
                <a:solidFill>
                  <a:srgbClr val="000000"/>
                </a:solidFill>
                <a:effectLst/>
                <a:latin typeface="+mn-lt"/>
                <a:ea typeface="+mn-ea"/>
                <a:cs typeface="+mn-cs"/>
              </a:rPr>
              <a:t>Console</a:t>
            </a:r>
            <a:r>
              <a:rPr lang="en-US" sz="1200" b="0" i="0" kern="1200" dirty="0">
                <a:solidFill>
                  <a:schemeClr val="tx1"/>
                </a:solidFill>
                <a:effectLst/>
                <a:latin typeface="+mn-lt"/>
                <a:ea typeface="+mn-ea"/>
                <a:cs typeface="+mn-cs"/>
              </a:rPr>
              <a:t>. Amazon ECR also integrates with the Docker </a:t>
            </a:r>
            <a:r>
              <a:rPr lang="en-US" sz="1200" b="0" i="0" kern="1200" dirty="0">
                <a:solidFill>
                  <a:srgbClr val="000000"/>
                </a:solidFill>
                <a:effectLst/>
                <a:latin typeface="+mn-lt"/>
                <a:ea typeface="+mn-ea"/>
                <a:cs typeface="+mn-cs"/>
              </a:rPr>
              <a:t>CLI</a:t>
            </a:r>
            <a:r>
              <a:rPr lang="en-US" sz="1200" b="0" i="0" kern="1200" dirty="0">
                <a:solidFill>
                  <a:schemeClr val="tx1"/>
                </a:solidFill>
                <a:effectLst/>
                <a:latin typeface="+mn-lt"/>
                <a:ea typeface="+mn-ea"/>
                <a:cs typeface="+mn-cs"/>
              </a:rPr>
              <a:t> </a:t>
            </a:r>
            <a:r>
              <a:rPr lang="en-US" sz="1200" b="0" i="0" kern="1200" dirty="0">
                <a:solidFill>
                  <a:srgbClr val="000000"/>
                </a:solidFill>
                <a:effectLst/>
                <a:latin typeface="+mn-lt"/>
                <a:ea typeface="+mn-ea"/>
                <a:cs typeface="+mn-cs"/>
              </a:rPr>
              <a:t>allowing</a:t>
            </a:r>
            <a:r>
              <a:rPr lang="en-US" sz="1200" b="0" i="0" kern="1200" dirty="0">
                <a:solidFill>
                  <a:schemeClr val="tx1"/>
                </a:solidFill>
                <a:effectLst/>
                <a:latin typeface="+mn-lt"/>
                <a:ea typeface="+mn-ea"/>
                <a:cs typeface="+mn-cs"/>
              </a:rPr>
              <a:t> you to push, pull, and tag images on your development machine.</a:t>
            </a:r>
          </a:p>
          <a:p>
            <a:endParaRPr lang="en-US" dirty="0"/>
          </a:p>
          <a:p>
            <a:r>
              <a:rPr lang="en-US" dirty="0"/>
              <a:t>Amazon ECR provides a secure, scalable, and reliable registry. Amazon ECR supports private Docker repositories with resource-based permissions using AWS IAM so that specific </a:t>
            </a:r>
            <a:r>
              <a:rPr lang="en-US" dirty="0">
                <a:solidFill>
                  <a:srgbClr val="000000"/>
                </a:solidFill>
              </a:rPr>
              <a:t>users</a:t>
            </a:r>
            <a:r>
              <a:rPr lang="en-US" dirty="0"/>
              <a:t> or Amazon EC2 instances can access repositories and images. Developers can use the Docker </a:t>
            </a:r>
            <a:r>
              <a:rPr lang="en-US" dirty="0">
                <a:solidFill>
                  <a:srgbClr val="000000"/>
                </a:solidFill>
              </a:rPr>
              <a:t>CLI</a:t>
            </a:r>
            <a:r>
              <a:rPr lang="en-US" dirty="0"/>
              <a:t> to author and manage images. </a:t>
            </a:r>
          </a:p>
          <a:p>
            <a:endParaRPr lang="en-US" dirty="0"/>
          </a:p>
          <a:p>
            <a:r>
              <a:rPr lang="en-US" dirty="0"/>
              <a:t>For information on </a:t>
            </a:r>
            <a:r>
              <a:rPr lang="en-US" sz="1200" b="0" i="0" kern="1200" dirty="0">
                <a:solidFill>
                  <a:schemeClr val="tx1"/>
                </a:solidFill>
                <a:effectLst/>
                <a:latin typeface="+mn-lt"/>
                <a:ea typeface="+mn-ea"/>
                <a:cs typeface="+mn-cs"/>
              </a:rPr>
              <a:t>Authenticating Amazon ECR Repositories for Docker </a:t>
            </a:r>
            <a:r>
              <a:rPr lang="en-US" sz="1200" b="0" i="0" kern="1200" dirty="0">
                <a:solidFill>
                  <a:srgbClr val="000000"/>
                </a:solidFill>
                <a:effectLst/>
                <a:latin typeface="+mn-lt"/>
                <a:ea typeface="+mn-ea"/>
                <a:cs typeface="+mn-cs"/>
              </a:rPr>
              <a:t>CLI</a:t>
            </a:r>
            <a:r>
              <a:rPr lang="en-US" sz="1200" b="0" i="0" kern="1200" dirty="0">
                <a:solidFill>
                  <a:schemeClr val="tx1"/>
                </a:solidFill>
                <a:effectLst/>
                <a:latin typeface="+mn-lt"/>
                <a:ea typeface="+mn-ea"/>
                <a:cs typeface="+mn-cs"/>
              </a:rPr>
              <a:t> with </a:t>
            </a:r>
            <a:r>
              <a:rPr lang="en-US" sz="1200" b="0" i="0" kern="1200" dirty="0">
                <a:solidFill>
                  <a:srgbClr val="000000"/>
                </a:solidFill>
                <a:effectLst/>
                <a:latin typeface="+mn-lt"/>
                <a:ea typeface="+mn-ea"/>
                <a:cs typeface="+mn-cs"/>
              </a:rPr>
              <a:t>Credential Helper</a:t>
            </a:r>
            <a:r>
              <a:rPr lang="en-US" sz="1200" b="0" i="0" kern="1200" dirty="0">
                <a:solidFill>
                  <a:schemeClr val="tx1"/>
                </a:solidFill>
                <a:effectLst/>
                <a:latin typeface="+mn-lt"/>
                <a:ea typeface="+mn-ea"/>
                <a:cs typeface="+mn-cs"/>
              </a:rPr>
              <a:t>,</a:t>
            </a:r>
            <a:r>
              <a:rPr lang="en-US" sz="1200" b="0" i="0" kern="1200" baseline="0" dirty="0">
                <a:solidFill>
                  <a:schemeClr val="tx1"/>
                </a:solidFill>
                <a:effectLst/>
                <a:latin typeface="+mn-lt"/>
                <a:ea typeface="+mn-ea"/>
                <a:cs typeface="+mn-cs"/>
              </a:rPr>
              <a:t> see </a:t>
            </a:r>
            <a:r>
              <a:rPr lang="en-US" dirty="0">
                <a:hlinkClick r:id="rId3"/>
              </a:rPr>
              <a:t>https://aws.amazon.com/blogs/compute/authenticating-amazon-ecr-repositories-for-docker-cli-with-credential-helper/</a:t>
            </a:r>
            <a:r>
              <a:rPr lang="en-US" dirty="0"/>
              <a:t>.</a:t>
            </a:r>
          </a:p>
        </p:txBody>
      </p:sp>
    </p:spTree>
    <p:extLst>
      <p:ext uri="{BB962C8B-B14F-4D97-AF65-F5344CB8AC3E}">
        <p14:creationId xmlns:p14="http://schemas.microsoft.com/office/powerpoint/2010/main" val="29102202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5867789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there was Amazon EC2. Next, came Docker containers</a:t>
            </a:r>
            <a:r>
              <a:rPr lang="en-US" baseline="0" dirty="0"/>
              <a:t> where </a:t>
            </a:r>
            <a:r>
              <a:rPr lang="en-US" dirty="0"/>
              <a:t>customers started containerizing </a:t>
            </a:r>
            <a:r>
              <a:rPr lang="en-US" dirty="0">
                <a:solidFill>
                  <a:srgbClr val="000000"/>
                </a:solidFill>
              </a:rPr>
              <a:t>applications</a:t>
            </a:r>
            <a:r>
              <a:rPr lang="en-US" dirty="0"/>
              <a:t> within EC2 instances. Running one container is fine</a:t>
            </a:r>
            <a:r>
              <a:rPr lang="en-US" baseline="0" dirty="0"/>
              <a:t> and rightfully so, you might think to use them a lot. So you add another container. </a:t>
            </a:r>
            <a:r>
              <a:rPr lang="en-US" dirty="0"/>
              <a:t>Maybe add a few more that you can still manage. </a:t>
            </a:r>
          </a:p>
          <a:p>
            <a:pPr algn="ctr"/>
            <a:endParaRPr lang="en-US" dirty="0"/>
          </a:p>
          <a:p>
            <a:endParaRPr lang="en-US" dirty="0"/>
          </a:p>
        </p:txBody>
      </p:sp>
    </p:spTree>
    <p:extLst>
      <p:ext uri="{BB962C8B-B14F-4D97-AF65-F5344CB8AC3E}">
        <p14:creationId xmlns:p14="http://schemas.microsoft.com/office/powerpoint/2010/main" val="78178566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about when</a:t>
            </a:r>
            <a:r>
              <a:rPr lang="en-US" baseline="0" dirty="0"/>
              <a:t> you have a fleet and each of container is an </a:t>
            </a:r>
            <a:r>
              <a:rPr lang="en-US" baseline="0" dirty="0">
                <a:solidFill>
                  <a:srgbClr val="000000"/>
                </a:solidFill>
              </a:rPr>
              <a:t>application</a:t>
            </a:r>
            <a:r>
              <a:rPr lang="en-US" baseline="0" dirty="0"/>
              <a:t> with different lifecycles, needs, customizations? What about the infrastructure that’s running them? You </a:t>
            </a:r>
            <a:r>
              <a:rPr lang="en-US" baseline="0" dirty="0">
                <a:solidFill>
                  <a:srgbClr val="000000"/>
                </a:solidFill>
              </a:rPr>
              <a:t>need to</a:t>
            </a:r>
            <a:r>
              <a:rPr lang="en-US" baseline="0" dirty="0"/>
              <a:t> figure out a way to manage containerized </a:t>
            </a:r>
            <a:r>
              <a:rPr lang="en-US" baseline="0" dirty="0">
                <a:solidFill>
                  <a:srgbClr val="000000"/>
                </a:solidFill>
              </a:rPr>
              <a:t>applications</a:t>
            </a:r>
            <a:r>
              <a:rPr lang="en-US" baseline="0" dirty="0"/>
              <a:t> at </a:t>
            </a:r>
            <a:r>
              <a:rPr lang="en-US" baseline="0" dirty="0">
                <a:solidFill>
                  <a:srgbClr val="000000"/>
                </a:solidFill>
              </a:rPr>
              <a:t>scale</a:t>
            </a:r>
            <a:r>
              <a:rPr lang="en-US" baseline="0" dirty="0"/>
              <a:t>, still </a:t>
            </a:r>
            <a:r>
              <a:rPr lang="en-US" baseline="0" dirty="0">
                <a:solidFill>
                  <a:srgbClr val="000000"/>
                </a:solidFill>
              </a:rPr>
              <a:t>leveraging</a:t>
            </a:r>
            <a:r>
              <a:rPr lang="en-US" baseline="0" dirty="0"/>
              <a:t> though the same levels of flexibility that a container gives you. </a:t>
            </a:r>
          </a:p>
          <a:p>
            <a:endParaRPr lang="en-US" dirty="0"/>
          </a:p>
          <a:p>
            <a:r>
              <a:rPr lang="en-US" baseline="0" dirty="0"/>
              <a:t>Also, you want to secure your computing platform, making sure that you still have control on customers and operators that are consuming the platform. </a:t>
            </a:r>
            <a:r>
              <a:rPr lang="en-US" sz="1200" i="0" kern="1200" dirty="0">
                <a:solidFill>
                  <a:schemeClr val="tx1"/>
                </a:solidFill>
              </a:rPr>
              <a:t>Now you’re suddenly managing a cluster and cluster management is hard. </a:t>
            </a:r>
            <a:r>
              <a:rPr lang="en-US" sz="1200" kern="1200" dirty="0">
                <a:solidFill>
                  <a:schemeClr val="tx1"/>
                </a:solidFill>
              </a:rPr>
              <a:t>You need a way to intelligently place</a:t>
            </a:r>
            <a:r>
              <a:rPr lang="en-US" sz="1200" kern="1200" baseline="0" dirty="0">
                <a:solidFill>
                  <a:schemeClr val="tx1"/>
                </a:solidFill>
              </a:rPr>
              <a:t> your containers on the hosts that have the resources and that means you </a:t>
            </a:r>
            <a:r>
              <a:rPr lang="en-US" sz="1200" kern="1200" dirty="0">
                <a:solidFill>
                  <a:srgbClr val="000000"/>
                </a:solidFill>
              </a:rPr>
              <a:t>need to</a:t>
            </a:r>
            <a:r>
              <a:rPr lang="en-US" sz="1200" kern="1200" dirty="0">
                <a:solidFill>
                  <a:schemeClr val="tx1"/>
                </a:solidFill>
              </a:rPr>
              <a:t> know the state of everything in your system. </a:t>
            </a:r>
            <a:endParaRPr lang="en-US" dirty="0"/>
          </a:p>
          <a:p>
            <a:endParaRPr lang="en-US" dirty="0"/>
          </a:p>
          <a:p>
            <a:endParaRPr lang="en-US" baseline="0"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Tree>
    <p:extLst>
      <p:ext uri="{BB962C8B-B14F-4D97-AF65-F5344CB8AC3E}">
        <p14:creationId xmlns:p14="http://schemas.microsoft.com/office/powerpoint/2010/main" val="333209180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4240530"/>
          </a:xfrm>
        </p:spPr>
        <p:txBody>
          <a:bodyPr/>
          <a:lstStyle/>
          <a:p>
            <a:r>
              <a:rPr lang="en-US" sz="1200" b="0" i="0" kern="1200" dirty="0">
                <a:solidFill>
                  <a:schemeClr val="tx1"/>
                </a:solidFill>
                <a:effectLst/>
                <a:latin typeface="+mn-lt"/>
                <a:ea typeface="+mn-ea"/>
                <a:cs typeface="+mn-cs"/>
              </a:rPr>
              <a:t>Containers are an increasingly important way for developers to package and deploy their </a:t>
            </a:r>
            <a:r>
              <a:rPr lang="en-US" sz="1200" b="0" i="0" kern="1200" dirty="0">
                <a:solidFill>
                  <a:srgbClr val="000000"/>
                </a:solidFill>
                <a:effectLst/>
                <a:latin typeface="+mn-lt"/>
                <a:ea typeface="+mn-ea"/>
                <a:cs typeface="+mn-cs"/>
              </a:rPr>
              <a:t>applications</a:t>
            </a:r>
            <a:r>
              <a:rPr lang="en-US" sz="1200" b="0" i="0" kern="1200" dirty="0">
                <a:solidFill>
                  <a:schemeClr val="tx1"/>
                </a:solidFill>
                <a:effectLst/>
                <a:latin typeface="+mn-lt"/>
                <a:ea typeface="+mn-ea"/>
                <a:cs typeface="+mn-cs"/>
              </a:rPr>
              <a:t>. They are lightweight and provide a consistent, portable software environment for </a:t>
            </a:r>
            <a:r>
              <a:rPr lang="en-US" sz="1200" b="0" i="0" kern="1200" dirty="0">
                <a:solidFill>
                  <a:srgbClr val="000000"/>
                </a:solidFill>
                <a:effectLst/>
                <a:latin typeface="+mn-lt"/>
                <a:ea typeface="+mn-ea"/>
                <a:cs typeface="+mn-cs"/>
              </a:rPr>
              <a:t>applications</a:t>
            </a:r>
            <a:r>
              <a:rPr lang="en-US" sz="1200" b="0" i="0" kern="1200" dirty="0">
                <a:solidFill>
                  <a:schemeClr val="tx1"/>
                </a:solidFill>
                <a:effectLst/>
                <a:latin typeface="+mn-lt"/>
                <a:ea typeface="+mn-ea"/>
                <a:cs typeface="+mn-cs"/>
              </a:rPr>
              <a:t> to easily </a:t>
            </a:r>
            <a:r>
              <a:rPr lang="en-US" sz="1200" b="0" i="0" kern="1200" dirty="0">
                <a:solidFill>
                  <a:srgbClr val="000000"/>
                </a:solidFill>
                <a:effectLst/>
                <a:latin typeface="+mn-lt"/>
                <a:ea typeface="+mn-ea"/>
                <a:cs typeface="+mn-cs"/>
              </a:rPr>
              <a:t>run and</a:t>
            </a:r>
            <a:r>
              <a:rPr lang="en-US" sz="1200" b="0" i="0" kern="1200" dirty="0">
                <a:solidFill>
                  <a:schemeClr val="tx1"/>
                </a:solidFill>
                <a:effectLst/>
                <a:latin typeface="+mn-lt"/>
                <a:ea typeface="+mn-ea"/>
                <a:cs typeface="+mn-cs"/>
              </a:rPr>
              <a:t> scale </a:t>
            </a:r>
            <a:r>
              <a:rPr lang="en-US" sz="1200" b="0" i="0" kern="1200" dirty="0">
                <a:solidFill>
                  <a:srgbClr val="000000"/>
                </a:solidFill>
                <a:effectLst/>
                <a:latin typeface="+mn-lt"/>
                <a:ea typeface="+mn-ea"/>
                <a:cs typeface="+mn-cs"/>
              </a:rPr>
              <a:t>anywhere</a:t>
            </a:r>
            <a:r>
              <a:rPr lang="en-US" sz="1200" b="0" i="0" kern="1200" dirty="0">
                <a:solidFill>
                  <a:schemeClr val="tx1"/>
                </a:solidFill>
                <a:effectLst/>
                <a:latin typeface="+mn-lt"/>
                <a:ea typeface="+mn-ea"/>
                <a:cs typeface="+mn-cs"/>
              </a:rPr>
              <a:t>. Building and deploying microservices, running batch jobs, for machine learning </a:t>
            </a:r>
            <a:r>
              <a:rPr lang="en-US" sz="1200" b="0" i="0" kern="1200" dirty="0">
                <a:solidFill>
                  <a:srgbClr val="000000"/>
                </a:solidFill>
                <a:effectLst/>
                <a:latin typeface="+mn-lt"/>
                <a:ea typeface="+mn-ea"/>
                <a:cs typeface="+mn-cs"/>
              </a:rPr>
              <a:t>applications</a:t>
            </a:r>
            <a:r>
              <a:rPr lang="en-US" sz="1200" b="0" i="0" kern="1200" dirty="0">
                <a:solidFill>
                  <a:schemeClr val="tx1"/>
                </a:solidFill>
                <a:effectLst/>
                <a:latin typeface="+mn-lt"/>
                <a:ea typeface="+mn-ea"/>
                <a:cs typeface="+mn-cs"/>
              </a:rPr>
              <a:t>, and moving existing </a:t>
            </a:r>
            <a:r>
              <a:rPr lang="en-US" sz="1200" b="0" i="0" kern="1200" dirty="0">
                <a:solidFill>
                  <a:srgbClr val="000000"/>
                </a:solidFill>
                <a:effectLst/>
                <a:latin typeface="+mn-lt"/>
                <a:ea typeface="+mn-ea"/>
                <a:cs typeface="+mn-cs"/>
              </a:rPr>
              <a:t>applications</a:t>
            </a:r>
            <a:r>
              <a:rPr lang="en-US" sz="1200" b="0" i="0" kern="1200" dirty="0">
                <a:solidFill>
                  <a:schemeClr val="tx1"/>
                </a:solidFill>
                <a:effectLst/>
                <a:latin typeface="+mn-lt"/>
                <a:ea typeface="+mn-ea"/>
                <a:cs typeface="+mn-cs"/>
              </a:rPr>
              <a:t> into the cloud are </a:t>
            </a:r>
            <a:r>
              <a:rPr lang="en-US" sz="1200" b="0" i="0" kern="1200" dirty="0">
                <a:solidFill>
                  <a:srgbClr val="000000"/>
                </a:solidFill>
                <a:effectLst/>
                <a:latin typeface="+mn-lt"/>
                <a:ea typeface="+mn-ea"/>
                <a:cs typeface="+mn-cs"/>
              </a:rPr>
              <a:t>just</a:t>
            </a:r>
            <a:r>
              <a:rPr lang="en-US" sz="1200" b="0" i="0" kern="1200" dirty="0">
                <a:solidFill>
                  <a:schemeClr val="tx1"/>
                </a:solidFill>
                <a:effectLst/>
                <a:latin typeface="+mn-lt"/>
                <a:ea typeface="+mn-ea"/>
                <a:cs typeface="+mn-cs"/>
              </a:rPr>
              <a:t> some of the popular use cases for containers.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AWS offers multiple container products to help you deploy, manage, and scale containers in production.</a:t>
            </a:r>
          </a:p>
          <a:p>
            <a:endParaRPr lang="en-US" dirty="0"/>
          </a:p>
          <a:p>
            <a:r>
              <a:rPr lang="en-US" sz="1200" b="0" i="0" kern="1200" dirty="0">
                <a:solidFill>
                  <a:schemeClr val="tx1"/>
                </a:solidFill>
                <a:effectLst/>
                <a:latin typeface="+mn-lt"/>
                <a:ea typeface="+mn-ea"/>
                <a:cs typeface="+mn-cs"/>
              </a:rPr>
              <a:t>There are a number of ways to run containers on AWS, including </a:t>
            </a:r>
            <a:r>
              <a:rPr lang="en-US" sz="1200" b="0" i="0" kern="1200" dirty="0">
                <a:solidFill>
                  <a:srgbClr val="000000"/>
                </a:solidFill>
                <a:effectLst/>
                <a:latin typeface="+mn-lt"/>
                <a:ea typeface="+mn-ea"/>
                <a:cs typeface="+mn-cs"/>
              </a:rPr>
              <a:t>Amazon Elastic Container Service</a:t>
            </a:r>
            <a:r>
              <a:rPr lang="en-US" sz="1200" b="0" i="0" kern="1200" dirty="0">
                <a:solidFill>
                  <a:schemeClr val="tx1"/>
                </a:solidFill>
                <a:effectLst/>
                <a:latin typeface="+mn-lt"/>
                <a:ea typeface="+mn-ea"/>
                <a:cs typeface="+mn-cs"/>
              </a:rPr>
              <a:t> (</a:t>
            </a:r>
            <a:r>
              <a:rPr lang="en-US" sz="1200" b="0" i="0" kern="1200" dirty="0">
                <a:solidFill>
                  <a:srgbClr val="000000"/>
                </a:solidFill>
                <a:effectLst/>
                <a:latin typeface="+mn-lt"/>
                <a:ea typeface="+mn-ea"/>
                <a:cs typeface="+mn-cs"/>
              </a:rPr>
              <a:t>ECS</a:t>
            </a:r>
            <a:r>
              <a:rPr lang="en-US" sz="1200" b="0" i="0" kern="1200" dirty="0">
                <a:solidFill>
                  <a:schemeClr val="tx1"/>
                </a:solidFill>
                <a:effectLst/>
                <a:latin typeface="+mn-lt"/>
                <a:ea typeface="+mn-ea"/>
                <a:cs typeface="+mn-cs"/>
              </a:rPr>
              <a:t>) is a highly scalable, </a:t>
            </a:r>
            <a:r>
              <a:rPr lang="en-US" sz="1200" b="0" i="0" kern="1200" dirty="0">
                <a:solidFill>
                  <a:srgbClr val="000000"/>
                </a:solidFill>
                <a:effectLst/>
                <a:latin typeface="+mn-lt"/>
                <a:ea typeface="+mn-ea"/>
                <a:cs typeface="+mn-cs"/>
              </a:rPr>
              <a:t>high performance</a:t>
            </a:r>
            <a:r>
              <a:rPr lang="en-US" sz="1200" b="0" i="0" kern="1200" dirty="0">
                <a:solidFill>
                  <a:schemeClr val="tx1"/>
                </a:solidFill>
                <a:effectLst/>
                <a:latin typeface="+mn-lt"/>
                <a:ea typeface="+mn-ea"/>
                <a:cs typeface="+mn-cs"/>
              </a:rPr>
              <a:t> container management service. </a:t>
            </a:r>
            <a:br>
              <a:rPr lang="en-US" sz="1200" b="0" i="0" kern="1200" dirty="0">
                <a:solidFill>
                  <a:schemeClr val="tx1"/>
                </a:solidFill>
                <a:effectLst/>
                <a:latin typeface="+mn-lt"/>
                <a:ea typeface="+mn-ea"/>
                <a:cs typeface="+mn-cs"/>
              </a:rPr>
            </a:br>
            <a:br>
              <a:rPr lang="en-US" sz="1200" b="0" i="0" kern="1200" dirty="0">
                <a:solidFill>
                  <a:schemeClr val="tx1"/>
                </a:solidFill>
                <a:effectLst/>
                <a:latin typeface="+mn-lt"/>
                <a:ea typeface="+mn-ea"/>
                <a:cs typeface="+mn-cs"/>
              </a:rPr>
            </a:br>
            <a:r>
              <a:rPr lang="en-US" sz="1200" b="0" i="0" kern="1200" dirty="0">
                <a:solidFill>
                  <a:srgbClr val="000000"/>
                </a:solidFill>
                <a:effectLst/>
                <a:latin typeface="+mn-lt"/>
                <a:ea typeface="+mn-ea"/>
                <a:cs typeface="+mn-cs"/>
              </a:rPr>
              <a:t>AWS Fargate</a:t>
            </a:r>
            <a:r>
              <a:rPr lang="en-US" sz="1200" b="0" i="0" kern="1200" dirty="0">
                <a:solidFill>
                  <a:schemeClr val="tx1"/>
                </a:solidFill>
                <a:effectLst/>
                <a:latin typeface="+mn-lt"/>
                <a:ea typeface="+mn-ea"/>
                <a:cs typeface="+mn-cs"/>
              </a:rPr>
              <a:t> is a technology for Amazon ECS that lets you run containers in production without deploying or managing infrastructure. </a:t>
            </a:r>
            <a:r>
              <a:rPr lang="en-US" sz="1200" b="0" i="0" kern="1200" dirty="0">
                <a:solidFill>
                  <a:srgbClr val="000000"/>
                </a:solidFill>
                <a:effectLst/>
                <a:latin typeface="+mn-lt"/>
                <a:ea typeface="+mn-ea"/>
                <a:cs typeface="+mn-cs"/>
              </a:rPr>
              <a:t>Amazon Elastic Container Service for Kubernetes</a:t>
            </a:r>
            <a:r>
              <a:rPr lang="en-US" sz="1200" b="0" i="0" kern="1200" dirty="0">
                <a:solidFill>
                  <a:schemeClr val="tx1"/>
                </a:solidFill>
                <a:effectLst/>
                <a:latin typeface="+mn-lt"/>
                <a:ea typeface="+mn-ea"/>
                <a:cs typeface="+mn-cs"/>
              </a:rPr>
              <a:t> (</a:t>
            </a:r>
            <a:r>
              <a:rPr lang="en-US" sz="1200" b="0" i="0" kern="1200" dirty="0">
                <a:solidFill>
                  <a:srgbClr val="000000"/>
                </a:solidFill>
                <a:effectLst/>
                <a:latin typeface="+mn-lt"/>
                <a:ea typeface="+mn-ea"/>
                <a:cs typeface="+mn-cs"/>
              </a:rPr>
              <a:t>EKS</a:t>
            </a:r>
            <a:r>
              <a:rPr lang="en-US" sz="1200" b="0" i="0" kern="1200" dirty="0">
                <a:solidFill>
                  <a:schemeClr val="tx1"/>
                </a:solidFill>
                <a:effectLst/>
                <a:latin typeface="+mn-lt"/>
                <a:ea typeface="+mn-ea"/>
                <a:cs typeface="+mn-cs"/>
              </a:rPr>
              <a:t>) makes it </a:t>
            </a:r>
            <a:r>
              <a:rPr lang="en-US" sz="1200" b="0" i="0" kern="1200" dirty="0">
                <a:solidFill>
                  <a:srgbClr val="000000"/>
                </a:solidFill>
                <a:effectLst/>
                <a:latin typeface="+mn-lt"/>
                <a:ea typeface="+mn-ea"/>
                <a:cs typeface="+mn-cs"/>
              </a:rPr>
              <a:t>easy</a:t>
            </a:r>
            <a:r>
              <a:rPr lang="en-US" sz="1200" b="0" i="0" kern="1200" dirty="0">
                <a:solidFill>
                  <a:schemeClr val="tx1"/>
                </a:solidFill>
                <a:effectLst/>
                <a:latin typeface="+mn-lt"/>
                <a:ea typeface="+mn-ea"/>
                <a:cs typeface="+mn-cs"/>
              </a:rPr>
              <a:t> for you to run Kubernetes on AWS. </a:t>
            </a:r>
            <a:r>
              <a:rPr lang="en-US" sz="1200" b="0" i="0" kern="1200" dirty="0">
                <a:solidFill>
                  <a:srgbClr val="000000"/>
                </a:solidFill>
                <a:effectLst/>
                <a:latin typeface="+mn-lt"/>
                <a:ea typeface="+mn-ea"/>
                <a:cs typeface="+mn-cs"/>
              </a:rPr>
              <a:t>Amazon Elastic Container Registry</a:t>
            </a:r>
            <a:r>
              <a:rPr lang="en-US" sz="1200" b="0" i="0" kern="1200" dirty="0">
                <a:solidFill>
                  <a:schemeClr val="tx1"/>
                </a:solidFill>
                <a:effectLst/>
                <a:latin typeface="+mn-lt"/>
                <a:ea typeface="+mn-ea"/>
                <a:cs typeface="+mn-cs"/>
              </a:rPr>
              <a:t> (</a:t>
            </a:r>
            <a:r>
              <a:rPr lang="en-US" sz="1200" b="0" i="0" kern="1200" dirty="0">
                <a:solidFill>
                  <a:srgbClr val="000000"/>
                </a:solidFill>
                <a:effectLst/>
                <a:latin typeface="+mn-lt"/>
                <a:ea typeface="+mn-ea"/>
                <a:cs typeface="+mn-cs"/>
              </a:rPr>
              <a:t>ECR</a:t>
            </a:r>
            <a:r>
              <a:rPr lang="en-US" sz="1200" b="0" i="0" kern="1200" dirty="0">
                <a:solidFill>
                  <a:schemeClr val="tx1"/>
                </a:solidFill>
                <a:effectLst/>
                <a:latin typeface="+mn-lt"/>
                <a:ea typeface="+mn-ea"/>
                <a:cs typeface="+mn-cs"/>
              </a:rPr>
              <a:t>) is a highly available and secure private container repository that makes it </a:t>
            </a:r>
            <a:r>
              <a:rPr lang="en-US" sz="1200" b="0" i="0" kern="1200" dirty="0">
                <a:solidFill>
                  <a:srgbClr val="000000"/>
                </a:solidFill>
                <a:effectLst/>
                <a:latin typeface="+mn-lt"/>
                <a:ea typeface="+mn-ea"/>
                <a:cs typeface="+mn-cs"/>
              </a:rPr>
              <a:t>easy</a:t>
            </a:r>
            <a:r>
              <a:rPr lang="en-US" sz="1200" b="0" i="0" kern="1200" dirty="0">
                <a:solidFill>
                  <a:schemeClr val="tx1"/>
                </a:solidFill>
                <a:effectLst/>
                <a:latin typeface="+mn-lt"/>
                <a:ea typeface="+mn-ea"/>
                <a:cs typeface="+mn-cs"/>
              </a:rPr>
              <a:t> to store and manage your Docker container images, encrypting and compressing images at rest so they are fast to pull and </a:t>
            </a:r>
            <a:r>
              <a:rPr lang="en-US" sz="1200" b="0" i="0" kern="1200" dirty="0">
                <a:solidFill>
                  <a:srgbClr val="000000"/>
                </a:solidFill>
                <a:effectLst/>
                <a:latin typeface="+mn-lt"/>
                <a:ea typeface="+mn-ea"/>
                <a:cs typeface="+mn-cs"/>
              </a:rPr>
              <a:t>secure</a:t>
            </a:r>
            <a:r>
              <a:rPr lang="en-US" sz="1200" b="0" i="0" kern="1200" dirty="0">
                <a:solidFill>
                  <a:schemeClr val="tx1"/>
                </a:solidFill>
                <a:effectLst/>
                <a:latin typeface="+mn-lt"/>
                <a:ea typeface="+mn-ea"/>
                <a:cs typeface="+mn-cs"/>
              </a:rPr>
              <a:t>. </a:t>
            </a:r>
            <a:endParaRPr lang="en-US" dirty="0"/>
          </a:p>
          <a:p>
            <a:endParaRPr lang="en-US" dirty="0"/>
          </a:p>
        </p:txBody>
      </p:sp>
    </p:spTree>
    <p:extLst>
      <p:ext uri="{BB962C8B-B14F-4D97-AF65-F5344CB8AC3E}">
        <p14:creationId xmlns:p14="http://schemas.microsoft.com/office/powerpoint/2010/main" val="272461750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rgbClr val="000000"/>
                </a:solidFill>
                <a:effectLst/>
                <a:latin typeface="+mn-lt"/>
                <a:ea typeface="+mn-ea"/>
                <a:cs typeface="+mn-cs"/>
              </a:rPr>
              <a:t>Amazon Elastic Container Service</a:t>
            </a:r>
            <a:r>
              <a:rPr lang="en-US" sz="1200" b="0" i="0" kern="1200" dirty="0">
                <a:solidFill>
                  <a:schemeClr val="tx1"/>
                </a:solidFill>
                <a:effectLst/>
                <a:latin typeface="+mn-lt"/>
                <a:ea typeface="+mn-ea"/>
                <a:cs typeface="+mn-cs"/>
              </a:rPr>
              <a:t> (Amazon ECS) is a </a:t>
            </a:r>
            <a:r>
              <a:rPr lang="en-US" sz="1200" b="0" i="0" kern="1200" dirty="0">
                <a:solidFill>
                  <a:srgbClr val="000000"/>
                </a:solidFill>
                <a:effectLst/>
                <a:latin typeface="+mn-lt"/>
                <a:ea typeface="+mn-ea"/>
                <a:cs typeface="+mn-cs"/>
              </a:rPr>
              <a:t>fully-managed</a:t>
            </a:r>
            <a:r>
              <a:rPr lang="en-US" sz="1200" b="0" i="0" kern="1200" dirty="0">
                <a:solidFill>
                  <a:schemeClr val="tx1"/>
                </a:solidFill>
                <a:effectLst/>
                <a:latin typeface="+mn-lt"/>
                <a:ea typeface="+mn-ea"/>
                <a:cs typeface="+mn-cs"/>
              </a:rPr>
              <a:t> container orchestration service that helps you easily deploy, manage, and scale containerized </a:t>
            </a:r>
            <a:r>
              <a:rPr lang="en-US" sz="1200" b="0" i="0" kern="1200" dirty="0">
                <a:solidFill>
                  <a:srgbClr val="000000"/>
                </a:solidFill>
                <a:effectLst/>
                <a:latin typeface="+mn-lt"/>
                <a:ea typeface="+mn-ea"/>
                <a:cs typeface="+mn-cs"/>
              </a:rPr>
              <a:t>applications</a:t>
            </a:r>
            <a:r>
              <a:rPr lang="en-US" sz="1200" b="0" i="0" kern="1200" dirty="0">
                <a:solidFill>
                  <a:schemeClr val="tx1"/>
                </a:solidFill>
                <a:effectLst/>
                <a:latin typeface="+mn-lt"/>
                <a:ea typeface="+mn-ea"/>
                <a:cs typeface="+mn-cs"/>
              </a:rPr>
              <a:t> on AWS. </a:t>
            </a:r>
            <a:r>
              <a:rPr lang="en-US" sz="1200" b="0" i="0" kern="1200" dirty="0">
                <a:solidFill>
                  <a:srgbClr val="000000"/>
                </a:solidFill>
                <a:effectLst/>
                <a:latin typeface="+mn-lt"/>
                <a:ea typeface="+mn-ea"/>
                <a:cs typeface="+mn-cs"/>
              </a:rPr>
              <a:t>With</a:t>
            </a:r>
            <a:r>
              <a:rPr lang="en-US" sz="1200" b="0" i="0" kern="1200" dirty="0">
                <a:solidFill>
                  <a:schemeClr val="tx1"/>
                </a:solidFill>
                <a:effectLst/>
                <a:latin typeface="+mn-lt"/>
                <a:ea typeface="+mn-ea"/>
                <a:cs typeface="+mn-cs"/>
              </a:rPr>
              <a:t> Amazon ECS, you do not have to install and operate your own container orchestration software, manage and scale a cluster of </a:t>
            </a:r>
            <a:r>
              <a:rPr lang="en-US" sz="1200" b="0" i="0" kern="1200" dirty="0">
                <a:solidFill>
                  <a:srgbClr val="000000"/>
                </a:solidFill>
                <a:effectLst/>
                <a:latin typeface="+mn-lt"/>
                <a:ea typeface="+mn-ea"/>
                <a:cs typeface="+mn-cs"/>
              </a:rPr>
              <a:t>virtual machines</a:t>
            </a:r>
            <a:r>
              <a:rPr lang="en-US" sz="1200" b="0" i="0" kern="1200" dirty="0">
                <a:solidFill>
                  <a:schemeClr val="tx1"/>
                </a:solidFill>
                <a:effectLst/>
                <a:latin typeface="+mn-lt"/>
                <a:ea typeface="+mn-ea"/>
                <a:cs typeface="+mn-cs"/>
              </a:rPr>
              <a:t>, or schedule containers on those </a:t>
            </a:r>
            <a:r>
              <a:rPr lang="en-US" sz="1200" b="0" i="0" kern="1200" dirty="0">
                <a:solidFill>
                  <a:srgbClr val="000000"/>
                </a:solidFill>
                <a:effectLst/>
                <a:latin typeface="+mn-lt"/>
                <a:ea typeface="+mn-ea"/>
                <a:cs typeface="+mn-cs"/>
              </a:rPr>
              <a:t>virtual machines</a:t>
            </a:r>
            <a:r>
              <a:rPr lang="en-US" sz="1200" b="0" i="0" kern="1200" dirty="0">
                <a:solidFill>
                  <a:schemeClr val="tx1"/>
                </a:solidFill>
                <a:effectLst/>
                <a:latin typeface="+mn-lt"/>
                <a:ea typeface="+mn-ea"/>
                <a:cs typeface="+mn-cs"/>
              </a:rPr>
              <a:t>. </a:t>
            </a:r>
            <a:r>
              <a:rPr lang="en-US" sz="1200" b="0" i="0" kern="1200" dirty="0">
                <a:solidFill>
                  <a:srgbClr val="000000"/>
                </a:solidFill>
                <a:effectLst/>
                <a:latin typeface="+mn-lt"/>
                <a:ea typeface="+mn-ea"/>
                <a:cs typeface="+mn-cs"/>
              </a:rPr>
              <a:t>Amazon</a:t>
            </a:r>
            <a:r>
              <a:rPr lang="en-US" sz="1200" b="0" i="0" kern="1200" dirty="0">
                <a:solidFill>
                  <a:schemeClr val="tx1"/>
                </a:solidFill>
                <a:effectLst/>
                <a:latin typeface="+mn-lt"/>
                <a:ea typeface="+mn-ea"/>
                <a:cs typeface="+mn-cs"/>
              </a:rPr>
              <a:t> ECS is designed </a:t>
            </a:r>
            <a:r>
              <a:rPr lang="en-US" sz="1200" b="0" i="0" kern="1200" dirty="0">
                <a:solidFill>
                  <a:srgbClr val="000000"/>
                </a:solidFill>
                <a:effectLst/>
                <a:latin typeface="+mn-lt"/>
                <a:ea typeface="+mn-ea"/>
                <a:cs typeface="+mn-cs"/>
              </a:rPr>
              <a:t>from the ground up</a:t>
            </a:r>
            <a:r>
              <a:rPr lang="en-US" sz="1200" b="0" i="0" kern="1200" dirty="0">
                <a:solidFill>
                  <a:schemeClr val="tx1"/>
                </a:solidFill>
                <a:effectLst/>
                <a:latin typeface="+mn-lt"/>
                <a:ea typeface="+mn-ea"/>
                <a:cs typeface="+mn-cs"/>
              </a:rPr>
              <a:t> to be deeply integrated </a:t>
            </a:r>
            <a:r>
              <a:rPr lang="en-US" sz="1200" b="0" i="0" kern="1200" dirty="0">
                <a:solidFill>
                  <a:srgbClr val="000000"/>
                </a:solidFill>
                <a:effectLst/>
                <a:latin typeface="+mn-lt"/>
                <a:ea typeface="+mn-ea"/>
                <a:cs typeface="+mn-cs"/>
              </a:rPr>
              <a:t>with the rest of the AWS platform, working with services like Amazon Elastic Load Balancer, IAM, Amazon ECR, CloudWatch, AWS CloudFormation, and CloudTrail</a:t>
            </a:r>
            <a:r>
              <a:rPr lang="en-US" sz="1200" b="0" i="0" kern="1200" dirty="0">
                <a:solidFill>
                  <a:schemeClr val="tx1"/>
                </a:solidFill>
                <a:effectLst/>
                <a:latin typeface="+mn-lt"/>
                <a:ea typeface="+mn-ea"/>
                <a:cs typeface="+mn-cs"/>
              </a:rPr>
              <a:t>. With Amazon ECS, you get a highly reliable solution that provides a native AWS API experience for containers, similar to EC2 for </a:t>
            </a:r>
            <a:r>
              <a:rPr lang="en-US" sz="1200" b="0" i="0" kern="1200" dirty="0">
                <a:solidFill>
                  <a:srgbClr val="000000"/>
                </a:solidFill>
                <a:effectLst/>
                <a:latin typeface="+mn-lt"/>
                <a:ea typeface="+mn-ea"/>
                <a:cs typeface="+mn-cs"/>
              </a:rPr>
              <a:t>virtual machines</a:t>
            </a:r>
            <a:r>
              <a:rPr lang="en-US" sz="1200" b="0" i="0" kern="1200" dirty="0">
                <a:solidFill>
                  <a:schemeClr val="tx1"/>
                </a:solidFill>
                <a:effectLst/>
                <a:latin typeface="+mn-lt"/>
                <a:ea typeface="+mn-ea"/>
                <a:cs typeface="+mn-cs"/>
              </a:rPr>
              <a: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Amazon ECS:</a:t>
            </a:r>
          </a:p>
          <a:p>
            <a:pPr marL="171450" indent="-171450" algn="l">
              <a:buFont typeface="Arial" panose="020B0604020202020204" pitchFamily="34" charset="0"/>
              <a:buChar char="•"/>
            </a:pPr>
            <a:r>
              <a:rPr lang="en-US" dirty="0"/>
              <a:t>Manages the execution of containerized </a:t>
            </a:r>
            <a:r>
              <a:rPr lang="en-US" dirty="0">
                <a:solidFill>
                  <a:srgbClr val="000000"/>
                </a:solidFill>
              </a:rPr>
              <a:t>application</a:t>
            </a:r>
            <a:r>
              <a:rPr lang="en-US" dirty="0"/>
              <a:t> in </a:t>
            </a:r>
            <a:r>
              <a:rPr lang="en-US" dirty="0">
                <a:solidFill>
                  <a:srgbClr val="000000"/>
                </a:solidFill>
              </a:rPr>
              <a:t>a highly</a:t>
            </a:r>
            <a:r>
              <a:rPr lang="en-US" dirty="0"/>
              <a:t> available manner.</a:t>
            </a:r>
          </a:p>
          <a:p>
            <a:pPr marL="171450" indent="-171450" algn="l">
              <a:buFont typeface="Arial" panose="020B0604020202020204" pitchFamily="34" charset="0"/>
              <a:buChar char="•"/>
            </a:pPr>
            <a:r>
              <a:rPr lang="en-US" dirty="0"/>
              <a:t>Manages clusters of </a:t>
            </a:r>
            <a:r>
              <a:rPr lang="en-US" dirty="0">
                <a:solidFill>
                  <a:srgbClr val="000000"/>
                </a:solidFill>
              </a:rPr>
              <a:t>EC2 Instances</a:t>
            </a:r>
            <a:r>
              <a:rPr lang="en-US" dirty="0"/>
              <a:t> supporting Docker containers.</a:t>
            </a:r>
          </a:p>
          <a:p>
            <a:pPr marL="171450" indent="-171450" algn="l">
              <a:buFont typeface="Arial" panose="020B0604020202020204" pitchFamily="34" charset="0"/>
              <a:buChar char="•"/>
            </a:pPr>
            <a:r>
              <a:rPr lang="en-US" dirty="0"/>
              <a:t>Monitors resource consumption and availability requirements.</a:t>
            </a:r>
          </a:p>
          <a:p>
            <a:endParaRPr lang="en-US" dirty="0"/>
          </a:p>
        </p:txBody>
      </p:sp>
    </p:spTree>
    <p:extLst>
      <p:ext uri="{BB962C8B-B14F-4D97-AF65-F5344CB8AC3E}">
        <p14:creationId xmlns:p14="http://schemas.microsoft.com/office/powerpoint/2010/main" val="146676817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16266050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rgbClr val="000000"/>
                </a:solidFill>
                <a:effectLst/>
              </a:rPr>
              <a:t>AWS Fargate</a:t>
            </a:r>
            <a:r>
              <a:rPr lang="en-US" sz="1200" b="0" i="0" kern="1200" dirty="0">
                <a:effectLst/>
              </a:rPr>
              <a:t> is a technology for deploying and managing containers without having to manage </a:t>
            </a:r>
            <a:r>
              <a:rPr lang="en-US" sz="1200" b="0" i="0" kern="1200" dirty="0">
                <a:solidFill>
                  <a:srgbClr val="000000"/>
                </a:solidFill>
                <a:effectLst/>
              </a:rPr>
              <a:t>any of the underlying infrastructure</a:t>
            </a:r>
            <a:r>
              <a:rPr lang="en-US" sz="1200" b="0" i="0" kern="1200" dirty="0">
                <a:effectLst/>
              </a:rPr>
              <a:t>. You no longer have to provision, configure, and scale clusters of </a:t>
            </a:r>
            <a:r>
              <a:rPr lang="en-US" sz="1200" b="0" i="0" kern="1200" dirty="0">
                <a:solidFill>
                  <a:srgbClr val="000000"/>
                </a:solidFill>
                <a:effectLst/>
              </a:rPr>
              <a:t>virtual machines</a:t>
            </a:r>
            <a:r>
              <a:rPr lang="en-US" sz="1200" b="0" i="0" kern="1200" dirty="0">
                <a:effectLst/>
              </a:rPr>
              <a:t> to run containers. </a:t>
            </a:r>
            <a:r>
              <a:rPr lang="en-US" sz="1200" b="0" i="0" kern="1200" dirty="0">
                <a:solidFill>
                  <a:srgbClr val="000000"/>
                </a:solidFill>
                <a:effectLst/>
              </a:rPr>
              <a:t>Simply</a:t>
            </a:r>
            <a:r>
              <a:rPr lang="en-US" sz="1200" b="0" i="0" kern="1200" dirty="0">
                <a:effectLst/>
              </a:rPr>
              <a:t> upload your container image, specify resource requirements, and </a:t>
            </a:r>
            <a:r>
              <a:rPr lang="en-US" sz="1200" b="0" i="0" kern="1200" dirty="0">
                <a:solidFill>
                  <a:srgbClr val="000000"/>
                </a:solidFill>
                <a:effectLst/>
              </a:rPr>
              <a:t>AWS Fargate</a:t>
            </a:r>
            <a:r>
              <a:rPr lang="en-US" sz="1200" b="0" i="0" kern="1200" dirty="0">
                <a:effectLst/>
              </a:rPr>
              <a:t> </a:t>
            </a:r>
            <a:r>
              <a:rPr lang="en-US" sz="1200" b="0" i="0" kern="1200" dirty="0">
                <a:solidFill>
                  <a:srgbClr val="000000"/>
                </a:solidFill>
                <a:effectLst/>
              </a:rPr>
              <a:t>launches</a:t>
            </a:r>
            <a:r>
              <a:rPr lang="en-US" sz="1200" b="0" i="0" kern="1200" dirty="0">
                <a:effectLst/>
              </a:rPr>
              <a:t> containers for you within seconds. </a:t>
            </a:r>
            <a:r>
              <a:rPr lang="en-US" sz="1200" b="0" i="0" kern="1200" dirty="0">
                <a:solidFill>
                  <a:srgbClr val="000000"/>
                </a:solidFill>
                <a:effectLst/>
              </a:rPr>
              <a:t>AWS Fargate</a:t>
            </a:r>
            <a:r>
              <a:rPr lang="en-US" sz="1200" b="0" i="0" kern="1200" dirty="0">
                <a:effectLst/>
              </a:rPr>
              <a:t> enables you to focus on designing and running the </a:t>
            </a:r>
            <a:r>
              <a:rPr lang="en-US" sz="1200" b="0" i="0" kern="1200" dirty="0">
                <a:solidFill>
                  <a:srgbClr val="000000"/>
                </a:solidFill>
                <a:effectLst/>
              </a:rPr>
              <a:t>application</a:t>
            </a:r>
            <a:r>
              <a:rPr lang="en-US" sz="1200" b="0" i="0" kern="1200" dirty="0">
                <a:effectLst/>
              </a:rPr>
              <a:t>, not the infrastructure.</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ea typeface="Amazon Ember Light" panose="020B0403020204020204" pitchFamily="34" charset="0"/>
              <a:cs typeface="Amazon Ember Light" panose="020B04030202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000000"/>
                </a:solidFill>
                <a:ea typeface="Amazon Ember Light" panose="020B0403020204020204" pitchFamily="34" charset="0"/>
                <a:cs typeface="Amazon Ember Light" panose="020B0403020204020204" pitchFamily="34" charset="0"/>
              </a:rPr>
              <a:t>AWS</a:t>
            </a:r>
            <a:r>
              <a:rPr lang="en-US" sz="1200" baseline="0" dirty="0">
                <a:solidFill>
                  <a:srgbClr val="000000"/>
                </a:solidFill>
                <a:ea typeface="Amazon Ember Light" panose="020B0403020204020204" pitchFamily="34" charset="0"/>
                <a:cs typeface="Amazon Ember Light" panose="020B0403020204020204" pitchFamily="34" charset="0"/>
              </a:rPr>
              <a:t> Fargate</a:t>
            </a:r>
            <a:r>
              <a:rPr lang="en-US" sz="1200" baseline="0" dirty="0">
                <a:ea typeface="Amazon Ember Light" panose="020B0403020204020204" pitchFamily="34" charset="0"/>
                <a:cs typeface="Amazon Ember Light" panose="020B0403020204020204" pitchFamily="34" charset="0"/>
              </a:rPr>
              <a:t> e</a:t>
            </a:r>
            <a:r>
              <a:rPr lang="en-US" sz="1200" dirty="0">
                <a:ea typeface="Amazon Ember Light" panose="020B0403020204020204" pitchFamily="34" charset="0"/>
                <a:cs typeface="Amazon Ember Light" panose="020B0403020204020204" pitchFamily="34" charset="0"/>
              </a:rPr>
              <a:t>nables developers to focus 100% on their </a:t>
            </a:r>
            <a:r>
              <a:rPr lang="en-US" sz="1200" dirty="0">
                <a:solidFill>
                  <a:srgbClr val="000000"/>
                </a:solidFill>
                <a:ea typeface="Amazon Ember Light" panose="020B0403020204020204" pitchFamily="34" charset="0"/>
                <a:cs typeface="Amazon Ember Light" panose="020B0403020204020204" pitchFamily="34" charset="0"/>
              </a:rPr>
              <a:t>applications</a:t>
            </a:r>
            <a:r>
              <a:rPr lang="en-US" sz="1200" dirty="0">
                <a:ea typeface="Amazon Ember Light" panose="020B0403020204020204" pitchFamily="34" charset="0"/>
                <a:cs typeface="Amazon Ember Light" panose="020B0403020204020204" pitchFamily="34" charset="0"/>
              </a:rPr>
              <a:t>. </a:t>
            </a:r>
            <a:r>
              <a:rPr lang="en-US" dirty="0"/>
              <a:t>With </a:t>
            </a:r>
            <a:r>
              <a:rPr lang="en-US" dirty="0">
                <a:solidFill>
                  <a:srgbClr val="000000"/>
                </a:solidFill>
              </a:rPr>
              <a:t>AWS Fargate</a:t>
            </a:r>
            <a:r>
              <a:rPr lang="en-US" dirty="0"/>
              <a:t>, instance management goes away.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ea typeface="Amazon Ember Light" panose="020B0403020204020204" pitchFamily="34" charset="0"/>
              <a:cs typeface="Amazon Ember Light" panose="020B0403020204020204" pitchFamily="34" charset="0"/>
            </a:endParaRPr>
          </a:p>
          <a:p>
            <a:pPr lvl="0">
              <a:defRPr/>
            </a:pPr>
            <a:r>
              <a:rPr lang="en-US" sz="1200" b="0" i="0" kern="1200" dirty="0">
                <a:effectLst/>
              </a:rPr>
              <a:t>The </a:t>
            </a:r>
            <a:r>
              <a:rPr lang="en-US" dirty="0">
                <a:solidFill>
                  <a:srgbClr val="000000"/>
                </a:solidFill>
                <a:ea typeface="Amazon Ember Light" panose="020B0403020204020204" pitchFamily="34" charset="0"/>
                <a:cs typeface="Amazon Ember Light" panose="020B0403020204020204" pitchFamily="34" charset="0"/>
              </a:rPr>
              <a:t>AWS </a:t>
            </a:r>
            <a:r>
              <a:rPr lang="en-US" sz="1200" b="0" i="0" kern="1200" dirty="0">
                <a:effectLst/>
              </a:rPr>
              <a:t>Fargate </a:t>
            </a:r>
            <a:r>
              <a:rPr lang="en-US" sz="1200" b="0" i="0" kern="1200" dirty="0">
                <a:solidFill>
                  <a:srgbClr val="000000"/>
                </a:solidFill>
                <a:effectLst/>
              </a:rPr>
              <a:t>launch</a:t>
            </a:r>
            <a:r>
              <a:rPr lang="en-US" sz="1200" b="0" i="0" kern="1200" dirty="0">
                <a:effectLst/>
              </a:rPr>
              <a:t> </a:t>
            </a:r>
            <a:r>
              <a:rPr lang="en-US" sz="1200" b="0" i="0" kern="1200" dirty="0">
                <a:solidFill>
                  <a:srgbClr val="000000"/>
                </a:solidFill>
                <a:effectLst/>
              </a:rPr>
              <a:t>type</a:t>
            </a:r>
            <a:r>
              <a:rPr lang="en-US" sz="1200" b="0" i="0" kern="1200" dirty="0">
                <a:effectLst/>
              </a:rPr>
              <a:t> only supports using container images hosted in Amazon ECR or publicly on Docker Hub. Private repositories are currently only supported using the EC2 </a:t>
            </a:r>
            <a:r>
              <a:rPr lang="en-US" sz="1200" b="0" i="0" kern="1200" dirty="0">
                <a:solidFill>
                  <a:srgbClr val="000000"/>
                </a:solidFill>
                <a:effectLst/>
              </a:rPr>
              <a:t>launch</a:t>
            </a:r>
            <a:r>
              <a:rPr lang="en-US" sz="1200" b="0" i="0" kern="1200" dirty="0">
                <a:effectLst/>
              </a:rPr>
              <a:t> </a:t>
            </a:r>
            <a:r>
              <a:rPr lang="en-US" sz="1200" b="0" i="0" kern="1200" dirty="0">
                <a:solidFill>
                  <a:srgbClr val="000000"/>
                </a:solidFill>
                <a:effectLst/>
              </a:rPr>
              <a:t>type</a:t>
            </a:r>
            <a:r>
              <a:rPr lang="en-US" sz="1200" b="0" i="0" kern="1200" dirty="0">
                <a:effectLst/>
              </a:rPr>
              <a:t>.</a:t>
            </a:r>
            <a:endParaRPr lang="en-US" sz="1200" dirty="0">
              <a:ea typeface="Amazon Ember Light" panose="020B0403020204020204" pitchFamily="34" charset="0"/>
              <a:cs typeface="Amazon Ember Light" panose="020B0403020204020204" pitchFamily="34" charset="0"/>
            </a:endParaRPr>
          </a:p>
          <a:p>
            <a:endParaRPr lang="en-US" dirty="0"/>
          </a:p>
        </p:txBody>
      </p:sp>
    </p:spTree>
    <p:extLst>
      <p:ext uri="{BB962C8B-B14F-4D97-AF65-F5344CB8AC3E}">
        <p14:creationId xmlns:p14="http://schemas.microsoft.com/office/powerpoint/2010/main" val="292296482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7026563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453771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Kubernetes </a:t>
            </a:r>
            <a:r>
              <a:rPr lang="en-US" sz="1200" b="0" i="0" kern="1200" dirty="0">
                <a:solidFill>
                  <a:schemeClr val="tx1"/>
                </a:solidFill>
                <a:effectLst/>
                <a:latin typeface="+mn-lt"/>
                <a:ea typeface="+mn-ea"/>
                <a:cs typeface="+mn-cs"/>
              </a:rPr>
              <a:t>is </a:t>
            </a:r>
            <a:r>
              <a:rPr lang="en-US" sz="1200" b="0" i="0" kern="1200" dirty="0">
                <a:solidFill>
                  <a:srgbClr val="000000"/>
                </a:solidFill>
                <a:effectLst/>
                <a:latin typeface="+mn-lt"/>
                <a:ea typeface="+mn-ea"/>
                <a:cs typeface="+mn-cs"/>
              </a:rPr>
              <a:t>open source software</a:t>
            </a:r>
            <a:r>
              <a:rPr lang="en-US" sz="1200" b="0" i="0" kern="1200" dirty="0">
                <a:solidFill>
                  <a:schemeClr val="tx1"/>
                </a:solidFill>
                <a:effectLst/>
                <a:latin typeface="+mn-lt"/>
                <a:ea typeface="+mn-ea"/>
                <a:cs typeface="+mn-cs"/>
              </a:rPr>
              <a:t> that </a:t>
            </a:r>
            <a:r>
              <a:rPr lang="en-US" sz="1200" b="0" i="0" kern="1200" dirty="0">
                <a:solidFill>
                  <a:srgbClr val="000000"/>
                </a:solidFill>
                <a:effectLst/>
                <a:latin typeface="+mn-lt"/>
                <a:ea typeface="+mn-ea"/>
                <a:cs typeface="+mn-cs"/>
              </a:rPr>
              <a:t>allows</a:t>
            </a:r>
            <a:r>
              <a:rPr lang="en-US" sz="1200" b="0" i="0" kern="1200" dirty="0">
                <a:solidFill>
                  <a:schemeClr val="tx1"/>
                </a:solidFill>
                <a:effectLst/>
                <a:latin typeface="+mn-lt"/>
                <a:ea typeface="+mn-ea"/>
                <a:cs typeface="+mn-cs"/>
              </a:rPr>
              <a:t> you to deploy and manage containerized </a:t>
            </a:r>
            <a:r>
              <a:rPr lang="en-US" sz="1200" b="0" i="0" kern="1200" dirty="0">
                <a:solidFill>
                  <a:srgbClr val="000000"/>
                </a:solidFill>
                <a:effectLst/>
                <a:latin typeface="+mn-lt"/>
                <a:ea typeface="+mn-ea"/>
                <a:cs typeface="+mn-cs"/>
              </a:rPr>
              <a:t>applications</a:t>
            </a:r>
            <a:r>
              <a:rPr lang="en-US" sz="1200" b="0" i="0" kern="1200" dirty="0">
                <a:solidFill>
                  <a:schemeClr val="tx1"/>
                </a:solidFill>
                <a:effectLst/>
                <a:latin typeface="+mn-lt"/>
                <a:ea typeface="+mn-ea"/>
                <a:cs typeface="+mn-cs"/>
              </a:rPr>
              <a:t> at scale. Kubernetes groups containers into logical groupings for management and discoverability, then </a:t>
            </a:r>
            <a:r>
              <a:rPr lang="en-US" sz="1200" b="0" i="0" kern="1200" dirty="0">
                <a:solidFill>
                  <a:srgbClr val="000000"/>
                </a:solidFill>
                <a:effectLst/>
                <a:latin typeface="+mn-lt"/>
                <a:ea typeface="+mn-ea"/>
                <a:cs typeface="+mn-cs"/>
              </a:rPr>
              <a:t>launches</a:t>
            </a:r>
            <a:r>
              <a:rPr lang="en-US" sz="1200" b="0" i="0" kern="1200" dirty="0">
                <a:solidFill>
                  <a:schemeClr val="tx1"/>
                </a:solidFill>
                <a:effectLst/>
                <a:latin typeface="+mn-lt"/>
                <a:ea typeface="+mn-ea"/>
                <a:cs typeface="+mn-cs"/>
              </a:rPr>
              <a:t> them onto clusters of EC2 instances. Using Kubernetes you can run containerized </a:t>
            </a:r>
            <a:r>
              <a:rPr lang="en-US" sz="1200" b="0" i="0" kern="1200" dirty="0">
                <a:solidFill>
                  <a:srgbClr val="000000"/>
                </a:solidFill>
                <a:effectLst/>
                <a:latin typeface="+mn-lt"/>
                <a:ea typeface="+mn-ea"/>
                <a:cs typeface="+mn-cs"/>
              </a:rPr>
              <a:t>applications</a:t>
            </a:r>
            <a:r>
              <a:rPr lang="en-US" sz="1200" b="0" i="0" kern="1200" dirty="0">
                <a:solidFill>
                  <a:schemeClr val="tx1"/>
                </a:solidFill>
                <a:effectLst/>
                <a:latin typeface="+mn-lt"/>
                <a:ea typeface="+mn-ea"/>
                <a:cs typeface="+mn-cs"/>
              </a:rPr>
              <a:t> including microservices, batch processing workers, and platforms as a service (PaaS) using the same toolset on premises and in the cloud.</a:t>
            </a:r>
            <a:endParaRPr lang="en-US" dirty="0"/>
          </a:p>
          <a:p>
            <a:endParaRPr lang="en-US" sz="800" b="0" i="0" kern="1200" dirty="0">
              <a:solidFill>
                <a:schemeClr val="tx1"/>
              </a:solidFill>
              <a:effectLst/>
              <a:latin typeface="+mn-lt"/>
              <a:ea typeface="+mn-ea"/>
              <a:cs typeface="+mn-cs"/>
            </a:endParaRPr>
          </a:p>
          <a:p>
            <a:r>
              <a:rPr lang="en-US" sz="1200" b="0" i="0" kern="1200" dirty="0">
                <a:solidFill>
                  <a:srgbClr val="000000"/>
                </a:solidFill>
                <a:effectLst/>
                <a:latin typeface="+mn-lt"/>
                <a:ea typeface="+mn-ea"/>
                <a:cs typeface="+mn-cs"/>
              </a:rPr>
              <a:t>Amazon Elastic Container Service for Kubernetes</a:t>
            </a:r>
            <a:r>
              <a:rPr lang="en-US" sz="1200" b="0" i="0" kern="1200" dirty="0">
                <a:solidFill>
                  <a:schemeClr val="tx1"/>
                </a:solidFill>
                <a:effectLst/>
                <a:latin typeface="+mn-lt"/>
                <a:ea typeface="+mn-ea"/>
                <a:cs typeface="+mn-cs"/>
              </a:rPr>
              <a:t> (Amazon EKS) is a managed service that makes it </a:t>
            </a:r>
            <a:r>
              <a:rPr lang="en-US" sz="1200" b="0" i="0" kern="1200" dirty="0">
                <a:solidFill>
                  <a:srgbClr val="000000"/>
                </a:solidFill>
                <a:effectLst/>
                <a:latin typeface="+mn-lt"/>
                <a:ea typeface="+mn-ea"/>
                <a:cs typeface="+mn-cs"/>
              </a:rPr>
              <a:t>easy</a:t>
            </a:r>
            <a:r>
              <a:rPr lang="en-US" sz="1200" b="0" i="0" kern="1200" dirty="0">
                <a:solidFill>
                  <a:schemeClr val="tx1"/>
                </a:solidFill>
                <a:effectLst/>
                <a:latin typeface="+mn-lt"/>
                <a:ea typeface="+mn-ea"/>
                <a:cs typeface="+mn-cs"/>
              </a:rPr>
              <a:t> for you to run Kubernetes on AWS without needing to become an expert in operating </a:t>
            </a:r>
            <a:r>
              <a:rPr lang="en-US" sz="1200" b="0" i="0" kern="1200" dirty="0">
                <a:solidFill>
                  <a:srgbClr val="000000"/>
                </a:solidFill>
                <a:effectLst/>
                <a:latin typeface="+mn-lt"/>
                <a:ea typeface="+mn-ea"/>
                <a:cs typeface="+mn-cs"/>
              </a:rPr>
              <a:t>Kubernetes</a:t>
            </a:r>
            <a:r>
              <a:rPr lang="en-US" sz="1200" b="0" i="0" kern="1200" dirty="0">
                <a:solidFill>
                  <a:schemeClr val="tx1"/>
                </a:solidFill>
                <a:effectLst/>
                <a:latin typeface="+mn-lt"/>
                <a:ea typeface="+mn-ea"/>
                <a:cs typeface="+mn-cs"/>
              </a:rPr>
              <a:t>. Amazon EKS runs the Kubernetes management infrastructure for you across multiple AWS </a:t>
            </a:r>
            <a:r>
              <a:rPr lang="en-US" sz="1200" b="0" i="0" kern="1200" dirty="0">
                <a:solidFill>
                  <a:srgbClr val="000000"/>
                </a:solidFill>
                <a:effectLst/>
                <a:latin typeface="+mn-lt"/>
                <a:ea typeface="+mn-ea"/>
                <a:cs typeface="+mn-cs"/>
              </a:rPr>
              <a:t>Availability Zones</a:t>
            </a:r>
            <a:r>
              <a:rPr lang="en-US" sz="1200" b="0" i="0" kern="1200" dirty="0">
                <a:solidFill>
                  <a:schemeClr val="tx1"/>
                </a:solidFill>
                <a:effectLst/>
                <a:latin typeface="+mn-lt"/>
                <a:ea typeface="+mn-ea"/>
                <a:cs typeface="+mn-cs"/>
              </a:rPr>
              <a:t> to </a:t>
            </a:r>
            <a:r>
              <a:rPr lang="en-US" sz="1200" b="0" i="0" kern="1200" dirty="0">
                <a:solidFill>
                  <a:srgbClr val="000000"/>
                </a:solidFill>
                <a:effectLst/>
                <a:latin typeface="+mn-lt"/>
                <a:ea typeface="+mn-ea"/>
                <a:cs typeface="+mn-cs"/>
              </a:rPr>
              <a:t>eliminate</a:t>
            </a:r>
            <a:r>
              <a:rPr lang="en-US" sz="1200" b="0" i="0" kern="1200" dirty="0">
                <a:solidFill>
                  <a:schemeClr val="tx1"/>
                </a:solidFill>
                <a:effectLst/>
                <a:latin typeface="+mn-lt"/>
                <a:ea typeface="+mn-ea"/>
                <a:cs typeface="+mn-cs"/>
              </a:rPr>
              <a:t> a single point of failure. Amazon EKS is certified Kubernetes conformant so you can use existing tooling and plugins from </a:t>
            </a:r>
            <a:r>
              <a:rPr lang="en-US" sz="1200" b="0" i="0" kern="1200" dirty="0">
                <a:solidFill>
                  <a:srgbClr val="000000"/>
                </a:solidFill>
                <a:effectLst/>
                <a:latin typeface="+mn-lt"/>
                <a:ea typeface="+mn-ea"/>
                <a:cs typeface="+mn-cs"/>
              </a:rPr>
              <a:t>partners</a:t>
            </a:r>
            <a:r>
              <a:rPr lang="en-US" sz="1200" b="0" i="0" kern="1200" dirty="0">
                <a:solidFill>
                  <a:schemeClr val="tx1"/>
                </a:solidFill>
                <a:effectLst/>
                <a:latin typeface="+mn-lt"/>
                <a:ea typeface="+mn-ea"/>
                <a:cs typeface="+mn-cs"/>
              </a:rPr>
              <a:t> and the Kubernetes community. </a:t>
            </a:r>
            <a:r>
              <a:rPr lang="en-US" sz="1200" b="0" i="0" kern="1200" dirty="0">
                <a:solidFill>
                  <a:srgbClr val="000000"/>
                </a:solidFill>
                <a:effectLst/>
                <a:latin typeface="+mn-lt"/>
                <a:ea typeface="+mn-ea"/>
                <a:cs typeface="+mn-cs"/>
              </a:rPr>
              <a:t>Applications</a:t>
            </a:r>
            <a:r>
              <a:rPr lang="en-US" sz="1200" b="0" i="0" kern="1200" dirty="0">
                <a:solidFill>
                  <a:schemeClr val="tx1"/>
                </a:solidFill>
                <a:effectLst/>
                <a:latin typeface="+mn-lt"/>
                <a:ea typeface="+mn-ea"/>
                <a:cs typeface="+mn-cs"/>
              </a:rPr>
              <a:t> running on any standard Kubernetes environment are fully compatible and can be easily migrated to Amazon EKS.</a:t>
            </a:r>
          </a:p>
          <a:p>
            <a:endParaRPr lang="en-US" sz="8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Amazon EKS provisions and scales </a:t>
            </a:r>
            <a:r>
              <a:rPr lang="en-US" sz="1200" b="0" i="0" kern="1200" dirty="0">
                <a:solidFill>
                  <a:srgbClr val="000000"/>
                </a:solidFill>
                <a:effectLst/>
                <a:latin typeface="+mn-lt"/>
                <a:ea typeface="+mn-ea"/>
                <a:cs typeface="+mn-cs"/>
              </a:rPr>
              <a:t>the Kubernetes control plane, including the API servers and backend persistence layer, across multiple AWS availability zones for high availability and fault tolerance</a:t>
            </a:r>
            <a:r>
              <a:rPr lang="en-US" sz="1200" b="0" i="0" kern="1200" dirty="0">
                <a:solidFill>
                  <a:schemeClr val="tx1"/>
                </a:solidFill>
                <a:effectLst/>
                <a:latin typeface="+mn-lt"/>
                <a:ea typeface="+mn-ea"/>
                <a:cs typeface="+mn-cs"/>
              </a:rPr>
              <a:t>. Amazon EKS automatically detects and replaces unhealthy control plane nodes and provides patching for the control plane. Amazon EKS is integrated with many AWS services to provide </a:t>
            </a:r>
            <a:r>
              <a:rPr lang="en-US" sz="1200" b="0" i="0" kern="1200" dirty="0">
                <a:solidFill>
                  <a:srgbClr val="000000"/>
                </a:solidFill>
                <a:effectLst/>
                <a:latin typeface="+mn-lt"/>
                <a:ea typeface="+mn-ea"/>
                <a:cs typeface="+mn-cs"/>
              </a:rPr>
              <a:t>scalability and security</a:t>
            </a:r>
            <a:r>
              <a:rPr lang="en-US" sz="1200" b="0" i="0" kern="1200" dirty="0">
                <a:solidFill>
                  <a:schemeClr val="tx1"/>
                </a:solidFill>
                <a:effectLst/>
                <a:latin typeface="+mn-lt"/>
                <a:ea typeface="+mn-ea"/>
                <a:cs typeface="+mn-cs"/>
              </a:rPr>
              <a:t> for your </a:t>
            </a:r>
            <a:r>
              <a:rPr lang="en-US" sz="1200" b="0" i="0" kern="1200" dirty="0">
                <a:solidFill>
                  <a:srgbClr val="000000"/>
                </a:solidFill>
                <a:effectLst/>
                <a:latin typeface="+mn-lt"/>
                <a:ea typeface="+mn-ea"/>
                <a:cs typeface="+mn-cs"/>
              </a:rPr>
              <a:t>applications</a:t>
            </a:r>
            <a:r>
              <a:rPr lang="en-US" sz="1200" b="0" i="0" kern="1200" dirty="0">
                <a:solidFill>
                  <a:schemeClr val="tx1"/>
                </a:solidFill>
                <a:effectLst/>
                <a:latin typeface="+mn-lt"/>
                <a:ea typeface="+mn-ea"/>
                <a:cs typeface="+mn-cs"/>
              </a:rPr>
              <a:t>. These services include </a:t>
            </a:r>
            <a:r>
              <a:rPr lang="en-US" sz="1200" b="0" i="0" kern="1200" dirty="0">
                <a:solidFill>
                  <a:srgbClr val="000000"/>
                </a:solidFill>
                <a:effectLst/>
                <a:latin typeface="+mn-lt"/>
                <a:ea typeface="+mn-ea"/>
                <a:cs typeface="+mn-cs"/>
              </a:rPr>
              <a:t>Elastic Load Balancing for load distribution, IAM for authentication, Amazon VPC for isolation, AWS PrivateLink for private network access, and AWS CloudTrail for logging</a:t>
            </a:r>
            <a:r>
              <a:rPr lang="en-US" sz="1200" b="0" i="0" kern="1200" dirty="0">
                <a:solidFill>
                  <a:schemeClr val="tx1"/>
                </a:solidFill>
                <a:effectLst/>
                <a:latin typeface="+mn-lt"/>
                <a:ea typeface="+mn-ea"/>
                <a:cs typeface="+mn-cs"/>
              </a:rPr>
              <a:t>.</a:t>
            </a:r>
            <a:endParaRPr lang="en-US" dirty="0"/>
          </a:p>
        </p:txBody>
      </p:sp>
    </p:spTree>
    <p:extLst>
      <p:ext uri="{BB962C8B-B14F-4D97-AF65-F5344CB8AC3E}">
        <p14:creationId xmlns:p14="http://schemas.microsoft.com/office/powerpoint/2010/main" val="290572476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66570088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69925" y="1143000"/>
            <a:ext cx="5486400" cy="30861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06908106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kern="1200" dirty="0">
                <a:solidFill>
                  <a:schemeClr val="tx1"/>
                </a:solidFill>
                <a:effectLst/>
              </a:rPr>
              <a:t>Read </a:t>
            </a:r>
            <a:r>
              <a:rPr lang="en-US" kern="1200" dirty="0">
                <a:solidFill>
                  <a:srgbClr val="000000"/>
                </a:solidFill>
                <a:effectLst/>
              </a:rPr>
              <a:t>left</a:t>
            </a:r>
            <a:r>
              <a:rPr lang="en-US" kern="1200" dirty="0">
                <a:solidFill>
                  <a:schemeClr val="tx1"/>
                </a:solidFill>
                <a:effectLst/>
              </a:rPr>
              <a:t> to right:</a:t>
            </a:r>
          </a:p>
          <a:p>
            <a:pPr lvl="0"/>
            <a:r>
              <a:rPr lang="en-US" kern="1200" dirty="0">
                <a:solidFill>
                  <a:schemeClr val="tx1"/>
                </a:solidFill>
                <a:effectLst/>
              </a:rPr>
              <a:t>(True)</a:t>
            </a:r>
          </a:p>
          <a:p>
            <a:pPr lvl="0"/>
            <a:r>
              <a:rPr lang="en-US" kern="1200" dirty="0">
                <a:solidFill>
                  <a:schemeClr val="tx1"/>
                </a:solidFill>
                <a:effectLst/>
              </a:rPr>
              <a:t>(True)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kern="1200" dirty="0">
                <a:solidFill>
                  <a:schemeClr val="tx1"/>
                </a:solidFill>
                <a:effectLst/>
              </a:rPr>
              <a:t>(False) </a:t>
            </a:r>
            <a:r>
              <a:rPr lang="en-US" sz="1200" dirty="0">
                <a:ea typeface="Amazon Ember Light" panose="020B0403020204020204" pitchFamily="34" charset="0"/>
                <a:cs typeface="Amazon Ember Light" panose="020B0403020204020204" pitchFamily="34" charset="0"/>
              </a:rPr>
              <a:t>With </a:t>
            </a:r>
            <a:r>
              <a:rPr lang="en-US" sz="1200" dirty="0">
                <a:solidFill>
                  <a:srgbClr val="000000"/>
                </a:solidFill>
                <a:ea typeface="Amazon Ember Light" panose="020B0403020204020204" pitchFamily="34" charset="0"/>
                <a:cs typeface="Amazon Ember Light" panose="020B0403020204020204" pitchFamily="34" charset="0"/>
              </a:rPr>
              <a:t>ECS</a:t>
            </a:r>
            <a:r>
              <a:rPr lang="en-US" sz="1200" dirty="0">
                <a:ea typeface="Amazon Ember Light" panose="020B0403020204020204" pitchFamily="34" charset="0"/>
                <a:cs typeface="Amazon Ember Light" panose="020B0403020204020204" pitchFamily="34" charset="0"/>
              </a:rPr>
              <a:t>, you </a:t>
            </a:r>
            <a:r>
              <a:rPr lang="en-US" sz="1200" b="1" dirty="0">
                <a:ea typeface="Amazon Ember Light" panose="020B0403020204020204" pitchFamily="34" charset="0"/>
                <a:cs typeface="Amazon Ember Light" panose="020B0403020204020204" pitchFamily="34" charset="0"/>
              </a:rPr>
              <a:t>do not </a:t>
            </a:r>
            <a:r>
              <a:rPr lang="en-US" sz="1200" dirty="0">
                <a:solidFill>
                  <a:schemeClr val="tx1"/>
                </a:solidFill>
                <a:ea typeface="Amazon Ember Light" panose="020B0403020204020204" pitchFamily="34" charset="0"/>
                <a:cs typeface="Amazon Ember Light" panose="020B0403020204020204" pitchFamily="34" charset="0"/>
              </a:rPr>
              <a:t>have to install and operate your own container orchestration software, </a:t>
            </a:r>
            <a:r>
              <a:rPr lang="en-US" sz="1200" dirty="0">
                <a:solidFill>
                  <a:srgbClr val="000000"/>
                </a:solidFill>
                <a:ea typeface="Amazon Ember Light" panose="020B0403020204020204" pitchFamily="34" charset="0"/>
                <a:cs typeface="Amazon Ember Light" panose="020B0403020204020204" pitchFamily="34" charset="0"/>
              </a:rPr>
              <a:t>manage and</a:t>
            </a:r>
            <a:r>
              <a:rPr lang="en-US" sz="1200" dirty="0">
                <a:solidFill>
                  <a:schemeClr val="tx1"/>
                </a:solidFill>
                <a:ea typeface="Amazon Ember Light" panose="020B0403020204020204" pitchFamily="34" charset="0"/>
                <a:cs typeface="Amazon Ember Light" panose="020B0403020204020204" pitchFamily="34" charset="0"/>
              </a:rPr>
              <a:t> scale a cluster of </a:t>
            </a:r>
            <a:r>
              <a:rPr lang="en-US" sz="1200" dirty="0">
                <a:solidFill>
                  <a:srgbClr val="000000"/>
                </a:solidFill>
                <a:ea typeface="Amazon Ember Light" panose="020B0403020204020204" pitchFamily="34" charset="0"/>
                <a:cs typeface="Amazon Ember Light" panose="020B0403020204020204" pitchFamily="34" charset="0"/>
              </a:rPr>
              <a:t>virtual machines</a:t>
            </a:r>
            <a:r>
              <a:rPr lang="en-US" sz="1200" dirty="0">
                <a:solidFill>
                  <a:schemeClr val="tx1"/>
                </a:solidFill>
                <a:ea typeface="Amazon Ember Light" panose="020B0403020204020204" pitchFamily="34" charset="0"/>
                <a:cs typeface="Amazon Ember Light" panose="020B0403020204020204" pitchFamily="34"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kern="1200" dirty="0">
                <a:solidFill>
                  <a:schemeClr val="tx1"/>
                </a:solidFill>
                <a:effectLst/>
              </a:rPr>
              <a:t>(False) </a:t>
            </a:r>
            <a:r>
              <a:rPr lang="en-US" sz="1200" dirty="0">
                <a:ea typeface="Amazon Ember Light" panose="020B0403020204020204" pitchFamily="34" charset="0"/>
                <a:cs typeface="Amazon Ember Light" panose="020B0403020204020204" pitchFamily="34" charset="0"/>
              </a:rPr>
              <a:t>To delete an instance of a container, you use the </a:t>
            </a:r>
            <a:r>
              <a:rPr lang="en-US" sz="1200" b="1" dirty="0">
                <a:ea typeface="Amazon Ember Light" charset="0"/>
                <a:cs typeface="Courier New" panose="02070309020205020404" pitchFamily="49" charset="0"/>
              </a:rPr>
              <a:t>docker rm</a:t>
            </a:r>
            <a:r>
              <a:rPr lang="en-US" sz="1200" b="1" dirty="0">
                <a:ea typeface="Amazon Ember Light" panose="020B0403020204020204" pitchFamily="34" charset="0"/>
                <a:cs typeface="Amazon Ember Light" panose="020B0403020204020204" pitchFamily="34" charset="0"/>
              </a:rPr>
              <a:t> </a:t>
            </a:r>
            <a:r>
              <a:rPr lang="en-US" sz="1200" dirty="0">
                <a:ea typeface="Amazon Ember Light" panose="020B0403020204020204" pitchFamily="34" charset="0"/>
                <a:cs typeface="Amazon Ember Light" panose="020B0403020204020204" pitchFamily="34" charset="0"/>
              </a:rPr>
              <a:t>command. To delete an image, you use the </a:t>
            </a:r>
            <a:r>
              <a:rPr lang="en-US" sz="1200" b="1" dirty="0">
                <a:ea typeface="Amazon Ember Light" panose="020B0403020204020204" pitchFamily="34" charset="0"/>
                <a:cs typeface="Amazon Ember Light" panose="020B0403020204020204" pitchFamily="34" charset="0"/>
              </a:rPr>
              <a:t>docker </a:t>
            </a:r>
            <a:r>
              <a:rPr lang="en-US" sz="1200" b="1" dirty="0" err="1">
                <a:solidFill>
                  <a:srgbClr val="000000"/>
                </a:solidFill>
                <a:ea typeface="Amazon Ember Light" panose="020B0403020204020204" pitchFamily="34" charset="0"/>
                <a:cs typeface="Amazon Ember Light" panose="020B0403020204020204" pitchFamily="34" charset="0"/>
              </a:rPr>
              <a:t>rmi</a:t>
            </a:r>
            <a:r>
              <a:rPr lang="en-US" sz="1200" b="1" dirty="0">
                <a:ea typeface="Amazon Ember Light" panose="020B0403020204020204" pitchFamily="34" charset="0"/>
                <a:cs typeface="Amazon Ember Light" panose="020B0403020204020204" pitchFamily="34" charset="0"/>
              </a:rPr>
              <a:t> </a:t>
            </a:r>
            <a:r>
              <a:rPr lang="en-US" sz="1200" dirty="0">
                <a:ea typeface="Amazon Ember Light" panose="020B0403020204020204" pitchFamily="34" charset="0"/>
                <a:cs typeface="Amazon Ember Light" panose="020B0403020204020204" pitchFamily="34" charset="0"/>
              </a:rPr>
              <a:t>command.</a:t>
            </a:r>
            <a:endParaRPr lang="en-US" kern="1200" dirty="0">
              <a:solidFill>
                <a:schemeClr val="tx1"/>
              </a:solidFill>
              <a:effectLst/>
            </a:endParaRPr>
          </a:p>
          <a:p>
            <a:pPr lvl="0"/>
            <a:r>
              <a:rPr lang="en-US" kern="1200" dirty="0">
                <a:solidFill>
                  <a:schemeClr val="tx1"/>
                </a:solidFill>
                <a:effectLst/>
              </a:rPr>
              <a:t>(True)</a:t>
            </a:r>
          </a:p>
          <a:p>
            <a:pPr lvl="0"/>
            <a:r>
              <a:rPr lang="en-US" kern="1200" dirty="0">
                <a:solidFill>
                  <a:schemeClr val="tx1"/>
                </a:solidFill>
                <a:effectLst/>
              </a:rPr>
              <a:t>(True)</a:t>
            </a:r>
          </a:p>
        </p:txBody>
      </p:sp>
    </p:spTree>
    <p:extLst>
      <p:ext uri="{BB962C8B-B14F-4D97-AF65-F5344CB8AC3E}">
        <p14:creationId xmlns:p14="http://schemas.microsoft.com/office/powerpoint/2010/main" val="378521474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00031210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lab, you will:</a:t>
            </a:r>
          </a:p>
          <a:p>
            <a:pPr marL="228600" indent="-228600">
              <a:buFont typeface="Arial" panose="020B0604020202020204" pitchFamily="34" charset="0"/>
              <a:buChar char="•"/>
            </a:pPr>
            <a:r>
              <a:rPr lang="en-US" dirty="0">
                <a:solidFill>
                  <a:srgbClr val="000000"/>
                </a:solidFill>
              </a:rPr>
              <a:t>Launch</a:t>
            </a:r>
            <a:r>
              <a:rPr lang="en-US" dirty="0"/>
              <a:t> an EC2 instance with </a:t>
            </a:r>
            <a:r>
              <a:rPr lang="en-US" dirty="0">
                <a:solidFill>
                  <a:srgbClr val="000000"/>
                </a:solidFill>
              </a:rPr>
              <a:t>user-data</a:t>
            </a:r>
            <a:endParaRPr lang="en-US" dirty="0">
              <a:solidFill>
                <a:srgbClr val="000000"/>
              </a:solidFill>
              <a:latin typeface="Calibri" panose="020F0502020204030204" pitchFamily="34" charset="0"/>
            </a:endParaRPr>
          </a:p>
          <a:p>
            <a:pPr marL="228600" indent="-228600">
              <a:buFont typeface="Arial" panose="020B0604020202020204" pitchFamily="34" charset="0"/>
              <a:buChar char="•"/>
            </a:pPr>
            <a:r>
              <a:rPr lang="en-US" dirty="0"/>
              <a:t>Create a </a:t>
            </a:r>
            <a:r>
              <a:rPr lang="en-US" dirty="0" err="1">
                <a:solidFill>
                  <a:srgbClr val="000000"/>
                </a:solidFill>
              </a:rPr>
              <a:t>Dockerfile</a:t>
            </a:r>
            <a:endParaRPr lang="en-US" dirty="0">
              <a:solidFill>
                <a:srgbClr val="000000"/>
              </a:solidFill>
              <a:latin typeface="Calibri" panose="020F0502020204030204" pitchFamily="34" charset="0"/>
            </a:endParaRPr>
          </a:p>
          <a:p>
            <a:pPr marL="228600" indent="-228600">
              <a:buFont typeface="Arial" panose="020B0604020202020204" pitchFamily="34" charset="0"/>
              <a:buChar char="•"/>
            </a:pPr>
            <a:r>
              <a:rPr lang="en-US" dirty="0"/>
              <a:t>Create a Docker image using a </a:t>
            </a:r>
            <a:r>
              <a:rPr lang="en-US" dirty="0" err="1">
                <a:solidFill>
                  <a:srgbClr val="000000"/>
                </a:solidFill>
              </a:rPr>
              <a:t>dockerfile</a:t>
            </a:r>
            <a:endParaRPr lang="en-US" dirty="0">
              <a:solidFill>
                <a:srgbClr val="000000"/>
              </a:solidFill>
              <a:latin typeface="Calibri" panose="020F0502020204030204" pitchFamily="34" charset="0"/>
            </a:endParaRPr>
          </a:p>
          <a:p>
            <a:pPr marL="228600" indent="-228600">
              <a:buFont typeface="Arial" panose="020B0604020202020204" pitchFamily="34" charset="0"/>
              <a:buChar char="•"/>
            </a:pPr>
            <a:r>
              <a:rPr lang="en-US" dirty="0"/>
              <a:t>Run a container from a Docker </a:t>
            </a:r>
            <a:r>
              <a:rPr lang="en-US" dirty="0">
                <a:solidFill>
                  <a:srgbClr val="000000"/>
                </a:solidFill>
              </a:rPr>
              <a:t>image</a:t>
            </a:r>
            <a:endParaRPr lang="en-US" dirty="0">
              <a:solidFill>
                <a:srgbClr val="000000"/>
              </a:solidFill>
              <a:latin typeface="Calibri" panose="020F0502020204030204" pitchFamily="34" charset="0"/>
            </a:endParaRPr>
          </a:p>
          <a:p>
            <a:pPr marL="228600" indent="-228600">
              <a:buFont typeface="Arial" panose="020B0604020202020204" pitchFamily="34" charset="0"/>
              <a:buChar char="•"/>
            </a:pPr>
            <a:r>
              <a:rPr lang="en-US" dirty="0"/>
              <a:t>Interact with and administer your </a:t>
            </a:r>
            <a:r>
              <a:rPr lang="en-US" dirty="0">
                <a:solidFill>
                  <a:srgbClr val="000000"/>
                </a:solidFill>
              </a:rPr>
              <a:t>containers</a:t>
            </a:r>
            <a:endParaRPr lang="en-US" dirty="0">
              <a:solidFill>
                <a:srgbClr val="000000"/>
              </a:solidFill>
              <a:latin typeface="Calibri" panose="020F0502020204030204" pitchFamily="34" charset="0"/>
            </a:endParaRPr>
          </a:p>
          <a:p>
            <a:pPr marL="228600" indent="-228600">
              <a:buFont typeface="Arial" panose="020B0604020202020204" pitchFamily="34" charset="0"/>
              <a:buChar char="•"/>
            </a:pPr>
            <a:r>
              <a:rPr lang="en-US" dirty="0"/>
              <a:t>Create an </a:t>
            </a:r>
            <a:r>
              <a:rPr lang="en-US" dirty="0">
                <a:solidFill>
                  <a:srgbClr val="000000"/>
                </a:solidFill>
              </a:rPr>
              <a:t>ECR</a:t>
            </a:r>
            <a:r>
              <a:rPr lang="en-US" dirty="0"/>
              <a:t> </a:t>
            </a:r>
            <a:r>
              <a:rPr lang="en-US" dirty="0">
                <a:solidFill>
                  <a:srgbClr val="000000"/>
                </a:solidFill>
              </a:rPr>
              <a:t>Repository</a:t>
            </a:r>
            <a:endParaRPr lang="en-US" dirty="0">
              <a:solidFill>
                <a:srgbClr val="000000"/>
              </a:solidFill>
              <a:latin typeface="Calibri" panose="020F0502020204030204" pitchFamily="34" charset="0"/>
            </a:endParaRPr>
          </a:p>
          <a:p>
            <a:pPr marL="228600" indent="-228600">
              <a:buFont typeface="Arial" panose="020B0604020202020204" pitchFamily="34" charset="0"/>
              <a:buChar char="•"/>
            </a:pPr>
            <a:r>
              <a:rPr lang="en-US" dirty="0"/>
              <a:t>Authenticate the Docker client to </a:t>
            </a:r>
            <a:r>
              <a:rPr lang="en-US" dirty="0">
                <a:solidFill>
                  <a:srgbClr val="000000"/>
                </a:solidFill>
              </a:rPr>
              <a:t>ECR</a:t>
            </a:r>
            <a:endParaRPr lang="en-US" dirty="0">
              <a:solidFill>
                <a:srgbClr val="000000"/>
              </a:solidFill>
              <a:latin typeface="Calibri" panose="020F0502020204030204" pitchFamily="34" charset="0"/>
            </a:endParaRPr>
          </a:p>
          <a:p>
            <a:pPr marL="228600" indent="-228600">
              <a:buFont typeface="Arial" panose="020B0604020202020204" pitchFamily="34" charset="0"/>
              <a:buChar char="•"/>
            </a:pPr>
            <a:r>
              <a:rPr lang="en-US" dirty="0"/>
              <a:t>Push a Docker image to </a:t>
            </a:r>
            <a:r>
              <a:rPr lang="en-US" dirty="0">
                <a:solidFill>
                  <a:srgbClr val="000000"/>
                </a:solidFill>
              </a:rPr>
              <a:t>ECR</a:t>
            </a:r>
            <a:endParaRPr lang="en-US" dirty="0">
              <a:solidFill>
                <a:srgbClr val="000000"/>
              </a:solidFill>
              <a:latin typeface="Calibri" panose="020F0502020204030204" pitchFamily="34" charset="0"/>
            </a:endParaRPr>
          </a:p>
        </p:txBody>
      </p:sp>
    </p:spTree>
    <p:extLst>
      <p:ext uri="{BB962C8B-B14F-4D97-AF65-F5344CB8AC3E}">
        <p14:creationId xmlns:p14="http://schemas.microsoft.com/office/powerpoint/2010/main" val="369866115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12913502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02167089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49356097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Dockerfile</a:t>
            </a:r>
            <a:r>
              <a:rPr lang="en-US" baseline="0" dirty="0"/>
              <a:t> writing best practices</a:t>
            </a:r>
            <a:r>
              <a:rPr lang="en-US" baseline="0"/>
              <a:t>, </a:t>
            </a:r>
            <a:r>
              <a:rPr lang="en-US" baseline="0">
                <a:solidFill>
                  <a:srgbClr val="000000"/>
                </a:solidFill>
              </a:rPr>
              <a:t>see  </a:t>
            </a:r>
            <a:r>
              <a:rPr lang="en-US">
                <a:solidFill>
                  <a:srgbClr val="000000"/>
                </a:solidFill>
                <a:hlinkClick r:id="rId3"/>
              </a:rPr>
              <a:t>https://docs.docker.com/develop/develop-images/dockerfile_best-practices/#label</a:t>
            </a:r>
            <a:r>
              <a:rPr lang="en-US"/>
              <a:t>.</a:t>
            </a:r>
            <a:endParaRPr lang="en-US" dirty="0"/>
          </a:p>
        </p:txBody>
      </p:sp>
    </p:spTree>
    <p:extLst>
      <p:ext uri="{BB962C8B-B14F-4D97-AF65-F5344CB8AC3E}">
        <p14:creationId xmlns:p14="http://schemas.microsoft.com/office/powerpoint/2010/main" val="166255217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8729084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5.jp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5.xml"/><Relationship Id="rId4"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6.xml"/><Relationship Id="rId4"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17.xml"/><Relationship Id="rId4" Type="http://schemas.openxmlformats.org/officeDocument/2006/relationships/image" Target="../media/image5.jp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8.xml"/><Relationship Id="rId4"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9.xml"/><Relationship Id="rId4"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2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2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23.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24.xml"/><Relationship Id="rId4"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tags" Target="../tags/tag25.xml"/><Relationship Id="rId5" Type="http://schemas.openxmlformats.org/officeDocument/2006/relationships/image" Target="../media/image8.png"/><Relationship Id="rId4" Type="http://schemas.openxmlformats.org/officeDocument/2006/relationships/image" Target="../media/image7.wmf"/></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11.wmf"/><Relationship Id="rId4" Type="http://schemas.openxmlformats.org/officeDocument/2006/relationships/oleObject" Target="../embeddings/oleObject2.bin"/></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26.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8C3AF6D-2BEF-7049-86B4-BA8E93A54A93}"/>
              </a:ext>
            </a:extLst>
          </p:cNvPr>
          <p:cNvPicPr>
            <a:picLocks noChangeAspect="1"/>
          </p:cNvPicPr>
          <p:nvPr/>
        </p:nvPicPr>
        <p:blipFill>
          <a:blip r:embed="rId3"/>
          <a:stretch>
            <a:fillRect/>
          </a:stretch>
        </p:blipFill>
        <p:spPr>
          <a:xfrm>
            <a:off x="-81023" y="-47919"/>
            <a:ext cx="12361762" cy="6958182"/>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191940"/>
            <a:ext cx="11353800" cy="474119"/>
          </a:xfrm>
        </p:spPr>
        <p:txBody>
          <a:bodyPr>
            <a:noAutofit/>
          </a:bodyPr>
          <a:lstStyle>
            <a:lvl1pPr>
              <a:defRPr sz="6000">
                <a:solidFill>
                  <a:schemeClr val="bg1"/>
                </a:solidFill>
              </a:defRPr>
            </a:lvl1pPr>
          </a:lstStyle>
          <a:p>
            <a:r>
              <a:rPr lang="en-US"/>
              <a:t>Click to edit Master title style</a:t>
            </a:r>
            <a:endParaRPr lang="en-US" dirty="0"/>
          </a:p>
        </p:txBody>
      </p:sp>
      <p:sp>
        <p:nvSpPr>
          <p:cNvPr id="5" name="Text Placeholder 3">
            <a:extLst>
              <a:ext uri="{FF2B5EF4-FFF2-40B4-BE49-F238E27FC236}">
                <a16:creationId xmlns:a16="http://schemas.microsoft.com/office/drawing/2014/main" id="{984EADBC-1FCF-4148-AFB8-F0370FE66BDA}"/>
              </a:ext>
            </a:extLst>
          </p:cNvPr>
          <p:cNvSpPr>
            <a:spLocks noGrp="1"/>
          </p:cNvSpPr>
          <p:nvPr>
            <p:ph type="body" sz="quarter" idx="10" hasCustomPrompt="1"/>
          </p:nvPr>
        </p:nvSpPr>
        <p:spPr>
          <a:xfrm>
            <a:off x="419100" y="2554356"/>
            <a:ext cx="8059738" cy="488498"/>
          </a:xfrm>
        </p:spPr>
        <p:txBody>
          <a:bodyPr>
            <a:normAutofit/>
          </a:bodyPr>
          <a:lstStyle>
            <a:lvl1pPr marL="0" indent="0">
              <a:buNone/>
              <a:defRPr sz="2000" b="0" spc="300">
                <a:solidFill>
                  <a:schemeClr val="bg1"/>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TITLE STYLE</a:t>
            </a:r>
          </a:p>
        </p:txBody>
      </p:sp>
      <p:pic>
        <p:nvPicPr>
          <p:cNvPr id="7" name="Picture 6">
            <a:extLst>
              <a:ext uri="{FF2B5EF4-FFF2-40B4-BE49-F238E27FC236}">
                <a16:creationId xmlns:a16="http://schemas.microsoft.com/office/drawing/2014/main" id="{63FC9937-4309-1345-9FFE-12A8DD2FC6B5}"/>
              </a:ext>
            </a:extLst>
          </p:cNvPr>
          <p:cNvPicPr>
            <a:picLocks noChangeAspect="1"/>
          </p:cNvPicPr>
          <p:nvPr/>
        </p:nvPicPr>
        <p:blipFill>
          <a:blip r:embed="rId4"/>
          <a:stretch>
            <a:fillRect/>
          </a:stretch>
        </p:blipFill>
        <p:spPr>
          <a:xfrm>
            <a:off x="9861952" y="6089839"/>
            <a:ext cx="1910948" cy="449073"/>
          </a:xfrm>
          <a:prstGeom prst="rect">
            <a:avLst/>
          </a:prstGeom>
        </p:spPr>
      </p:pic>
    </p:spTree>
    <p:custDataLst>
      <p:tags r:id="rId1"/>
    </p:custDataLst>
    <p:extLst>
      <p:ext uri="{BB962C8B-B14F-4D97-AF65-F5344CB8AC3E}">
        <p14:creationId xmlns:p14="http://schemas.microsoft.com/office/powerpoint/2010/main" val="2263526866"/>
      </p:ext>
    </p:extLst>
  </p:cSld>
  <p:clrMapOvr>
    <a:masterClrMapping/>
  </p:clrMapOvr>
  <p:extLst>
    <p:ext uri="{DCECCB84-F9BA-43D5-87BE-67443E8EF086}">
      <p15:sldGuideLst xmlns:p15="http://schemas.microsoft.com/office/powerpoint/2012/main">
        <p15:guide id="1" orient="horz" pos="21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58223B2-799A-5246-A4C6-C8BB64215826}"/>
              </a:ext>
            </a:extLst>
          </p:cNvPr>
          <p:cNvSpPr/>
          <p:nvPr/>
        </p:nvSpPr>
        <p:spPr>
          <a:xfrm>
            <a:off x="0" y="0"/>
            <a:ext cx="12192000" cy="6858000"/>
          </a:xfrm>
          <a:prstGeom prst="rect">
            <a:avLst/>
          </a:prstGeom>
          <a:solidFill>
            <a:srgbClr val="232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itle 1">
            <a:extLst>
              <a:ext uri="{FF2B5EF4-FFF2-40B4-BE49-F238E27FC236}">
                <a16:creationId xmlns:a16="http://schemas.microsoft.com/office/drawing/2014/main" id="{B407F2DB-F618-9B42-B761-D4AC79DC3498}"/>
              </a:ext>
            </a:extLst>
          </p:cNvPr>
          <p:cNvSpPr>
            <a:spLocks noGrp="1"/>
          </p:cNvSpPr>
          <p:nvPr>
            <p:ph type="title"/>
          </p:nvPr>
        </p:nvSpPr>
        <p:spPr>
          <a:xfrm>
            <a:off x="419100" y="3191940"/>
            <a:ext cx="11353800" cy="474119"/>
          </a:xfrm>
        </p:spPr>
        <p:txBody>
          <a:bodyPr>
            <a:noAutofit/>
          </a:bodyPr>
          <a:lstStyle>
            <a:lvl1pPr>
              <a:defRPr sz="6000">
                <a:solidFill>
                  <a:schemeClr val="bg1"/>
                </a:solidFill>
              </a:defRPr>
            </a:lvl1pPr>
          </a:lstStyle>
          <a:p>
            <a:r>
              <a:rPr lang="en-US"/>
              <a:t>Click to edit Master title style</a:t>
            </a:r>
            <a:endParaRPr lang="en-US" dirty="0"/>
          </a:p>
        </p:txBody>
      </p:sp>
      <p:sp>
        <p:nvSpPr>
          <p:cNvPr id="15" name="Text Placeholder 3">
            <a:extLst>
              <a:ext uri="{FF2B5EF4-FFF2-40B4-BE49-F238E27FC236}">
                <a16:creationId xmlns:a16="http://schemas.microsoft.com/office/drawing/2014/main" id="{7A5CC2AB-7462-6949-B0CC-D453D58B64D6}"/>
              </a:ext>
            </a:extLst>
          </p:cNvPr>
          <p:cNvSpPr>
            <a:spLocks noGrp="1"/>
          </p:cNvSpPr>
          <p:nvPr>
            <p:ph type="body" sz="quarter" idx="10" hasCustomPrompt="1"/>
          </p:nvPr>
        </p:nvSpPr>
        <p:spPr>
          <a:xfrm>
            <a:off x="419100" y="2554356"/>
            <a:ext cx="8059738" cy="488498"/>
          </a:xfrm>
        </p:spPr>
        <p:txBody>
          <a:bodyPr>
            <a:normAutofit/>
          </a:bodyPr>
          <a:lstStyle>
            <a:lvl1pPr marL="0" indent="0">
              <a:buNone/>
              <a:defRPr sz="2000" b="0" spc="30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TITLE STYLE</a:t>
            </a:r>
          </a:p>
        </p:txBody>
      </p:sp>
      <p:sp>
        <p:nvSpPr>
          <p:cNvPr id="6" name="Footer Placeholder 4">
            <a:extLst>
              <a:ext uri="{FF2B5EF4-FFF2-40B4-BE49-F238E27FC236}">
                <a16:creationId xmlns:a16="http://schemas.microsoft.com/office/drawing/2014/main" id="{6636900F-FBBE-9846-A194-AC5CF173B39F}"/>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2020 Amazon Web Services, Inc. or its Affiliates. All rights reserved.</a:t>
            </a:r>
            <a:endParaRPr lang="en-US" dirty="0"/>
          </a:p>
        </p:txBody>
      </p:sp>
      <p:pic>
        <p:nvPicPr>
          <p:cNvPr id="7" name="Picture 6">
            <a:extLst>
              <a:ext uri="{FF2B5EF4-FFF2-40B4-BE49-F238E27FC236}">
                <a16:creationId xmlns:a16="http://schemas.microsoft.com/office/drawing/2014/main" id="{C64AE505-226A-7C43-A554-8CB1590043A4}"/>
              </a:ext>
            </a:extLst>
          </p:cNvPr>
          <p:cNvPicPr>
            <a:picLocks noChangeAspect="1"/>
          </p:cNvPicPr>
          <p:nvPr/>
        </p:nvPicPr>
        <p:blipFill>
          <a:blip r:embed="rId3"/>
          <a:stretch>
            <a:fillRect/>
          </a:stretch>
        </p:blipFill>
        <p:spPr>
          <a:xfrm>
            <a:off x="9861952" y="6089839"/>
            <a:ext cx="1910948" cy="449073"/>
          </a:xfrm>
          <a:prstGeom prst="rect">
            <a:avLst/>
          </a:prstGeom>
        </p:spPr>
      </p:pic>
    </p:spTree>
    <p:custDataLst>
      <p:tags r:id="rId1"/>
    </p:custDataLst>
    <p:extLst>
      <p:ext uri="{BB962C8B-B14F-4D97-AF65-F5344CB8AC3E}">
        <p14:creationId xmlns:p14="http://schemas.microsoft.com/office/powerpoint/2010/main" val="14977278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ide by Side">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57AF45B-C20A-5F4E-906A-B043D9D7F28E}"/>
              </a:ext>
            </a:extLst>
          </p:cNvPr>
          <p:cNvSpPr/>
          <p:nvPr/>
        </p:nvSpPr>
        <p:spPr>
          <a:xfrm>
            <a:off x="-2" y="0"/>
            <a:ext cx="5125762" cy="6875492"/>
          </a:xfrm>
          <a:prstGeom prst="rect">
            <a:avLst/>
          </a:prstGeom>
          <a:solidFill>
            <a:srgbClr val="232F3E"/>
          </a:solidFill>
          <a:ln w="9525" cap="flat" cmpd="sng" algn="ctr">
            <a:no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mazon Ember Light" panose="020B0403020204020204" pitchFamily="34" charset="0"/>
              <a:ea typeface="+mn-ea"/>
              <a:cs typeface="+mn-cs"/>
            </a:endParaRPr>
          </a:p>
        </p:txBody>
      </p:sp>
      <p:pic>
        <p:nvPicPr>
          <p:cNvPr id="13" name="Picture 12" descr="A circuit board&#10;&#10;Description automatically generated">
            <a:extLst>
              <a:ext uri="{FF2B5EF4-FFF2-40B4-BE49-F238E27FC236}">
                <a16:creationId xmlns:a16="http://schemas.microsoft.com/office/drawing/2014/main" id="{C0EC8262-9538-E343-BCD0-0911ADA9E7A6}"/>
              </a:ext>
            </a:extLst>
          </p:cNvPr>
          <p:cNvPicPr>
            <a:picLocks noChangeAspect="1"/>
          </p:cNvPicPr>
          <p:nvPr/>
        </p:nvPicPr>
        <p:blipFill rotWithShape="1">
          <a:blip r:embed="rId3"/>
          <a:srcRect l="39690" t="3208" r="5228" b="21597"/>
          <a:stretch/>
        </p:blipFill>
        <p:spPr>
          <a:xfrm>
            <a:off x="588712" y="3159360"/>
            <a:ext cx="4537048" cy="3716132"/>
          </a:xfrm>
          <a:prstGeom prst="rect">
            <a:avLst/>
          </a:prstGeom>
        </p:spPr>
      </p:pic>
      <p:sp>
        <p:nvSpPr>
          <p:cNvPr id="4" name="Footer Placeholder 3">
            <a:extLst>
              <a:ext uri="{FF2B5EF4-FFF2-40B4-BE49-F238E27FC236}">
                <a16:creationId xmlns:a16="http://schemas.microsoft.com/office/drawing/2014/main" id="{7D651C47-09F6-C947-968C-92FC59515123}"/>
              </a:ext>
            </a:extLst>
          </p:cNvPr>
          <p:cNvSpPr>
            <a:spLocks noGrp="1"/>
          </p:cNvSpPr>
          <p:nvPr>
            <p:ph type="ftr" sz="quarter" idx="11"/>
          </p:nvPr>
        </p:nvSpPr>
        <p:spPr>
          <a:xfrm>
            <a:off x="7997728" y="6356350"/>
            <a:ext cx="3775172" cy="365125"/>
          </a:xfrm>
          <a:prstGeom prst="rect">
            <a:avLst/>
          </a:prstGeom>
        </p:spPr>
        <p:txBody>
          <a:bodyPr/>
          <a:lstStyle>
            <a:lvl1pPr algn="r">
              <a:defRPr/>
            </a:lvl1pPr>
          </a:lstStyle>
          <a:p>
            <a:r>
              <a:rPr lang="en-US"/>
              <a:t>© 2020 Amazon Web Services, Inc. or its Affiliates. All rights reserved.</a:t>
            </a:r>
            <a:endParaRPr lang="en-US" dirty="0"/>
          </a:p>
        </p:txBody>
      </p:sp>
      <p:sp>
        <p:nvSpPr>
          <p:cNvPr id="2" name="Title 1">
            <a:extLst>
              <a:ext uri="{FF2B5EF4-FFF2-40B4-BE49-F238E27FC236}">
                <a16:creationId xmlns:a16="http://schemas.microsoft.com/office/drawing/2014/main" id="{E454C7EF-17C6-3647-B5A6-45AFD1AE22A3}"/>
              </a:ext>
            </a:extLst>
          </p:cNvPr>
          <p:cNvSpPr>
            <a:spLocks noGrp="1"/>
          </p:cNvSpPr>
          <p:nvPr>
            <p:ph type="title"/>
          </p:nvPr>
        </p:nvSpPr>
        <p:spPr>
          <a:xfrm>
            <a:off x="419100" y="1178376"/>
            <a:ext cx="4268647" cy="1325563"/>
          </a:xfrm>
          <a:prstGeom prst="rect">
            <a:avLst/>
          </a:prstGeom>
        </p:spPr>
        <p:txBody>
          <a:bodyPr/>
          <a:lstStyle>
            <a:lvl1pPr>
              <a:defRPr>
                <a:solidFill>
                  <a:schemeClr val="bg1"/>
                </a:solidFill>
              </a:defRPr>
            </a:lvl1pPr>
          </a:lstStyle>
          <a:p>
            <a:r>
              <a:rPr lang="en-US"/>
              <a:t>Click to edit Master title style</a:t>
            </a:r>
            <a:endParaRPr lang="en-US" dirty="0"/>
          </a:p>
        </p:txBody>
      </p:sp>
      <p:sp>
        <p:nvSpPr>
          <p:cNvPr id="3" name="Slide Number Placeholder 2">
            <a:extLst>
              <a:ext uri="{FF2B5EF4-FFF2-40B4-BE49-F238E27FC236}">
                <a16:creationId xmlns:a16="http://schemas.microsoft.com/office/drawing/2014/main" id="{FFDB7B2F-8327-B54A-A6DB-5F4F68ECD970}"/>
              </a:ext>
            </a:extLst>
          </p:cNvPr>
          <p:cNvSpPr>
            <a:spLocks noGrp="1"/>
          </p:cNvSpPr>
          <p:nvPr>
            <p:ph type="sldNum" sz="quarter" idx="10"/>
          </p:nvPr>
        </p:nvSpPr>
        <p:spPr>
          <a:xfrm>
            <a:off x="423657" y="6356350"/>
            <a:ext cx="2743200" cy="365125"/>
          </a:xfrm>
          <a:prstGeom prst="rect">
            <a:avLst/>
          </a:prstGeom>
        </p:spPr>
        <p:txBody>
          <a:bodyPr/>
          <a:lstStyle>
            <a:lvl1pPr algn="l">
              <a:defRPr>
                <a:solidFill>
                  <a:schemeClr val="bg1"/>
                </a:solidFill>
              </a:defRPr>
            </a:lvl1pPr>
          </a:lstStyle>
          <a:p>
            <a:fld id="{9FC43BFD-8FF7-A343-A8A6-E2338FCE8046}" type="slidenum">
              <a:rPr lang="en-US" smtClean="0"/>
              <a:t>‹#›</a:t>
            </a:fld>
            <a:endParaRPr lang="en-US" dirty="0"/>
          </a:p>
        </p:txBody>
      </p:sp>
      <p:sp>
        <p:nvSpPr>
          <p:cNvPr id="22" name="Content Placeholder 2">
            <a:extLst>
              <a:ext uri="{FF2B5EF4-FFF2-40B4-BE49-F238E27FC236}">
                <a16:creationId xmlns:a16="http://schemas.microsoft.com/office/drawing/2014/main" id="{0EB2737B-E9EB-5940-81B3-90715BFD4CAC}"/>
              </a:ext>
            </a:extLst>
          </p:cNvPr>
          <p:cNvSpPr>
            <a:spLocks noGrp="1"/>
          </p:cNvSpPr>
          <p:nvPr>
            <p:ph idx="16"/>
          </p:nvPr>
        </p:nvSpPr>
        <p:spPr>
          <a:xfrm>
            <a:off x="5714474" y="1178376"/>
            <a:ext cx="5767612" cy="4814920"/>
          </a:xfrm>
          <a:prstGeom prst="rect">
            <a:avLst/>
          </a:prstGeo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9" name="Picture 8">
            <a:extLst>
              <a:ext uri="{FF2B5EF4-FFF2-40B4-BE49-F238E27FC236}">
                <a16:creationId xmlns:a16="http://schemas.microsoft.com/office/drawing/2014/main" id="{280E0825-B265-3846-8BB3-B9ECFCCA9B2D}"/>
              </a:ext>
            </a:extLst>
          </p:cNvPr>
          <p:cNvPicPr>
            <a:picLocks noChangeAspect="1"/>
          </p:cNvPicPr>
          <p:nvPr/>
        </p:nvPicPr>
        <p:blipFill>
          <a:blip r:embed="rId4"/>
          <a:stretch>
            <a:fillRect/>
          </a:stretch>
        </p:blipFill>
        <p:spPr>
          <a:xfrm>
            <a:off x="9840052" y="365126"/>
            <a:ext cx="1910948" cy="449072"/>
          </a:xfrm>
          <a:prstGeom prst="rect">
            <a:avLst/>
          </a:prstGeom>
        </p:spPr>
      </p:pic>
    </p:spTree>
    <p:custDataLst>
      <p:tags r:id="rId1"/>
    </p:custDataLst>
    <p:extLst>
      <p:ext uri="{BB962C8B-B14F-4D97-AF65-F5344CB8AC3E}">
        <p14:creationId xmlns:p14="http://schemas.microsoft.com/office/powerpoint/2010/main" val="7851378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ubsection Header">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040776E6-F3E1-DA4B-8CFE-F2F2516FB70A}"/>
              </a:ext>
            </a:extLst>
          </p:cNvPr>
          <p:cNvPicPr>
            <a:picLocks noChangeAspect="1"/>
          </p:cNvPicPr>
          <p:nvPr/>
        </p:nvPicPr>
        <p:blipFill>
          <a:blip r:embed="rId3"/>
          <a:stretch>
            <a:fillRect/>
          </a:stretch>
        </p:blipFill>
        <p:spPr>
          <a:xfrm>
            <a:off x="9840052" y="365126"/>
            <a:ext cx="1910948" cy="449072"/>
          </a:xfrm>
          <a:prstGeom prst="rect">
            <a:avLst/>
          </a:prstGeom>
        </p:spPr>
      </p:pic>
      <p:sp>
        <p:nvSpPr>
          <p:cNvPr id="10" name="Title 1">
            <a:extLst>
              <a:ext uri="{FF2B5EF4-FFF2-40B4-BE49-F238E27FC236}">
                <a16:creationId xmlns:a16="http://schemas.microsoft.com/office/drawing/2014/main" id="{D0B1C5D0-123C-C948-8FE9-A354E18700B1}"/>
              </a:ext>
            </a:extLst>
          </p:cNvPr>
          <p:cNvSpPr>
            <a:spLocks noGrp="1"/>
          </p:cNvSpPr>
          <p:nvPr>
            <p:ph type="title"/>
          </p:nvPr>
        </p:nvSpPr>
        <p:spPr>
          <a:xfrm>
            <a:off x="419100" y="3191940"/>
            <a:ext cx="11353800" cy="474119"/>
          </a:xfrm>
        </p:spPr>
        <p:txBody>
          <a:bodyPr>
            <a:noAutofit/>
          </a:bodyPr>
          <a:lstStyle>
            <a:lvl1pPr>
              <a:defRPr sz="6000">
                <a:solidFill>
                  <a:schemeClr val="tx1"/>
                </a:solidFill>
              </a:defRPr>
            </a:lvl1pPr>
          </a:lstStyle>
          <a:p>
            <a:r>
              <a:rPr lang="en-US"/>
              <a:t>Click to edit Master title style</a:t>
            </a:r>
            <a:endParaRPr lang="en-US" dirty="0"/>
          </a:p>
        </p:txBody>
      </p:sp>
      <p:sp>
        <p:nvSpPr>
          <p:cNvPr id="11" name="Slide Number Placeholder 5">
            <a:extLst>
              <a:ext uri="{FF2B5EF4-FFF2-40B4-BE49-F238E27FC236}">
                <a16:creationId xmlns:a16="http://schemas.microsoft.com/office/drawing/2014/main" id="{B9293C6B-D94F-304A-A8F4-8745DAD9DF47}"/>
              </a:ext>
            </a:extLst>
          </p:cNvPr>
          <p:cNvSpPr>
            <a:spLocks noGrp="1"/>
          </p:cNvSpPr>
          <p:nvPr>
            <p:ph type="sldNum" sz="quarter" idx="12"/>
          </p:nvPr>
        </p:nvSpPr>
        <p:spPr>
          <a:xfrm>
            <a:off x="9029700" y="6356350"/>
            <a:ext cx="2743200" cy="365125"/>
          </a:xfrm>
        </p:spPr>
        <p:txBody>
          <a:bodyPr/>
          <a:lstStyle/>
          <a:p>
            <a:fld id="{9FC43BFD-8FF7-A343-A8A6-E2338FCE8046}" type="slidenum">
              <a:rPr lang="en-US" smtClean="0"/>
              <a:t>‹#›</a:t>
            </a:fld>
            <a:endParaRPr lang="en-US" dirty="0"/>
          </a:p>
        </p:txBody>
      </p:sp>
      <p:pic>
        <p:nvPicPr>
          <p:cNvPr id="7" name="Picture 6">
            <a:extLst>
              <a:ext uri="{FF2B5EF4-FFF2-40B4-BE49-F238E27FC236}">
                <a16:creationId xmlns:a16="http://schemas.microsoft.com/office/drawing/2014/main" id="{3AA315D3-3937-1747-9C2E-0067F12A02F0}"/>
              </a:ext>
            </a:extLst>
          </p:cNvPr>
          <p:cNvPicPr>
            <a:picLocks noChangeAspect="1"/>
          </p:cNvPicPr>
          <p:nvPr/>
        </p:nvPicPr>
        <p:blipFill rotWithShape="1">
          <a:blip r:embed="rId4"/>
          <a:srcRect l="75552" t="60520" r="3438" b="3809"/>
          <a:stretch/>
        </p:blipFill>
        <p:spPr>
          <a:xfrm rot="10800000">
            <a:off x="-1" y="-2"/>
            <a:ext cx="2268187" cy="2166103"/>
          </a:xfrm>
          <a:prstGeom prst="rect">
            <a:avLst/>
          </a:prstGeom>
        </p:spPr>
      </p:pic>
      <p:sp>
        <p:nvSpPr>
          <p:cNvPr id="9"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2020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31829049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One Column">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FBB0127-ED7F-7C41-B530-EB0C6E8B5AE1}"/>
              </a:ext>
            </a:extLst>
          </p:cNvPr>
          <p:cNvSpPr>
            <a:spLocks noGrp="1"/>
          </p:cNvSpPr>
          <p:nvPr>
            <p:ph idx="1"/>
          </p:nvPr>
        </p:nvSpPr>
        <p:spPr>
          <a:xfrm>
            <a:off x="419100" y="1528175"/>
            <a:ext cx="11353800" cy="4648788"/>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7" name="Picture 6">
            <a:extLst>
              <a:ext uri="{FF2B5EF4-FFF2-40B4-BE49-F238E27FC236}">
                <a16:creationId xmlns:a16="http://schemas.microsoft.com/office/drawing/2014/main" id="{18DE245B-4FD3-2740-8BED-8269A8D5C217}"/>
              </a:ext>
            </a:extLst>
          </p:cNvPr>
          <p:cNvPicPr>
            <a:picLocks noChangeAspect="1"/>
          </p:cNvPicPr>
          <p:nvPr/>
        </p:nvPicPr>
        <p:blipFill>
          <a:blip r:embed="rId4"/>
          <a:stretch>
            <a:fillRect/>
          </a:stretch>
        </p:blipFill>
        <p:spPr>
          <a:xfrm>
            <a:off x="9840052" y="365125"/>
            <a:ext cx="1910948" cy="449073"/>
          </a:xfrm>
          <a:prstGeom prst="rect">
            <a:avLst/>
          </a:prstGeom>
        </p:spPr>
      </p:pic>
      <p:sp>
        <p:nvSpPr>
          <p:cNvPr id="8" name="Slide Number Placeholder 5">
            <a:extLst>
              <a:ext uri="{FF2B5EF4-FFF2-40B4-BE49-F238E27FC236}">
                <a16:creationId xmlns:a16="http://schemas.microsoft.com/office/drawing/2014/main" id="{0BDEF14E-4027-D643-9DE2-F177FE226270}"/>
              </a:ext>
            </a:extLst>
          </p:cNvPr>
          <p:cNvSpPr>
            <a:spLocks noGrp="1"/>
          </p:cNvSpPr>
          <p:nvPr>
            <p:ph type="sldNum" sz="quarter" idx="12"/>
          </p:nvPr>
        </p:nvSpPr>
        <p:spPr>
          <a:xfrm>
            <a:off x="9029700" y="6356350"/>
            <a:ext cx="2743200" cy="365125"/>
          </a:xfrm>
        </p:spPr>
        <p:txBody>
          <a:bodyPr/>
          <a:lstStyle/>
          <a:p>
            <a:fld id="{9FC43BFD-8FF7-A343-A8A6-E2338FCE8046}" type="slidenum">
              <a:rPr lang="en-US" smtClean="0"/>
              <a:t>‹#›</a:t>
            </a:fld>
            <a:endParaRPr lang="en-US" dirty="0"/>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2020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21804516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lumn">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1350FA4A-B00E-C044-8FFB-45BB9BA4C7DB}"/>
              </a:ext>
            </a:extLst>
          </p:cNvPr>
          <p:cNvPicPr>
            <a:picLocks/>
          </p:cNvPicPr>
          <p:nvPr/>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0" name="Content Placeholder 2">
            <a:extLst>
              <a:ext uri="{FF2B5EF4-FFF2-40B4-BE49-F238E27FC236}">
                <a16:creationId xmlns:a16="http://schemas.microsoft.com/office/drawing/2014/main" id="{F3BB2B80-1B59-A143-BE75-CCD366DF7CE5}"/>
              </a:ext>
            </a:extLst>
          </p:cNvPr>
          <p:cNvSpPr>
            <a:spLocks noGrp="1"/>
          </p:cNvSpPr>
          <p:nvPr>
            <p:ph idx="1"/>
          </p:nvPr>
        </p:nvSpPr>
        <p:spPr>
          <a:xfrm>
            <a:off x="419100" y="1528175"/>
            <a:ext cx="5504688" cy="4648788"/>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fld id="{9FC43BFD-8FF7-A343-A8A6-E2338FCE8046}" type="slidenum">
              <a:rPr lang="en-US" smtClean="0"/>
              <a:t>‹#›</a:t>
            </a:fld>
            <a:endParaRPr lang="en-US" dirty="0"/>
          </a:p>
        </p:txBody>
      </p:sp>
      <p:sp>
        <p:nvSpPr>
          <p:cNvPr id="12" name="Content Placeholder 2">
            <a:extLst>
              <a:ext uri="{FF2B5EF4-FFF2-40B4-BE49-F238E27FC236}">
                <a16:creationId xmlns:a16="http://schemas.microsoft.com/office/drawing/2014/main" id="{D773890F-7993-BE4F-83AC-886113878E8D}"/>
              </a:ext>
            </a:extLst>
          </p:cNvPr>
          <p:cNvSpPr>
            <a:spLocks noGrp="1"/>
          </p:cNvSpPr>
          <p:nvPr>
            <p:ph idx="13"/>
          </p:nvPr>
        </p:nvSpPr>
        <p:spPr>
          <a:xfrm>
            <a:off x="6246312" y="1524228"/>
            <a:ext cx="5504688" cy="4648788"/>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4" name="Picture 13">
            <a:extLst>
              <a:ext uri="{FF2B5EF4-FFF2-40B4-BE49-F238E27FC236}">
                <a16:creationId xmlns:a16="http://schemas.microsoft.com/office/drawing/2014/main" id="{7C9A8E11-F666-3A4D-B91D-F5F7FBCB2347}"/>
              </a:ext>
            </a:extLst>
          </p:cNvPr>
          <p:cNvPicPr>
            <a:picLocks noChangeAspect="1"/>
          </p:cNvPicPr>
          <p:nvPr/>
        </p:nvPicPr>
        <p:blipFill>
          <a:blip r:embed="rId4"/>
          <a:stretch>
            <a:fillRect/>
          </a:stretch>
        </p:blipFill>
        <p:spPr>
          <a:xfrm>
            <a:off x="9840052" y="365125"/>
            <a:ext cx="1910948" cy="449073"/>
          </a:xfrm>
          <a:prstGeom prst="rect">
            <a:avLst/>
          </a:prstGeom>
        </p:spPr>
      </p:pic>
      <p:sp>
        <p:nvSpPr>
          <p:cNvPr id="13" name="Footer Placeholder 4">
            <a:extLst>
              <a:ext uri="{FF2B5EF4-FFF2-40B4-BE49-F238E27FC236}">
                <a16:creationId xmlns:a16="http://schemas.microsoft.com/office/drawing/2014/main" id="{69573A30-3961-C94C-A15D-1FC70640BAA5}"/>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2020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36124339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hree Column">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DA4BB6E3-A058-A34B-A1A1-FE195D499725}"/>
              </a:ext>
            </a:extLst>
          </p:cNvPr>
          <p:cNvPicPr>
            <a:picLocks/>
          </p:cNvPicPr>
          <p:nvPr/>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1" y="365125"/>
            <a:ext cx="9037416"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0" name="Content Placeholder 2">
            <a:extLst>
              <a:ext uri="{FF2B5EF4-FFF2-40B4-BE49-F238E27FC236}">
                <a16:creationId xmlns:a16="http://schemas.microsoft.com/office/drawing/2014/main" id="{F3BB2B80-1B59-A143-BE75-CCD366DF7CE5}"/>
              </a:ext>
            </a:extLst>
          </p:cNvPr>
          <p:cNvSpPr>
            <a:spLocks noGrp="1"/>
          </p:cNvSpPr>
          <p:nvPr>
            <p:ph idx="1"/>
          </p:nvPr>
        </p:nvSpPr>
        <p:spPr>
          <a:xfrm>
            <a:off x="419100" y="1528175"/>
            <a:ext cx="3593592" cy="4645152"/>
          </a:xfrm>
        </p:spPr>
        <p:txBody>
          <a:bodyPr>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fld id="{9FC43BFD-8FF7-A343-A8A6-E2338FCE8046}" type="slidenum">
              <a:rPr lang="en-US" smtClean="0"/>
              <a:t>‹#›</a:t>
            </a:fld>
            <a:endParaRPr lang="en-US" dirty="0"/>
          </a:p>
        </p:txBody>
      </p:sp>
      <p:sp>
        <p:nvSpPr>
          <p:cNvPr id="15" name="Content Placeholder 2">
            <a:extLst>
              <a:ext uri="{FF2B5EF4-FFF2-40B4-BE49-F238E27FC236}">
                <a16:creationId xmlns:a16="http://schemas.microsoft.com/office/drawing/2014/main" id="{0C6EC767-E7A4-C245-BAA4-960E5F2420E0}"/>
              </a:ext>
            </a:extLst>
          </p:cNvPr>
          <p:cNvSpPr>
            <a:spLocks noGrp="1"/>
          </p:cNvSpPr>
          <p:nvPr>
            <p:ph idx="13"/>
          </p:nvPr>
        </p:nvSpPr>
        <p:spPr>
          <a:xfrm>
            <a:off x="8173686" y="1528175"/>
            <a:ext cx="3593592" cy="4645152"/>
          </a:xfrm>
        </p:spPr>
        <p:txBody>
          <a:bodyPr>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2">
            <a:extLst>
              <a:ext uri="{FF2B5EF4-FFF2-40B4-BE49-F238E27FC236}">
                <a16:creationId xmlns:a16="http://schemas.microsoft.com/office/drawing/2014/main" id="{F3CCBCC6-BD7A-204B-A666-6793093190FD}"/>
              </a:ext>
            </a:extLst>
          </p:cNvPr>
          <p:cNvSpPr>
            <a:spLocks noGrp="1"/>
          </p:cNvSpPr>
          <p:nvPr>
            <p:ph idx="14"/>
          </p:nvPr>
        </p:nvSpPr>
        <p:spPr>
          <a:xfrm>
            <a:off x="4314209" y="1528175"/>
            <a:ext cx="3593592" cy="4645152"/>
          </a:xfrm>
        </p:spPr>
        <p:txBody>
          <a:bodyPr>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3" name="Picture 12">
            <a:extLst>
              <a:ext uri="{FF2B5EF4-FFF2-40B4-BE49-F238E27FC236}">
                <a16:creationId xmlns:a16="http://schemas.microsoft.com/office/drawing/2014/main" id="{0009A193-F607-5049-8590-C5238BED3999}"/>
              </a:ext>
            </a:extLst>
          </p:cNvPr>
          <p:cNvPicPr>
            <a:picLocks noChangeAspect="1"/>
          </p:cNvPicPr>
          <p:nvPr/>
        </p:nvPicPr>
        <p:blipFill>
          <a:blip r:embed="rId4"/>
          <a:stretch>
            <a:fillRect/>
          </a:stretch>
        </p:blipFill>
        <p:spPr>
          <a:xfrm>
            <a:off x="9840052" y="365125"/>
            <a:ext cx="1910948" cy="449073"/>
          </a:xfrm>
          <a:prstGeom prst="rect">
            <a:avLst/>
          </a:prstGeom>
        </p:spPr>
      </p:pic>
      <p:sp>
        <p:nvSpPr>
          <p:cNvPr id="12" name="Footer Placeholder 4">
            <a:extLst>
              <a:ext uri="{FF2B5EF4-FFF2-40B4-BE49-F238E27FC236}">
                <a16:creationId xmlns:a16="http://schemas.microsoft.com/office/drawing/2014/main" id="{EAED9FF8-3030-4E4D-ADC0-FA2315FD54F2}"/>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2020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26158984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B7529A25-CD85-DB42-9175-A545162F47DB}"/>
              </a:ext>
            </a:extLst>
          </p:cNvPr>
          <p:cNvPicPr>
            <a:picLocks/>
          </p:cNvPicPr>
          <p:nvPr/>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noAutofit/>
          </a:bodyPr>
          <a:lstStyle/>
          <a:p>
            <a:fld id="{9FC43BFD-8FF7-A343-A8A6-E2338FCE8046}" type="slidenum">
              <a:rPr lang="en-US" smtClean="0"/>
              <a:t>‹#›</a:t>
            </a:fld>
            <a:endParaRPr lang="en-US" dirty="0"/>
          </a:p>
        </p:txBody>
      </p:sp>
      <p:sp>
        <p:nvSpPr>
          <p:cNvPr id="13" name="Content Placeholder 2">
            <a:extLst>
              <a:ext uri="{FF2B5EF4-FFF2-40B4-BE49-F238E27FC236}">
                <a16:creationId xmlns:a16="http://schemas.microsoft.com/office/drawing/2014/main" id="{1EBC76E4-C45C-574F-A82B-828C66343888}"/>
              </a:ext>
            </a:extLst>
          </p:cNvPr>
          <p:cNvSpPr>
            <a:spLocks noGrp="1"/>
          </p:cNvSpPr>
          <p:nvPr>
            <p:ph idx="14"/>
          </p:nvPr>
        </p:nvSpPr>
        <p:spPr>
          <a:xfrm>
            <a:off x="419100" y="2041932"/>
            <a:ext cx="5504688" cy="4131084"/>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9101" y="1524000"/>
            <a:ext cx="5504688"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Edit Master text styles</a:t>
            </a:r>
          </a:p>
        </p:txBody>
      </p:sp>
      <p:sp>
        <p:nvSpPr>
          <p:cNvPr id="14" name="Content Placeholder 2">
            <a:extLst>
              <a:ext uri="{FF2B5EF4-FFF2-40B4-BE49-F238E27FC236}">
                <a16:creationId xmlns:a16="http://schemas.microsoft.com/office/drawing/2014/main" id="{E73D202D-7B57-2643-80ED-BF68CDD1CDB3}"/>
              </a:ext>
            </a:extLst>
          </p:cNvPr>
          <p:cNvSpPr>
            <a:spLocks noGrp="1"/>
          </p:cNvSpPr>
          <p:nvPr>
            <p:ph idx="16"/>
          </p:nvPr>
        </p:nvSpPr>
        <p:spPr>
          <a:xfrm>
            <a:off x="6249885" y="2041932"/>
            <a:ext cx="5504688" cy="4131084"/>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2">
            <a:extLst>
              <a:ext uri="{FF2B5EF4-FFF2-40B4-BE49-F238E27FC236}">
                <a16:creationId xmlns:a16="http://schemas.microsoft.com/office/drawing/2014/main" id="{DDC3C2DA-3EB0-FE4D-8393-500CDB18693C}"/>
              </a:ext>
            </a:extLst>
          </p:cNvPr>
          <p:cNvSpPr>
            <a:spLocks noGrp="1"/>
          </p:cNvSpPr>
          <p:nvPr>
            <p:ph type="body" sz="quarter" idx="17"/>
          </p:nvPr>
        </p:nvSpPr>
        <p:spPr>
          <a:xfrm>
            <a:off x="6249886" y="1524000"/>
            <a:ext cx="5504688"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Edit Master text styles</a:t>
            </a:r>
          </a:p>
        </p:txBody>
      </p:sp>
      <p:pic>
        <p:nvPicPr>
          <p:cNvPr id="12" name="Picture 11">
            <a:extLst>
              <a:ext uri="{FF2B5EF4-FFF2-40B4-BE49-F238E27FC236}">
                <a16:creationId xmlns:a16="http://schemas.microsoft.com/office/drawing/2014/main" id="{4C010055-05DB-D943-85E9-EC2AE16084DD}"/>
              </a:ext>
            </a:extLst>
          </p:cNvPr>
          <p:cNvPicPr>
            <a:picLocks noChangeAspect="1"/>
          </p:cNvPicPr>
          <p:nvPr/>
        </p:nvPicPr>
        <p:blipFill>
          <a:blip r:embed="rId4"/>
          <a:stretch>
            <a:fillRect/>
          </a:stretch>
        </p:blipFill>
        <p:spPr>
          <a:xfrm>
            <a:off x="9840052" y="365125"/>
            <a:ext cx="1910948" cy="449073"/>
          </a:xfrm>
          <a:prstGeom prst="rect">
            <a:avLst/>
          </a:prstGeom>
        </p:spPr>
      </p:pic>
      <p:sp>
        <p:nvSpPr>
          <p:cNvPr id="10" name="Footer Placeholder 4">
            <a:extLst>
              <a:ext uri="{FF2B5EF4-FFF2-40B4-BE49-F238E27FC236}">
                <a16:creationId xmlns:a16="http://schemas.microsoft.com/office/drawing/2014/main" id="{6552EEA6-13B7-F947-9C14-50FE8967965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2020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5334811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mparison Three">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DA4BB6E3-A058-A34B-A1A1-FE195D499725}"/>
              </a:ext>
            </a:extLst>
          </p:cNvPr>
          <p:cNvPicPr>
            <a:picLocks/>
          </p:cNvPicPr>
          <p:nvPr/>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1" y="365125"/>
            <a:ext cx="9037416"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0" name="Content Placeholder 2">
            <a:extLst>
              <a:ext uri="{FF2B5EF4-FFF2-40B4-BE49-F238E27FC236}">
                <a16:creationId xmlns:a16="http://schemas.microsoft.com/office/drawing/2014/main" id="{F3BB2B80-1B59-A143-BE75-CCD366DF7CE5}"/>
              </a:ext>
            </a:extLst>
          </p:cNvPr>
          <p:cNvSpPr>
            <a:spLocks noGrp="1"/>
          </p:cNvSpPr>
          <p:nvPr>
            <p:ph idx="1"/>
          </p:nvPr>
        </p:nvSpPr>
        <p:spPr>
          <a:xfrm>
            <a:off x="419100" y="2041931"/>
            <a:ext cx="3593592" cy="4131395"/>
          </a:xfrm>
        </p:spPr>
        <p:txBody>
          <a:bodyPr>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fld id="{9FC43BFD-8FF7-A343-A8A6-E2338FCE8046}" type="slidenum">
              <a:rPr lang="en-US" smtClean="0"/>
              <a:t>‹#›</a:t>
            </a:fld>
            <a:endParaRPr lang="en-US" dirty="0"/>
          </a:p>
        </p:txBody>
      </p:sp>
      <p:sp>
        <p:nvSpPr>
          <p:cNvPr id="15" name="Content Placeholder 2">
            <a:extLst>
              <a:ext uri="{FF2B5EF4-FFF2-40B4-BE49-F238E27FC236}">
                <a16:creationId xmlns:a16="http://schemas.microsoft.com/office/drawing/2014/main" id="{0C6EC767-E7A4-C245-BAA4-960E5F2420E0}"/>
              </a:ext>
            </a:extLst>
          </p:cNvPr>
          <p:cNvSpPr>
            <a:spLocks noGrp="1"/>
          </p:cNvSpPr>
          <p:nvPr>
            <p:ph idx="13"/>
          </p:nvPr>
        </p:nvSpPr>
        <p:spPr>
          <a:xfrm>
            <a:off x="8173686" y="2041932"/>
            <a:ext cx="3593592" cy="4131394"/>
          </a:xfrm>
        </p:spPr>
        <p:txBody>
          <a:bodyPr>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2">
            <a:extLst>
              <a:ext uri="{FF2B5EF4-FFF2-40B4-BE49-F238E27FC236}">
                <a16:creationId xmlns:a16="http://schemas.microsoft.com/office/drawing/2014/main" id="{F3CCBCC6-BD7A-204B-A666-6793093190FD}"/>
              </a:ext>
            </a:extLst>
          </p:cNvPr>
          <p:cNvSpPr>
            <a:spLocks noGrp="1"/>
          </p:cNvSpPr>
          <p:nvPr>
            <p:ph idx="14"/>
          </p:nvPr>
        </p:nvSpPr>
        <p:spPr>
          <a:xfrm>
            <a:off x="4314209" y="2041931"/>
            <a:ext cx="3593592" cy="4131395"/>
          </a:xfrm>
        </p:spPr>
        <p:txBody>
          <a:bodyPr>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3" name="Picture 12">
            <a:extLst>
              <a:ext uri="{FF2B5EF4-FFF2-40B4-BE49-F238E27FC236}">
                <a16:creationId xmlns:a16="http://schemas.microsoft.com/office/drawing/2014/main" id="{0009A193-F607-5049-8590-C5238BED3999}"/>
              </a:ext>
            </a:extLst>
          </p:cNvPr>
          <p:cNvPicPr>
            <a:picLocks noChangeAspect="1"/>
          </p:cNvPicPr>
          <p:nvPr/>
        </p:nvPicPr>
        <p:blipFill>
          <a:blip r:embed="rId4"/>
          <a:stretch>
            <a:fillRect/>
          </a:stretch>
        </p:blipFill>
        <p:spPr>
          <a:xfrm>
            <a:off x="9840052" y="365125"/>
            <a:ext cx="1910948" cy="449073"/>
          </a:xfrm>
          <a:prstGeom prst="rect">
            <a:avLst/>
          </a:prstGeom>
        </p:spPr>
      </p:pic>
      <p:sp>
        <p:nvSpPr>
          <p:cNvPr id="12" name="Footer Placeholder 4">
            <a:extLst>
              <a:ext uri="{FF2B5EF4-FFF2-40B4-BE49-F238E27FC236}">
                <a16:creationId xmlns:a16="http://schemas.microsoft.com/office/drawing/2014/main" id="{EAED9FF8-3030-4E4D-ADC0-FA2315FD54F2}"/>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2020 Amazon Web Services, Inc. or its Affiliates. All rights reserved.</a:t>
            </a:r>
            <a:endParaRPr lang="en-US" dirty="0"/>
          </a:p>
        </p:txBody>
      </p:sp>
      <p:sp>
        <p:nvSpPr>
          <p:cNvPr id="14"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9101" y="1524000"/>
            <a:ext cx="3593591"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Edit Master text styles</a:t>
            </a:r>
          </a:p>
        </p:txBody>
      </p:sp>
      <p:sp>
        <p:nvSpPr>
          <p:cNvPr id="19" name="Text Placeholder 2">
            <a:extLst>
              <a:ext uri="{FF2B5EF4-FFF2-40B4-BE49-F238E27FC236}">
                <a16:creationId xmlns:a16="http://schemas.microsoft.com/office/drawing/2014/main" id="{696A4FD3-97EE-8149-9A33-E0E6B1B0C06E}"/>
              </a:ext>
            </a:extLst>
          </p:cNvPr>
          <p:cNvSpPr>
            <a:spLocks noGrp="1"/>
          </p:cNvSpPr>
          <p:nvPr>
            <p:ph type="body" sz="quarter" idx="16"/>
          </p:nvPr>
        </p:nvSpPr>
        <p:spPr>
          <a:xfrm>
            <a:off x="4314210" y="1524000"/>
            <a:ext cx="3593591"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Edit Master text styles</a:t>
            </a:r>
          </a:p>
        </p:txBody>
      </p:sp>
      <p:sp>
        <p:nvSpPr>
          <p:cNvPr id="20" name="Text Placeholder 2">
            <a:extLst>
              <a:ext uri="{FF2B5EF4-FFF2-40B4-BE49-F238E27FC236}">
                <a16:creationId xmlns:a16="http://schemas.microsoft.com/office/drawing/2014/main" id="{696A4FD3-97EE-8149-9A33-E0E6B1B0C06E}"/>
              </a:ext>
            </a:extLst>
          </p:cNvPr>
          <p:cNvSpPr>
            <a:spLocks noGrp="1"/>
          </p:cNvSpPr>
          <p:nvPr>
            <p:ph type="body" sz="quarter" idx="17"/>
          </p:nvPr>
        </p:nvSpPr>
        <p:spPr>
          <a:xfrm>
            <a:off x="8173686" y="1524000"/>
            <a:ext cx="3593591"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Edit Master text styles</a:t>
            </a:r>
          </a:p>
        </p:txBody>
      </p:sp>
    </p:spTree>
    <p:custDataLst>
      <p:tags r:id="rId1"/>
    </p:custDataLst>
    <p:extLst>
      <p:ext uri="{BB962C8B-B14F-4D97-AF65-F5344CB8AC3E}">
        <p14:creationId xmlns:p14="http://schemas.microsoft.com/office/powerpoint/2010/main" val="2528787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ubtitle">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2704F4F9-D03D-9741-91BE-D52E962C5051}"/>
              </a:ext>
            </a:extLst>
          </p:cNvPr>
          <p:cNvPicPr>
            <a:picLocks/>
          </p:cNvPicPr>
          <p:nvPr/>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fld id="{9FC43BFD-8FF7-A343-A8A6-E2338FCE8046}" type="slidenum">
              <a:rPr lang="en-US" smtClean="0"/>
              <a:t>‹#›</a:t>
            </a:fld>
            <a:endParaRPr lang="en-US" dirty="0"/>
          </a:p>
        </p:txBody>
      </p:sp>
      <p:sp>
        <p:nvSpPr>
          <p:cNvPr id="13" name="Content Placeholder 2">
            <a:extLst>
              <a:ext uri="{FF2B5EF4-FFF2-40B4-BE49-F238E27FC236}">
                <a16:creationId xmlns:a16="http://schemas.microsoft.com/office/drawing/2014/main" id="{1EBC76E4-C45C-574F-A82B-828C66343888}"/>
              </a:ext>
            </a:extLst>
          </p:cNvPr>
          <p:cNvSpPr>
            <a:spLocks noGrp="1"/>
          </p:cNvSpPr>
          <p:nvPr>
            <p:ph idx="14"/>
          </p:nvPr>
        </p:nvSpPr>
        <p:spPr>
          <a:xfrm>
            <a:off x="419099" y="2041932"/>
            <a:ext cx="11335473" cy="4131084"/>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9100" y="1524000"/>
            <a:ext cx="11335473"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Edit Master text styles</a:t>
            </a:r>
          </a:p>
        </p:txBody>
      </p:sp>
      <p:pic>
        <p:nvPicPr>
          <p:cNvPr id="12" name="Picture 11">
            <a:extLst>
              <a:ext uri="{FF2B5EF4-FFF2-40B4-BE49-F238E27FC236}">
                <a16:creationId xmlns:a16="http://schemas.microsoft.com/office/drawing/2014/main" id="{F4A3FF58-786E-B24E-B376-6652EC26070D}"/>
              </a:ext>
            </a:extLst>
          </p:cNvPr>
          <p:cNvPicPr>
            <a:picLocks noChangeAspect="1"/>
          </p:cNvPicPr>
          <p:nvPr/>
        </p:nvPicPr>
        <p:blipFill>
          <a:blip r:embed="rId4"/>
          <a:stretch>
            <a:fillRect/>
          </a:stretch>
        </p:blipFill>
        <p:spPr>
          <a:xfrm>
            <a:off x="9840052" y="365125"/>
            <a:ext cx="1910948" cy="449073"/>
          </a:xfrm>
          <a:prstGeom prst="rect">
            <a:avLst/>
          </a:prstGeom>
        </p:spPr>
      </p:pic>
      <p:sp>
        <p:nvSpPr>
          <p:cNvPr id="10" name="Footer Placeholder 4">
            <a:extLst>
              <a:ext uri="{FF2B5EF4-FFF2-40B4-BE49-F238E27FC236}">
                <a16:creationId xmlns:a16="http://schemas.microsoft.com/office/drawing/2014/main" id="{99B9B80A-7CBE-8F4D-B2B0-66F7C285B4DD}"/>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2020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33684140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Cod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EC45EB5-28C4-4544-A323-D73218CA9315}"/>
              </a:ext>
            </a:extLst>
          </p:cNvPr>
          <p:cNvPicPr>
            <a:picLocks/>
          </p:cNvPicPr>
          <p:nvPr/>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FBB0127-ED7F-7C41-B530-EB0C6E8B5AE1}"/>
              </a:ext>
            </a:extLst>
          </p:cNvPr>
          <p:cNvSpPr>
            <a:spLocks noGrp="1"/>
          </p:cNvSpPr>
          <p:nvPr>
            <p:ph idx="1" hasCustomPrompt="1"/>
          </p:nvPr>
        </p:nvSpPr>
        <p:spPr>
          <a:xfrm>
            <a:off x="419100" y="1528175"/>
            <a:ext cx="11353800" cy="4648788"/>
          </a:xfrm>
        </p:spPr>
        <p:txBody>
          <a:bodyPr>
            <a:noAutofit/>
          </a:bodyPr>
          <a:lstStyle>
            <a:lvl1pPr marL="0" indent="0">
              <a:buNone/>
              <a:defRPr sz="1400">
                <a:solidFill>
                  <a:schemeClr val="tx1"/>
                </a:solidFill>
                <a:latin typeface="Lucida Console" panose="020B0609040504020204" pitchFamily="49" charset="0"/>
              </a:defRPr>
            </a:lvl1pPr>
          </a:lstStyle>
          <a:p>
            <a:pPr lvl="0"/>
            <a:r>
              <a:rPr lang="en-US" dirty="0"/>
              <a:t>; Syntax Test file for 68k Assembly code</a:t>
            </a:r>
          </a:p>
          <a:p>
            <a:pPr lvl="0"/>
            <a:r>
              <a:rPr lang="en-US" dirty="0"/>
              <a:t>; Some comments about this file</a:t>
            </a:r>
          </a:p>
          <a:p>
            <a:pPr lvl="0"/>
            <a:r>
              <a:rPr lang="en-US" dirty="0"/>
              <a:t>.D0 00000000</a:t>
            </a:r>
          </a:p>
          <a:p>
            <a:pPr lvl="0"/>
            <a:r>
              <a:rPr lang="en-US" dirty="0"/>
              <a:t>MS 2100 00000002</a:t>
            </a:r>
          </a:p>
          <a:p>
            <a:pPr lvl="0"/>
            <a:r>
              <a:rPr lang="en-US" dirty="0"/>
              <a:t>MM 2000;DI</a:t>
            </a:r>
          </a:p>
          <a:p>
            <a:pPr lvl="0"/>
            <a:r>
              <a:rPr lang="en-US" dirty="0"/>
              <a:t>LEA.L $002100,A1</a:t>
            </a:r>
          </a:p>
          <a:p>
            <a:pPr lvl="0"/>
            <a:r>
              <a:rPr lang="en-US" dirty="0"/>
              <a:t>MOVE.L #2,-(A1)</a:t>
            </a:r>
          </a:p>
          <a:p>
            <a:pPr lvl="0"/>
            <a:r>
              <a:rPr lang="en-US" dirty="0"/>
              <a:t>BSR $00002050</a:t>
            </a:r>
          </a:p>
          <a:p>
            <a:pPr lvl="0"/>
            <a:r>
              <a:rPr lang="en-US" dirty="0"/>
              <a:t>MM 2050;DI</a:t>
            </a:r>
          </a:p>
          <a:p>
            <a:pPr lvl="0"/>
            <a:r>
              <a:rPr lang="en-US" dirty="0"/>
              <a:t>MOVE.L (A1)+,D1</a:t>
            </a:r>
          </a:p>
          <a:p>
            <a:pPr lvl="0"/>
            <a:r>
              <a:rPr lang="en-US" dirty="0"/>
              <a:t>MOVE.L (A1),D2</a:t>
            </a:r>
          </a:p>
          <a:p>
            <a:pPr lvl="0"/>
            <a:r>
              <a:rPr lang="en-US" dirty="0"/>
              <a:t>ADD.L D1,D2</a:t>
            </a:r>
          </a:p>
          <a:p>
            <a:pPr lvl="0"/>
            <a:r>
              <a:rPr lang="en-US" dirty="0"/>
              <a:t>MOVE.L D2,D0</a:t>
            </a:r>
          </a:p>
          <a:p>
            <a:pPr lvl="0"/>
            <a:r>
              <a:rPr lang="en-US" dirty="0"/>
              <a:t>RTS</a:t>
            </a:r>
          </a:p>
        </p:txBody>
      </p:sp>
      <p:sp>
        <p:nvSpPr>
          <p:cNvPr id="6" name="Slide Number Placeholder 5">
            <a:extLst>
              <a:ext uri="{FF2B5EF4-FFF2-40B4-BE49-F238E27FC236}">
                <a16:creationId xmlns:a16="http://schemas.microsoft.com/office/drawing/2014/main" id="{F93D8A33-23FE-0C4F-9E8F-25B4C5AE7E2D}"/>
              </a:ext>
            </a:extLst>
          </p:cNvPr>
          <p:cNvSpPr>
            <a:spLocks noGrp="1"/>
          </p:cNvSpPr>
          <p:nvPr>
            <p:ph type="sldNum" sz="quarter" idx="12"/>
          </p:nvPr>
        </p:nvSpPr>
        <p:spPr/>
        <p:txBody>
          <a:bodyPr/>
          <a:lstStyle/>
          <a:p>
            <a:fld id="{9FC43BFD-8FF7-A343-A8A6-E2338FCE8046}" type="slidenum">
              <a:rPr lang="en-US" smtClean="0"/>
              <a:t>‹#›</a:t>
            </a:fld>
            <a:endParaRPr lang="en-US" dirty="0"/>
          </a:p>
        </p:txBody>
      </p:sp>
      <p:pic>
        <p:nvPicPr>
          <p:cNvPr id="9" name="Picture 8">
            <a:extLst>
              <a:ext uri="{FF2B5EF4-FFF2-40B4-BE49-F238E27FC236}">
                <a16:creationId xmlns:a16="http://schemas.microsoft.com/office/drawing/2014/main" id="{65773DE8-A996-034F-B75D-51D5ACFED07E}"/>
              </a:ext>
            </a:extLst>
          </p:cNvPr>
          <p:cNvPicPr>
            <a:picLocks noChangeAspect="1"/>
          </p:cNvPicPr>
          <p:nvPr/>
        </p:nvPicPr>
        <p:blipFill>
          <a:blip r:embed="rId4"/>
          <a:stretch>
            <a:fillRect/>
          </a:stretch>
        </p:blipFill>
        <p:spPr>
          <a:xfrm>
            <a:off x="9840052" y="365125"/>
            <a:ext cx="1910948" cy="449073"/>
          </a:xfrm>
          <a:prstGeom prst="rect">
            <a:avLst/>
          </a:prstGeom>
        </p:spPr>
      </p:pic>
      <p:sp>
        <p:nvSpPr>
          <p:cNvPr id="7" name="Footer Placeholder 4">
            <a:extLst>
              <a:ext uri="{FF2B5EF4-FFF2-40B4-BE49-F238E27FC236}">
                <a16:creationId xmlns:a16="http://schemas.microsoft.com/office/drawing/2014/main" id="{BE8EE179-7D32-EC44-9957-395A214B62CF}"/>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2020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10574023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de 2 Up">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1350FA4A-B00E-C044-8FFB-45BB9BA4C7DB}"/>
              </a:ext>
            </a:extLst>
          </p:cNvPr>
          <p:cNvPicPr>
            <a:picLocks/>
          </p:cNvPicPr>
          <p:nvPr/>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0" name="Content Placeholder 2">
            <a:extLst>
              <a:ext uri="{FF2B5EF4-FFF2-40B4-BE49-F238E27FC236}">
                <a16:creationId xmlns:a16="http://schemas.microsoft.com/office/drawing/2014/main" id="{F3BB2B80-1B59-A143-BE75-CCD366DF7CE5}"/>
              </a:ext>
            </a:extLst>
          </p:cNvPr>
          <p:cNvSpPr>
            <a:spLocks noGrp="1"/>
          </p:cNvSpPr>
          <p:nvPr>
            <p:ph idx="1" hasCustomPrompt="1"/>
          </p:nvPr>
        </p:nvSpPr>
        <p:spPr>
          <a:xfrm>
            <a:off x="419100" y="1528175"/>
            <a:ext cx="5504688" cy="4648788"/>
          </a:xfrm>
        </p:spPr>
        <p:txBody>
          <a:bodyPr>
            <a:noAutofit/>
          </a:bodyPr>
          <a:lstStyle>
            <a:lvl1pPr marL="0" indent="0">
              <a:buNone/>
              <a:defRPr sz="1400">
                <a:solidFill>
                  <a:schemeClr val="tx1"/>
                </a:solidFill>
                <a:latin typeface="Lucida Console" panose="020B06090405040202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 Syntax Test file for 68k Assembly code</a:t>
            </a:r>
          </a:p>
          <a:p>
            <a:pPr lvl="0"/>
            <a:r>
              <a:rPr lang="en-US" dirty="0"/>
              <a:t>; Some comments about this file</a:t>
            </a:r>
          </a:p>
          <a:p>
            <a:pPr lvl="0"/>
            <a:r>
              <a:rPr lang="en-US" dirty="0"/>
              <a:t>.D0 00000000</a:t>
            </a:r>
          </a:p>
          <a:p>
            <a:pPr lvl="0"/>
            <a:r>
              <a:rPr lang="en-US" dirty="0"/>
              <a:t>MS 2100 00000002</a:t>
            </a:r>
          </a:p>
          <a:p>
            <a:pPr lvl="0"/>
            <a:r>
              <a:rPr lang="en-US" dirty="0"/>
              <a:t>MM 2000;DI</a:t>
            </a:r>
          </a:p>
          <a:p>
            <a:pPr lvl="0"/>
            <a:r>
              <a:rPr lang="en-US" dirty="0"/>
              <a:t>LEA.L $002100,A1</a:t>
            </a:r>
          </a:p>
          <a:p>
            <a:pPr lvl="0"/>
            <a:r>
              <a:rPr lang="en-US" dirty="0"/>
              <a:t>MOVE.L #2,-(A1)</a:t>
            </a:r>
          </a:p>
          <a:p>
            <a:pPr lvl="0"/>
            <a:r>
              <a:rPr lang="en-US" dirty="0"/>
              <a:t>BSR $00002050</a:t>
            </a:r>
          </a:p>
          <a:p>
            <a:pPr lvl="0"/>
            <a:r>
              <a:rPr lang="en-US" dirty="0"/>
              <a:t>MM 2050;DI</a:t>
            </a:r>
          </a:p>
          <a:p>
            <a:pPr lvl="0"/>
            <a:r>
              <a:rPr lang="en-US" dirty="0"/>
              <a:t>MOVE.L (A1)+,D1</a:t>
            </a:r>
          </a:p>
          <a:p>
            <a:pPr lvl="0"/>
            <a:r>
              <a:rPr lang="en-US" dirty="0"/>
              <a:t>MOVE.L (A1),D2</a:t>
            </a:r>
          </a:p>
          <a:p>
            <a:pPr lvl="0"/>
            <a:r>
              <a:rPr lang="en-US" dirty="0"/>
              <a:t>ADD.L D1,D2</a:t>
            </a:r>
          </a:p>
          <a:p>
            <a:pPr lvl="0"/>
            <a:r>
              <a:rPr lang="en-US" dirty="0"/>
              <a:t>MOVE.L D2,D0</a:t>
            </a:r>
          </a:p>
          <a:p>
            <a:pPr lvl="0"/>
            <a:r>
              <a:rPr lang="en-US" dirty="0"/>
              <a:t>RTS</a:t>
            </a:r>
          </a:p>
          <a:p>
            <a:pPr lvl="0"/>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fld id="{9FC43BFD-8FF7-A343-A8A6-E2338FCE8046}" type="slidenum">
              <a:rPr lang="en-US" smtClean="0"/>
              <a:t>‹#›</a:t>
            </a:fld>
            <a:endParaRPr lang="en-US" dirty="0"/>
          </a:p>
        </p:txBody>
      </p:sp>
      <p:sp>
        <p:nvSpPr>
          <p:cNvPr id="12" name="Content Placeholder 2">
            <a:extLst>
              <a:ext uri="{FF2B5EF4-FFF2-40B4-BE49-F238E27FC236}">
                <a16:creationId xmlns:a16="http://schemas.microsoft.com/office/drawing/2014/main" id="{D773890F-7993-BE4F-83AC-886113878E8D}"/>
              </a:ext>
            </a:extLst>
          </p:cNvPr>
          <p:cNvSpPr>
            <a:spLocks noGrp="1"/>
          </p:cNvSpPr>
          <p:nvPr>
            <p:ph idx="13" hasCustomPrompt="1"/>
          </p:nvPr>
        </p:nvSpPr>
        <p:spPr>
          <a:xfrm>
            <a:off x="6246312" y="1524228"/>
            <a:ext cx="5504688" cy="4648788"/>
          </a:xfrm>
        </p:spPr>
        <p:txBody>
          <a:bodyPr>
            <a:noAutofit/>
          </a:bodyPr>
          <a:lstStyle>
            <a:lvl1pPr marL="0" indent="0">
              <a:buNone/>
              <a:defRPr sz="1400">
                <a:solidFill>
                  <a:schemeClr val="tx1"/>
                </a:solidFill>
                <a:latin typeface="Lucida Console" panose="020B06090405040202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 Syntax Test file for 68k Assembly code</a:t>
            </a:r>
          </a:p>
          <a:p>
            <a:pPr lvl="0"/>
            <a:r>
              <a:rPr lang="en-US" dirty="0"/>
              <a:t>; Some comments about this file</a:t>
            </a:r>
          </a:p>
          <a:p>
            <a:pPr lvl="0"/>
            <a:r>
              <a:rPr lang="en-US" dirty="0"/>
              <a:t>.D0 00000000</a:t>
            </a:r>
          </a:p>
          <a:p>
            <a:pPr lvl="0"/>
            <a:r>
              <a:rPr lang="en-US" dirty="0"/>
              <a:t>MS 2100 00000002</a:t>
            </a:r>
          </a:p>
          <a:p>
            <a:pPr lvl="0"/>
            <a:r>
              <a:rPr lang="en-US" dirty="0"/>
              <a:t>MM 2000;DI</a:t>
            </a:r>
          </a:p>
          <a:p>
            <a:pPr lvl="0"/>
            <a:r>
              <a:rPr lang="en-US" dirty="0"/>
              <a:t>LEA.L $002100,A1</a:t>
            </a:r>
          </a:p>
          <a:p>
            <a:pPr lvl="0"/>
            <a:r>
              <a:rPr lang="en-US" dirty="0"/>
              <a:t>MOVE.L #2,-(A1)</a:t>
            </a:r>
          </a:p>
          <a:p>
            <a:pPr lvl="0"/>
            <a:r>
              <a:rPr lang="en-US" dirty="0"/>
              <a:t>BSR $00002050</a:t>
            </a:r>
          </a:p>
          <a:p>
            <a:pPr lvl="0"/>
            <a:r>
              <a:rPr lang="en-US" dirty="0"/>
              <a:t>MM 2050;DI</a:t>
            </a:r>
          </a:p>
          <a:p>
            <a:pPr lvl="0"/>
            <a:r>
              <a:rPr lang="en-US" dirty="0"/>
              <a:t>MOVE.L (A1)+,D1</a:t>
            </a:r>
          </a:p>
          <a:p>
            <a:pPr lvl="0"/>
            <a:r>
              <a:rPr lang="en-US" dirty="0"/>
              <a:t>MOVE.L (A1),D2</a:t>
            </a:r>
          </a:p>
          <a:p>
            <a:pPr lvl="0"/>
            <a:r>
              <a:rPr lang="en-US" dirty="0"/>
              <a:t>ADD.L D1,D2</a:t>
            </a:r>
          </a:p>
          <a:p>
            <a:pPr lvl="0"/>
            <a:r>
              <a:rPr lang="en-US" dirty="0"/>
              <a:t>MOVE.L D2,D0</a:t>
            </a:r>
          </a:p>
          <a:p>
            <a:pPr lvl="0"/>
            <a:r>
              <a:rPr lang="en-US" dirty="0"/>
              <a:t>RTS</a:t>
            </a:r>
          </a:p>
        </p:txBody>
      </p:sp>
      <p:pic>
        <p:nvPicPr>
          <p:cNvPr id="14" name="Picture 13">
            <a:extLst>
              <a:ext uri="{FF2B5EF4-FFF2-40B4-BE49-F238E27FC236}">
                <a16:creationId xmlns:a16="http://schemas.microsoft.com/office/drawing/2014/main" id="{7C9A8E11-F666-3A4D-B91D-F5F7FBCB2347}"/>
              </a:ext>
            </a:extLst>
          </p:cNvPr>
          <p:cNvPicPr>
            <a:picLocks noChangeAspect="1"/>
          </p:cNvPicPr>
          <p:nvPr/>
        </p:nvPicPr>
        <p:blipFill>
          <a:blip r:embed="rId4"/>
          <a:stretch>
            <a:fillRect/>
          </a:stretch>
        </p:blipFill>
        <p:spPr>
          <a:xfrm>
            <a:off x="9840052" y="365125"/>
            <a:ext cx="1910948" cy="449073"/>
          </a:xfrm>
          <a:prstGeom prst="rect">
            <a:avLst/>
          </a:prstGeom>
        </p:spPr>
      </p:pic>
      <p:sp>
        <p:nvSpPr>
          <p:cNvPr id="13" name="Footer Placeholder 4">
            <a:extLst>
              <a:ext uri="{FF2B5EF4-FFF2-40B4-BE49-F238E27FC236}">
                <a16:creationId xmlns:a16="http://schemas.microsoft.com/office/drawing/2014/main" id="{69573A30-3961-C94C-A15D-1FC70640BAA5}"/>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2020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35093435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4 Picture">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E071635C-7AC2-B54A-9C0A-2EECB1A91D6A}"/>
              </a:ext>
            </a:extLst>
          </p:cNvPr>
          <p:cNvPicPr>
            <a:picLocks/>
          </p:cNvPicPr>
          <p:nvPr/>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fld id="{9FC43BFD-8FF7-A343-A8A6-E2338FCE8046}" type="slidenum">
              <a:rPr lang="en-US" smtClean="0"/>
              <a:t>‹#›</a:t>
            </a:fld>
            <a:endParaRPr lang="en-US" dirty="0"/>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1876" y="3793944"/>
            <a:ext cx="2686416" cy="303043"/>
          </a:xfrm>
        </p:spPr>
        <p:txBody>
          <a:bodyPr>
            <a:noAutofit/>
          </a:bodyPr>
          <a:lstStyle>
            <a:lvl1pPr marL="0" indent="0" algn="ctr">
              <a:buNone/>
              <a:defRPr sz="2000" b="0">
                <a:solidFill>
                  <a:schemeClr val="tx1"/>
                </a:solidFill>
              </a:defRPr>
            </a:lvl1pPr>
          </a:lstStyle>
          <a:p>
            <a:pPr lvl="0"/>
            <a:r>
              <a:rPr lang="en-US"/>
              <a:t>Edit Master text styles</a:t>
            </a:r>
          </a:p>
        </p:txBody>
      </p:sp>
      <p:sp>
        <p:nvSpPr>
          <p:cNvPr id="4" name="Picture Placeholder 3">
            <a:extLst>
              <a:ext uri="{FF2B5EF4-FFF2-40B4-BE49-F238E27FC236}">
                <a16:creationId xmlns:a16="http://schemas.microsoft.com/office/drawing/2014/main" id="{EE336319-2696-2640-9B7B-C5788923DD04}"/>
              </a:ext>
            </a:extLst>
          </p:cNvPr>
          <p:cNvSpPr>
            <a:spLocks noGrp="1"/>
          </p:cNvSpPr>
          <p:nvPr>
            <p:ph type="pic" sz="quarter" idx="18"/>
          </p:nvPr>
        </p:nvSpPr>
        <p:spPr>
          <a:xfrm>
            <a:off x="419100" y="1524000"/>
            <a:ext cx="2679192" cy="2103120"/>
          </a:xfrm>
        </p:spPr>
        <p:txBody>
          <a:bodyPr>
            <a:noAutofit/>
          </a:bodyPr>
          <a:lstStyle>
            <a:lvl1pPr marL="0" indent="0">
              <a:buNone/>
              <a:defRPr/>
            </a:lvl1pPr>
          </a:lstStyle>
          <a:p>
            <a:r>
              <a:rPr lang="en-US"/>
              <a:t>Click icon to add picture</a:t>
            </a:r>
          </a:p>
        </p:txBody>
      </p:sp>
      <p:sp>
        <p:nvSpPr>
          <p:cNvPr id="21" name="Text Placeholder 2">
            <a:extLst>
              <a:ext uri="{FF2B5EF4-FFF2-40B4-BE49-F238E27FC236}">
                <a16:creationId xmlns:a16="http://schemas.microsoft.com/office/drawing/2014/main" id="{1A58B4D5-135C-FA4B-BDD3-660FB08CFA9C}"/>
              </a:ext>
            </a:extLst>
          </p:cNvPr>
          <p:cNvSpPr>
            <a:spLocks noGrp="1"/>
          </p:cNvSpPr>
          <p:nvPr>
            <p:ph type="body" sz="quarter" idx="19"/>
          </p:nvPr>
        </p:nvSpPr>
        <p:spPr>
          <a:xfrm>
            <a:off x="9086484" y="3793944"/>
            <a:ext cx="2686416" cy="303043"/>
          </a:xfrm>
        </p:spPr>
        <p:txBody>
          <a:bodyPr>
            <a:noAutofit/>
          </a:bodyPr>
          <a:lstStyle>
            <a:lvl1pPr marL="0" indent="0" algn="ctr">
              <a:buNone/>
              <a:defRPr sz="2000" b="0">
                <a:solidFill>
                  <a:schemeClr val="tx1"/>
                </a:solidFill>
              </a:defRPr>
            </a:lvl1pPr>
          </a:lstStyle>
          <a:p>
            <a:pPr lvl="0"/>
            <a:r>
              <a:rPr lang="en-US"/>
              <a:t>Edit Master text styles</a:t>
            </a:r>
          </a:p>
        </p:txBody>
      </p:sp>
      <p:sp>
        <p:nvSpPr>
          <p:cNvPr id="22" name="Picture Placeholder 3">
            <a:extLst>
              <a:ext uri="{FF2B5EF4-FFF2-40B4-BE49-F238E27FC236}">
                <a16:creationId xmlns:a16="http://schemas.microsoft.com/office/drawing/2014/main" id="{2FA06701-76A6-3548-BF51-E4429F8C741A}"/>
              </a:ext>
            </a:extLst>
          </p:cNvPr>
          <p:cNvSpPr>
            <a:spLocks noGrp="1"/>
          </p:cNvSpPr>
          <p:nvPr>
            <p:ph type="pic" sz="quarter" idx="20"/>
          </p:nvPr>
        </p:nvSpPr>
        <p:spPr>
          <a:xfrm>
            <a:off x="9093708" y="1524000"/>
            <a:ext cx="2679192" cy="2103120"/>
          </a:xfrm>
        </p:spPr>
        <p:txBody>
          <a:bodyPr>
            <a:noAutofit/>
          </a:bodyPr>
          <a:lstStyle>
            <a:lvl1pPr marL="0" indent="0">
              <a:buNone/>
              <a:defRPr/>
            </a:lvl1pPr>
          </a:lstStyle>
          <a:p>
            <a:r>
              <a:rPr lang="en-US"/>
              <a:t>Click icon to add picture</a:t>
            </a:r>
            <a:endParaRPr lang="en-US" dirty="0"/>
          </a:p>
        </p:txBody>
      </p:sp>
      <p:sp>
        <p:nvSpPr>
          <p:cNvPr id="23" name="Text Placeholder 2">
            <a:extLst>
              <a:ext uri="{FF2B5EF4-FFF2-40B4-BE49-F238E27FC236}">
                <a16:creationId xmlns:a16="http://schemas.microsoft.com/office/drawing/2014/main" id="{7ED4B9F9-6A66-6041-9EEB-F3287939A9A1}"/>
              </a:ext>
            </a:extLst>
          </p:cNvPr>
          <p:cNvSpPr>
            <a:spLocks noGrp="1"/>
          </p:cNvSpPr>
          <p:nvPr>
            <p:ph type="body" sz="quarter" idx="21"/>
          </p:nvPr>
        </p:nvSpPr>
        <p:spPr>
          <a:xfrm>
            <a:off x="6200777" y="3793944"/>
            <a:ext cx="2686416" cy="303043"/>
          </a:xfrm>
        </p:spPr>
        <p:txBody>
          <a:bodyPr>
            <a:noAutofit/>
          </a:bodyPr>
          <a:lstStyle>
            <a:lvl1pPr marL="0" indent="0" algn="ctr">
              <a:buNone/>
              <a:defRPr sz="2000" b="0">
                <a:solidFill>
                  <a:schemeClr val="tx1"/>
                </a:solidFill>
              </a:defRPr>
            </a:lvl1pPr>
          </a:lstStyle>
          <a:p>
            <a:pPr lvl="0"/>
            <a:r>
              <a:rPr lang="en-US"/>
              <a:t>Edit Master text styles</a:t>
            </a:r>
          </a:p>
        </p:txBody>
      </p:sp>
      <p:sp>
        <p:nvSpPr>
          <p:cNvPr id="24" name="Picture Placeholder 3">
            <a:extLst>
              <a:ext uri="{FF2B5EF4-FFF2-40B4-BE49-F238E27FC236}">
                <a16:creationId xmlns:a16="http://schemas.microsoft.com/office/drawing/2014/main" id="{47F48B9A-256D-954A-AA08-55B5777556AD}"/>
              </a:ext>
            </a:extLst>
          </p:cNvPr>
          <p:cNvSpPr>
            <a:spLocks noGrp="1"/>
          </p:cNvSpPr>
          <p:nvPr>
            <p:ph type="pic" sz="quarter" idx="22"/>
          </p:nvPr>
        </p:nvSpPr>
        <p:spPr>
          <a:xfrm>
            <a:off x="6210469" y="1524000"/>
            <a:ext cx="2679192" cy="2103120"/>
          </a:xfrm>
        </p:spPr>
        <p:txBody>
          <a:bodyPr>
            <a:noAutofit/>
          </a:bodyPr>
          <a:lstStyle>
            <a:lvl1pPr marL="0" indent="0">
              <a:buNone/>
              <a:defRPr/>
            </a:lvl1pPr>
          </a:lstStyle>
          <a:p>
            <a:r>
              <a:rPr lang="en-US"/>
              <a:t>Click icon to add picture</a:t>
            </a:r>
            <a:endParaRPr lang="en-US" dirty="0"/>
          </a:p>
        </p:txBody>
      </p:sp>
      <p:sp>
        <p:nvSpPr>
          <p:cNvPr id="25" name="Text Placeholder 2">
            <a:extLst>
              <a:ext uri="{FF2B5EF4-FFF2-40B4-BE49-F238E27FC236}">
                <a16:creationId xmlns:a16="http://schemas.microsoft.com/office/drawing/2014/main" id="{86FF323F-B273-E643-A44F-65465BE5C0DE}"/>
              </a:ext>
            </a:extLst>
          </p:cNvPr>
          <p:cNvSpPr>
            <a:spLocks noGrp="1"/>
          </p:cNvSpPr>
          <p:nvPr>
            <p:ph type="body" sz="quarter" idx="23"/>
          </p:nvPr>
        </p:nvSpPr>
        <p:spPr>
          <a:xfrm>
            <a:off x="3315078" y="3793944"/>
            <a:ext cx="2686416" cy="303043"/>
          </a:xfrm>
        </p:spPr>
        <p:txBody>
          <a:bodyPr>
            <a:noAutofit/>
          </a:bodyPr>
          <a:lstStyle>
            <a:lvl1pPr marL="0" indent="0" algn="ctr">
              <a:buNone/>
              <a:defRPr sz="2000" b="0">
                <a:solidFill>
                  <a:schemeClr val="tx1"/>
                </a:solidFill>
              </a:defRPr>
            </a:lvl1pPr>
          </a:lstStyle>
          <a:p>
            <a:pPr lvl="0"/>
            <a:r>
              <a:rPr lang="en-US"/>
              <a:t>Edit Master text styles</a:t>
            </a:r>
          </a:p>
        </p:txBody>
      </p:sp>
      <p:sp>
        <p:nvSpPr>
          <p:cNvPr id="26" name="Picture Placeholder 3">
            <a:extLst>
              <a:ext uri="{FF2B5EF4-FFF2-40B4-BE49-F238E27FC236}">
                <a16:creationId xmlns:a16="http://schemas.microsoft.com/office/drawing/2014/main" id="{C1BCDD9F-46DB-5745-913B-E11E7BEBDA8C}"/>
              </a:ext>
            </a:extLst>
          </p:cNvPr>
          <p:cNvSpPr>
            <a:spLocks noGrp="1"/>
          </p:cNvSpPr>
          <p:nvPr>
            <p:ph type="pic" sz="quarter" idx="24"/>
          </p:nvPr>
        </p:nvSpPr>
        <p:spPr>
          <a:xfrm>
            <a:off x="3322302" y="1524000"/>
            <a:ext cx="2679192" cy="2103120"/>
          </a:xfrm>
        </p:spPr>
        <p:txBody>
          <a:bodyPr>
            <a:noAutofit/>
          </a:bodyPr>
          <a:lstStyle>
            <a:lvl1pPr marL="0" indent="0">
              <a:buNone/>
              <a:defRPr/>
            </a:lvl1pPr>
          </a:lstStyle>
          <a:p>
            <a:r>
              <a:rPr lang="en-US"/>
              <a:t>Click icon to add picture</a:t>
            </a:r>
          </a:p>
        </p:txBody>
      </p:sp>
      <p:pic>
        <p:nvPicPr>
          <p:cNvPr id="15" name="Picture 14">
            <a:extLst>
              <a:ext uri="{FF2B5EF4-FFF2-40B4-BE49-F238E27FC236}">
                <a16:creationId xmlns:a16="http://schemas.microsoft.com/office/drawing/2014/main" id="{D2B6CB73-644C-3C44-9950-49A93F6F36C7}"/>
              </a:ext>
            </a:extLst>
          </p:cNvPr>
          <p:cNvPicPr>
            <a:picLocks noChangeAspect="1"/>
          </p:cNvPicPr>
          <p:nvPr/>
        </p:nvPicPr>
        <p:blipFill>
          <a:blip r:embed="rId4"/>
          <a:stretch>
            <a:fillRect/>
          </a:stretch>
        </p:blipFill>
        <p:spPr>
          <a:xfrm>
            <a:off x="9840052" y="365125"/>
            <a:ext cx="1910948" cy="449073"/>
          </a:xfrm>
          <a:prstGeom prst="rect">
            <a:avLst/>
          </a:prstGeom>
        </p:spPr>
      </p:pic>
      <p:sp>
        <p:nvSpPr>
          <p:cNvPr id="14" name="Footer Placeholder 4">
            <a:extLst>
              <a:ext uri="{FF2B5EF4-FFF2-40B4-BE49-F238E27FC236}">
                <a16:creationId xmlns:a16="http://schemas.microsoft.com/office/drawing/2014/main" id="{075ED423-869B-CA42-83F6-A40BF01C3EBF}"/>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2020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12894915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6 Picture">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67E9E421-0C28-B445-BB5D-267DD5F8BA23}"/>
              </a:ext>
            </a:extLst>
          </p:cNvPr>
          <p:cNvPicPr>
            <a:picLocks/>
          </p:cNvPicPr>
          <p:nvPr/>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noAutofit/>
          </a:bodyPr>
          <a:lstStyle/>
          <a:p>
            <a:fld id="{9FC43BFD-8FF7-A343-A8A6-E2338FCE8046}" type="slidenum">
              <a:rPr lang="en-US" smtClean="0"/>
              <a:t>‹#›</a:t>
            </a:fld>
            <a:endParaRPr lang="en-US" dirty="0"/>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1876" y="3446471"/>
            <a:ext cx="3619104" cy="301752"/>
          </a:xfrm>
        </p:spPr>
        <p:txBody>
          <a:bodyPr>
            <a:noAutofit/>
          </a:bodyPr>
          <a:lstStyle>
            <a:lvl1pPr marL="0" indent="0" algn="ctr">
              <a:buNone/>
              <a:defRPr sz="2000" b="0">
                <a:solidFill>
                  <a:schemeClr val="tx1"/>
                </a:solidFill>
              </a:defRPr>
            </a:lvl1pPr>
          </a:lstStyle>
          <a:p>
            <a:pPr lvl="0"/>
            <a:r>
              <a:rPr lang="en-US"/>
              <a:t>Edit Master text styles</a:t>
            </a:r>
          </a:p>
        </p:txBody>
      </p:sp>
      <p:sp>
        <p:nvSpPr>
          <p:cNvPr id="4" name="Picture Placeholder 3">
            <a:extLst>
              <a:ext uri="{FF2B5EF4-FFF2-40B4-BE49-F238E27FC236}">
                <a16:creationId xmlns:a16="http://schemas.microsoft.com/office/drawing/2014/main" id="{EE336319-2696-2640-9B7B-C5788923DD04}"/>
              </a:ext>
            </a:extLst>
          </p:cNvPr>
          <p:cNvSpPr>
            <a:spLocks noGrp="1"/>
          </p:cNvSpPr>
          <p:nvPr>
            <p:ph type="pic" sz="quarter" idx="18"/>
          </p:nvPr>
        </p:nvSpPr>
        <p:spPr>
          <a:xfrm>
            <a:off x="419100" y="1524000"/>
            <a:ext cx="3611880" cy="1755648"/>
          </a:xfrm>
        </p:spPr>
        <p:txBody>
          <a:bodyPr>
            <a:noAutofit/>
          </a:bodyPr>
          <a:lstStyle>
            <a:lvl1pPr marL="0" indent="0">
              <a:buNone/>
              <a:defRPr>
                <a:solidFill>
                  <a:schemeClr val="tx1"/>
                </a:solidFill>
              </a:defRPr>
            </a:lvl1pPr>
          </a:lstStyle>
          <a:p>
            <a:r>
              <a:rPr lang="en-US"/>
              <a:t>Click icon to add picture</a:t>
            </a:r>
            <a:endParaRPr lang="en-US" dirty="0"/>
          </a:p>
        </p:txBody>
      </p:sp>
      <p:sp>
        <p:nvSpPr>
          <p:cNvPr id="18" name="Text Placeholder 2">
            <a:extLst>
              <a:ext uri="{FF2B5EF4-FFF2-40B4-BE49-F238E27FC236}">
                <a16:creationId xmlns:a16="http://schemas.microsoft.com/office/drawing/2014/main" id="{CEC6ED8A-9A35-254F-9CF6-1EFE9B38709A}"/>
              </a:ext>
            </a:extLst>
          </p:cNvPr>
          <p:cNvSpPr>
            <a:spLocks noGrp="1"/>
          </p:cNvSpPr>
          <p:nvPr>
            <p:ph type="body" sz="quarter" idx="19"/>
          </p:nvPr>
        </p:nvSpPr>
        <p:spPr>
          <a:xfrm>
            <a:off x="8153796" y="3446471"/>
            <a:ext cx="3619104" cy="301752"/>
          </a:xfrm>
        </p:spPr>
        <p:txBody>
          <a:bodyPr>
            <a:noAutofit/>
          </a:bodyPr>
          <a:lstStyle>
            <a:lvl1pPr marL="0" indent="0" algn="ctr">
              <a:buNone/>
              <a:defRPr sz="2000" b="0">
                <a:solidFill>
                  <a:schemeClr val="tx1"/>
                </a:solidFill>
              </a:defRPr>
            </a:lvl1pPr>
          </a:lstStyle>
          <a:p>
            <a:pPr lvl="0"/>
            <a:r>
              <a:rPr lang="en-US"/>
              <a:t>Edit Master text styles</a:t>
            </a:r>
          </a:p>
        </p:txBody>
      </p:sp>
      <p:sp>
        <p:nvSpPr>
          <p:cNvPr id="19" name="Picture Placeholder 3">
            <a:extLst>
              <a:ext uri="{FF2B5EF4-FFF2-40B4-BE49-F238E27FC236}">
                <a16:creationId xmlns:a16="http://schemas.microsoft.com/office/drawing/2014/main" id="{1F03C714-8C12-1648-A7BE-ED7D107E4A53}"/>
              </a:ext>
            </a:extLst>
          </p:cNvPr>
          <p:cNvSpPr>
            <a:spLocks noGrp="1"/>
          </p:cNvSpPr>
          <p:nvPr>
            <p:ph type="pic" sz="quarter" idx="20"/>
          </p:nvPr>
        </p:nvSpPr>
        <p:spPr>
          <a:xfrm>
            <a:off x="8161020" y="1524000"/>
            <a:ext cx="3611880" cy="1755648"/>
          </a:xfrm>
        </p:spPr>
        <p:txBody>
          <a:bodyPr>
            <a:noAutofit/>
          </a:bodyPr>
          <a:lstStyle>
            <a:lvl1pPr marL="0" indent="0">
              <a:buNone/>
              <a:defRPr/>
            </a:lvl1pPr>
          </a:lstStyle>
          <a:p>
            <a:r>
              <a:rPr lang="en-US"/>
              <a:t>Click icon to add picture</a:t>
            </a:r>
          </a:p>
        </p:txBody>
      </p:sp>
      <p:sp>
        <p:nvSpPr>
          <p:cNvPr id="20" name="Text Placeholder 2">
            <a:extLst>
              <a:ext uri="{FF2B5EF4-FFF2-40B4-BE49-F238E27FC236}">
                <a16:creationId xmlns:a16="http://schemas.microsoft.com/office/drawing/2014/main" id="{22929504-2B50-874B-A16E-F37A03279EC7}"/>
              </a:ext>
            </a:extLst>
          </p:cNvPr>
          <p:cNvSpPr>
            <a:spLocks noGrp="1"/>
          </p:cNvSpPr>
          <p:nvPr>
            <p:ph type="body" sz="quarter" idx="21"/>
          </p:nvPr>
        </p:nvSpPr>
        <p:spPr>
          <a:xfrm>
            <a:off x="4294312" y="3446471"/>
            <a:ext cx="3619104" cy="301752"/>
          </a:xfrm>
        </p:spPr>
        <p:txBody>
          <a:bodyPr>
            <a:noAutofit/>
          </a:bodyPr>
          <a:lstStyle>
            <a:lvl1pPr marL="0" indent="0" algn="ctr">
              <a:buNone/>
              <a:defRPr sz="2000" b="0">
                <a:solidFill>
                  <a:schemeClr val="tx1"/>
                </a:solidFill>
              </a:defRPr>
            </a:lvl1pPr>
          </a:lstStyle>
          <a:p>
            <a:pPr lvl="0"/>
            <a:r>
              <a:rPr lang="en-US"/>
              <a:t>Edit Master text styles</a:t>
            </a:r>
          </a:p>
        </p:txBody>
      </p:sp>
      <p:sp>
        <p:nvSpPr>
          <p:cNvPr id="27" name="Picture Placeholder 3">
            <a:extLst>
              <a:ext uri="{FF2B5EF4-FFF2-40B4-BE49-F238E27FC236}">
                <a16:creationId xmlns:a16="http://schemas.microsoft.com/office/drawing/2014/main" id="{B331369C-8691-264D-B80A-CEAC8AD3CDE6}"/>
              </a:ext>
            </a:extLst>
          </p:cNvPr>
          <p:cNvSpPr>
            <a:spLocks noGrp="1"/>
          </p:cNvSpPr>
          <p:nvPr>
            <p:ph type="pic" sz="quarter" idx="22"/>
          </p:nvPr>
        </p:nvSpPr>
        <p:spPr>
          <a:xfrm>
            <a:off x="4301536" y="1524000"/>
            <a:ext cx="3611880" cy="1755648"/>
          </a:xfrm>
        </p:spPr>
        <p:txBody>
          <a:bodyPr>
            <a:noAutofit/>
          </a:bodyPr>
          <a:lstStyle>
            <a:lvl1pPr marL="0" indent="0">
              <a:buNone/>
              <a:defRPr/>
            </a:lvl1pPr>
          </a:lstStyle>
          <a:p>
            <a:r>
              <a:rPr lang="en-US"/>
              <a:t>Click icon to add picture</a:t>
            </a:r>
          </a:p>
        </p:txBody>
      </p:sp>
      <p:sp>
        <p:nvSpPr>
          <p:cNvPr id="34" name="Text Placeholder 2">
            <a:extLst>
              <a:ext uri="{FF2B5EF4-FFF2-40B4-BE49-F238E27FC236}">
                <a16:creationId xmlns:a16="http://schemas.microsoft.com/office/drawing/2014/main" id="{B9AA5E4E-EA30-7144-B43C-3BC38200353D}"/>
              </a:ext>
            </a:extLst>
          </p:cNvPr>
          <p:cNvSpPr>
            <a:spLocks noGrp="1"/>
          </p:cNvSpPr>
          <p:nvPr>
            <p:ph type="body" sz="quarter" idx="23"/>
          </p:nvPr>
        </p:nvSpPr>
        <p:spPr>
          <a:xfrm>
            <a:off x="411876" y="5857160"/>
            <a:ext cx="3619104" cy="301752"/>
          </a:xfrm>
        </p:spPr>
        <p:txBody>
          <a:bodyPr>
            <a:noAutofit/>
          </a:bodyPr>
          <a:lstStyle>
            <a:lvl1pPr marL="0" indent="0" algn="ctr">
              <a:buNone/>
              <a:defRPr sz="2000" b="0">
                <a:solidFill>
                  <a:schemeClr val="tx1"/>
                </a:solidFill>
              </a:defRPr>
            </a:lvl1pPr>
          </a:lstStyle>
          <a:p>
            <a:pPr lvl="0"/>
            <a:r>
              <a:rPr lang="en-US"/>
              <a:t>Edit Master text styles</a:t>
            </a:r>
          </a:p>
        </p:txBody>
      </p:sp>
      <p:sp>
        <p:nvSpPr>
          <p:cNvPr id="35" name="Picture Placeholder 3">
            <a:extLst>
              <a:ext uri="{FF2B5EF4-FFF2-40B4-BE49-F238E27FC236}">
                <a16:creationId xmlns:a16="http://schemas.microsoft.com/office/drawing/2014/main" id="{57601697-5763-1649-956A-0E3F39DE563B}"/>
              </a:ext>
            </a:extLst>
          </p:cNvPr>
          <p:cNvSpPr>
            <a:spLocks noGrp="1"/>
          </p:cNvSpPr>
          <p:nvPr>
            <p:ph type="pic" sz="quarter" idx="24"/>
          </p:nvPr>
        </p:nvSpPr>
        <p:spPr>
          <a:xfrm>
            <a:off x="419100" y="3934689"/>
            <a:ext cx="3611880" cy="1755648"/>
          </a:xfrm>
        </p:spPr>
        <p:txBody>
          <a:bodyPr>
            <a:noAutofit/>
          </a:bodyPr>
          <a:lstStyle>
            <a:lvl1pPr marL="0" indent="0">
              <a:buNone/>
              <a:defRPr>
                <a:solidFill>
                  <a:schemeClr val="tx1"/>
                </a:solidFill>
              </a:defRPr>
            </a:lvl1pPr>
          </a:lstStyle>
          <a:p>
            <a:r>
              <a:rPr lang="en-US"/>
              <a:t>Click icon to add picture</a:t>
            </a:r>
          </a:p>
        </p:txBody>
      </p:sp>
      <p:sp>
        <p:nvSpPr>
          <p:cNvPr id="36" name="Text Placeholder 2">
            <a:extLst>
              <a:ext uri="{FF2B5EF4-FFF2-40B4-BE49-F238E27FC236}">
                <a16:creationId xmlns:a16="http://schemas.microsoft.com/office/drawing/2014/main" id="{09672F95-1B0D-D44F-96FA-DEB0E07403A7}"/>
              </a:ext>
            </a:extLst>
          </p:cNvPr>
          <p:cNvSpPr>
            <a:spLocks noGrp="1"/>
          </p:cNvSpPr>
          <p:nvPr>
            <p:ph type="body" sz="quarter" idx="25"/>
          </p:nvPr>
        </p:nvSpPr>
        <p:spPr>
          <a:xfrm>
            <a:off x="8153796" y="5857160"/>
            <a:ext cx="3619104" cy="301752"/>
          </a:xfrm>
        </p:spPr>
        <p:txBody>
          <a:bodyPr>
            <a:noAutofit/>
          </a:bodyPr>
          <a:lstStyle>
            <a:lvl1pPr marL="0" indent="0" algn="ctr">
              <a:buNone/>
              <a:defRPr sz="2000" b="0">
                <a:solidFill>
                  <a:schemeClr val="tx1"/>
                </a:solidFill>
              </a:defRPr>
            </a:lvl1pPr>
          </a:lstStyle>
          <a:p>
            <a:pPr lvl="0"/>
            <a:r>
              <a:rPr lang="en-US"/>
              <a:t>Edit Master text styles</a:t>
            </a:r>
          </a:p>
        </p:txBody>
      </p:sp>
      <p:sp>
        <p:nvSpPr>
          <p:cNvPr id="37" name="Picture Placeholder 3">
            <a:extLst>
              <a:ext uri="{FF2B5EF4-FFF2-40B4-BE49-F238E27FC236}">
                <a16:creationId xmlns:a16="http://schemas.microsoft.com/office/drawing/2014/main" id="{D8042A93-9BD7-0147-8441-5442B29A69DE}"/>
              </a:ext>
            </a:extLst>
          </p:cNvPr>
          <p:cNvSpPr>
            <a:spLocks noGrp="1"/>
          </p:cNvSpPr>
          <p:nvPr>
            <p:ph type="pic" sz="quarter" idx="26"/>
          </p:nvPr>
        </p:nvSpPr>
        <p:spPr>
          <a:xfrm>
            <a:off x="8161020" y="3934689"/>
            <a:ext cx="3611880" cy="1755648"/>
          </a:xfrm>
        </p:spPr>
        <p:txBody>
          <a:bodyPr>
            <a:noAutofit/>
          </a:bodyPr>
          <a:lstStyle>
            <a:lvl1pPr marL="0" indent="0">
              <a:buNone/>
              <a:defRPr>
                <a:solidFill>
                  <a:schemeClr val="tx1"/>
                </a:solidFill>
              </a:defRPr>
            </a:lvl1pPr>
          </a:lstStyle>
          <a:p>
            <a:r>
              <a:rPr lang="en-US"/>
              <a:t>Click icon to add picture</a:t>
            </a:r>
          </a:p>
        </p:txBody>
      </p:sp>
      <p:sp>
        <p:nvSpPr>
          <p:cNvPr id="38" name="Text Placeholder 2">
            <a:extLst>
              <a:ext uri="{FF2B5EF4-FFF2-40B4-BE49-F238E27FC236}">
                <a16:creationId xmlns:a16="http://schemas.microsoft.com/office/drawing/2014/main" id="{2B0D6062-BB69-D146-8060-14598F894BC4}"/>
              </a:ext>
            </a:extLst>
          </p:cNvPr>
          <p:cNvSpPr>
            <a:spLocks noGrp="1"/>
          </p:cNvSpPr>
          <p:nvPr>
            <p:ph type="body" sz="quarter" idx="27"/>
          </p:nvPr>
        </p:nvSpPr>
        <p:spPr>
          <a:xfrm>
            <a:off x="4294312" y="5857160"/>
            <a:ext cx="3619104" cy="301752"/>
          </a:xfrm>
        </p:spPr>
        <p:txBody>
          <a:bodyPr>
            <a:noAutofit/>
          </a:bodyPr>
          <a:lstStyle>
            <a:lvl1pPr marL="0" indent="0" algn="ctr">
              <a:buNone/>
              <a:defRPr sz="2000" b="0">
                <a:solidFill>
                  <a:schemeClr val="tx1"/>
                </a:solidFill>
              </a:defRPr>
            </a:lvl1pPr>
          </a:lstStyle>
          <a:p>
            <a:pPr lvl="0"/>
            <a:r>
              <a:rPr lang="en-US"/>
              <a:t>Edit Master text styles</a:t>
            </a:r>
          </a:p>
        </p:txBody>
      </p:sp>
      <p:sp>
        <p:nvSpPr>
          <p:cNvPr id="39" name="Picture Placeholder 3">
            <a:extLst>
              <a:ext uri="{FF2B5EF4-FFF2-40B4-BE49-F238E27FC236}">
                <a16:creationId xmlns:a16="http://schemas.microsoft.com/office/drawing/2014/main" id="{750D7242-278D-B24F-A07C-549ACB16E63A}"/>
              </a:ext>
            </a:extLst>
          </p:cNvPr>
          <p:cNvSpPr>
            <a:spLocks noGrp="1"/>
          </p:cNvSpPr>
          <p:nvPr>
            <p:ph type="pic" sz="quarter" idx="28"/>
          </p:nvPr>
        </p:nvSpPr>
        <p:spPr>
          <a:xfrm>
            <a:off x="4301536" y="3934689"/>
            <a:ext cx="3611880" cy="1755648"/>
          </a:xfrm>
        </p:spPr>
        <p:txBody>
          <a:bodyPr>
            <a:noAutofit/>
          </a:bodyPr>
          <a:lstStyle>
            <a:lvl1pPr marL="0" indent="0">
              <a:buNone/>
              <a:defRPr>
                <a:solidFill>
                  <a:schemeClr val="tx1"/>
                </a:solidFill>
              </a:defRPr>
            </a:lvl1pPr>
          </a:lstStyle>
          <a:p>
            <a:r>
              <a:rPr lang="en-US"/>
              <a:t>Click icon to add picture</a:t>
            </a:r>
          </a:p>
        </p:txBody>
      </p:sp>
      <p:pic>
        <p:nvPicPr>
          <p:cNvPr id="22" name="Picture 21">
            <a:extLst>
              <a:ext uri="{FF2B5EF4-FFF2-40B4-BE49-F238E27FC236}">
                <a16:creationId xmlns:a16="http://schemas.microsoft.com/office/drawing/2014/main" id="{A5227888-88F5-4747-9B64-3DA540A538D1}"/>
              </a:ext>
            </a:extLst>
          </p:cNvPr>
          <p:cNvPicPr>
            <a:picLocks noChangeAspect="1"/>
          </p:cNvPicPr>
          <p:nvPr/>
        </p:nvPicPr>
        <p:blipFill>
          <a:blip r:embed="rId4"/>
          <a:stretch>
            <a:fillRect/>
          </a:stretch>
        </p:blipFill>
        <p:spPr>
          <a:xfrm>
            <a:off x="9840052" y="365125"/>
            <a:ext cx="1910948" cy="449073"/>
          </a:xfrm>
          <a:prstGeom prst="rect">
            <a:avLst/>
          </a:prstGeom>
        </p:spPr>
      </p:pic>
      <p:sp>
        <p:nvSpPr>
          <p:cNvPr id="21" name="Footer Placeholder 4">
            <a:extLst>
              <a:ext uri="{FF2B5EF4-FFF2-40B4-BE49-F238E27FC236}">
                <a16:creationId xmlns:a16="http://schemas.microsoft.com/office/drawing/2014/main" id="{FBF3F200-BB4F-664F-876E-B587463197ED}"/>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2020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31186353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Icons">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1876" y="4011163"/>
            <a:ext cx="2686416" cy="303043"/>
          </a:xfrm>
        </p:spPr>
        <p:txBody>
          <a:bodyPr>
            <a:noAutofit/>
          </a:bodyPr>
          <a:lstStyle>
            <a:lvl1pPr marL="0" indent="0" algn="ctr">
              <a:buNone/>
              <a:defRPr sz="2000" b="0"/>
            </a:lvl1pPr>
          </a:lstStyle>
          <a:p>
            <a:pPr lvl="0"/>
            <a:r>
              <a:rPr lang="en-US"/>
              <a:t>Edit Master text styles</a:t>
            </a:r>
          </a:p>
        </p:txBody>
      </p:sp>
      <p:sp>
        <p:nvSpPr>
          <p:cNvPr id="4" name="Picture Placeholder 3">
            <a:extLst>
              <a:ext uri="{FF2B5EF4-FFF2-40B4-BE49-F238E27FC236}">
                <a16:creationId xmlns:a16="http://schemas.microsoft.com/office/drawing/2014/main" id="{EE336319-2696-2640-9B7B-C5788923DD04}"/>
              </a:ext>
            </a:extLst>
          </p:cNvPr>
          <p:cNvSpPr>
            <a:spLocks noGrp="1"/>
          </p:cNvSpPr>
          <p:nvPr>
            <p:ph type="pic" sz="quarter" idx="18" hasCustomPrompt="1"/>
          </p:nvPr>
        </p:nvSpPr>
        <p:spPr>
          <a:xfrm>
            <a:off x="1069259" y="2626296"/>
            <a:ext cx="1188720" cy="1188720"/>
          </a:xfrm>
        </p:spPr>
        <p:txBody>
          <a:bodyPr>
            <a:noAutofit/>
          </a:bodyPr>
          <a:lstStyle>
            <a:lvl1pPr marL="0" indent="0">
              <a:buNone/>
              <a:defRPr/>
            </a:lvl1pPr>
          </a:lstStyle>
          <a:p>
            <a:r>
              <a:rPr lang="en-US" dirty="0"/>
              <a:t>Icon</a:t>
            </a:r>
          </a:p>
        </p:txBody>
      </p:sp>
      <p:sp>
        <p:nvSpPr>
          <p:cNvPr id="21" name="Text Placeholder 2">
            <a:extLst>
              <a:ext uri="{FF2B5EF4-FFF2-40B4-BE49-F238E27FC236}">
                <a16:creationId xmlns:a16="http://schemas.microsoft.com/office/drawing/2014/main" id="{1A58B4D5-135C-FA4B-BDD3-660FB08CFA9C}"/>
              </a:ext>
            </a:extLst>
          </p:cNvPr>
          <p:cNvSpPr>
            <a:spLocks noGrp="1"/>
          </p:cNvSpPr>
          <p:nvPr>
            <p:ph type="body" sz="quarter" idx="19"/>
          </p:nvPr>
        </p:nvSpPr>
        <p:spPr>
          <a:xfrm>
            <a:off x="9086484" y="4011163"/>
            <a:ext cx="2686416" cy="303043"/>
          </a:xfrm>
        </p:spPr>
        <p:txBody>
          <a:bodyPr>
            <a:noAutofit/>
          </a:bodyPr>
          <a:lstStyle>
            <a:lvl1pPr marL="0" indent="0" algn="ctr">
              <a:buNone/>
              <a:defRPr sz="2000" b="0"/>
            </a:lvl1pPr>
          </a:lstStyle>
          <a:p>
            <a:pPr lvl="0"/>
            <a:r>
              <a:rPr lang="en-US"/>
              <a:t>Edit Master text styles</a:t>
            </a:r>
          </a:p>
        </p:txBody>
      </p:sp>
      <p:sp>
        <p:nvSpPr>
          <p:cNvPr id="23" name="Text Placeholder 2">
            <a:extLst>
              <a:ext uri="{FF2B5EF4-FFF2-40B4-BE49-F238E27FC236}">
                <a16:creationId xmlns:a16="http://schemas.microsoft.com/office/drawing/2014/main" id="{7ED4B9F9-6A66-6041-9EEB-F3287939A9A1}"/>
              </a:ext>
            </a:extLst>
          </p:cNvPr>
          <p:cNvSpPr>
            <a:spLocks noGrp="1"/>
          </p:cNvSpPr>
          <p:nvPr>
            <p:ph type="body" sz="quarter" idx="21"/>
          </p:nvPr>
        </p:nvSpPr>
        <p:spPr>
          <a:xfrm>
            <a:off x="6177027" y="4011163"/>
            <a:ext cx="2686416" cy="303043"/>
          </a:xfrm>
        </p:spPr>
        <p:txBody>
          <a:bodyPr>
            <a:noAutofit/>
          </a:bodyPr>
          <a:lstStyle>
            <a:lvl1pPr marL="0" indent="0" algn="ctr">
              <a:buNone/>
              <a:defRPr sz="2000" b="0"/>
            </a:lvl1pPr>
          </a:lstStyle>
          <a:p>
            <a:pPr lvl="0"/>
            <a:r>
              <a:rPr lang="en-US"/>
              <a:t>Edit Master text styles</a:t>
            </a:r>
          </a:p>
        </p:txBody>
      </p:sp>
      <p:sp>
        <p:nvSpPr>
          <p:cNvPr id="25" name="Text Placeholder 2">
            <a:extLst>
              <a:ext uri="{FF2B5EF4-FFF2-40B4-BE49-F238E27FC236}">
                <a16:creationId xmlns:a16="http://schemas.microsoft.com/office/drawing/2014/main" id="{86FF323F-B273-E643-A44F-65465BE5C0DE}"/>
              </a:ext>
            </a:extLst>
          </p:cNvPr>
          <p:cNvSpPr>
            <a:spLocks noGrp="1"/>
          </p:cNvSpPr>
          <p:nvPr>
            <p:ph type="body" sz="quarter" idx="23"/>
          </p:nvPr>
        </p:nvSpPr>
        <p:spPr>
          <a:xfrm>
            <a:off x="3315078" y="4011163"/>
            <a:ext cx="2686416" cy="303043"/>
          </a:xfrm>
        </p:spPr>
        <p:txBody>
          <a:bodyPr>
            <a:noAutofit/>
          </a:bodyPr>
          <a:lstStyle>
            <a:lvl1pPr marL="0" indent="0" algn="ctr">
              <a:buNone/>
              <a:defRPr sz="2000" b="0"/>
            </a:lvl1pPr>
          </a:lstStyle>
          <a:p>
            <a:pPr lvl="0"/>
            <a:r>
              <a:rPr lang="en-US"/>
              <a:t>Edit Master text styles</a:t>
            </a:r>
          </a:p>
        </p:txBody>
      </p:sp>
      <p:sp>
        <p:nvSpPr>
          <p:cNvPr id="14" name="Picture Placeholder 3">
            <a:extLst>
              <a:ext uri="{FF2B5EF4-FFF2-40B4-BE49-F238E27FC236}">
                <a16:creationId xmlns:a16="http://schemas.microsoft.com/office/drawing/2014/main" id="{3E6CE5FE-ED8C-0D40-862B-9F5EC40C7E82}"/>
              </a:ext>
            </a:extLst>
          </p:cNvPr>
          <p:cNvSpPr>
            <a:spLocks noGrp="1"/>
          </p:cNvSpPr>
          <p:nvPr>
            <p:ph type="pic" sz="quarter" idx="24" hasCustomPrompt="1"/>
          </p:nvPr>
        </p:nvSpPr>
        <p:spPr>
          <a:xfrm>
            <a:off x="4049966" y="2626296"/>
            <a:ext cx="1188720" cy="1188720"/>
          </a:xfrm>
        </p:spPr>
        <p:txBody>
          <a:bodyPr>
            <a:noAutofit/>
          </a:bodyPr>
          <a:lstStyle>
            <a:lvl1pPr marL="0" indent="0">
              <a:buNone/>
              <a:defRPr/>
            </a:lvl1pPr>
          </a:lstStyle>
          <a:p>
            <a:r>
              <a:rPr lang="en-US" dirty="0"/>
              <a:t>Icon</a:t>
            </a:r>
          </a:p>
        </p:txBody>
      </p:sp>
      <p:sp>
        <p:nvSpPr>
          <p:cNvPr id="15" name="Picture Placeholder 3">
            <a:extLst>
              <a:ext uri="{FF2B5EF4-FFF2-40B4-BE49-F238E27FC236}">
                <a16:creationId xmlns:a16="http://schemas.microsoft.com/office/drawing/2014/main" id="{91DC684E-A5F4-864A-894C-5CD232FB9BEB}"/>
              </a:ext>
            </a:extLst>
          </p:cNvPr>
          <p:cNvSpPr>
            <a:spLocks noGrp="1"/>
          </p:cNvSpPr>
          <p:nvPr>
            <p:ph type="pic" sz="quarter" idx="25" hasCustomPrompt="1"/>
          </p:nvPr>
        </p:nvSpPr>
        <p:spPr>
          <a:xfrm>
            <a:off x="6911919" y="2626296"/>
            <a:ext cx="1188720" cy="1188720"/>
          </a:xfrm>
        </p:spPr>
        <p:txBody>
          <a:bodyPr>
            <a:noAutofit/>
          </a:bodyPr>
          <a:lstStyle>
            <a:lvl1pPr marL="0" indent="0">
              <a:buNone/>
              <a:defRPr/>
            </a:lvl1pPr>
          </a:lstStyle>
          <a:p>
            <a:r>
              <a:rPr lang="en-US" dirty="0"/>
              <a:t>Icon</a:t>
            </a:r>
          </a:p>
        </p:txBody>
      </p:sp>
      <p:sp>
        <p:nvSpPr>
          <p:cNvPr id="16" name="Picture Placeholder 3">
            <a:extLst>
              <a:ext uri="{FF2B5EF4-FFF2-40B4-BE49-F238E27FC236}">
                <a16:creationId xmlns:a16="http://schemas.microsoft.com/office/drawing/2014/main" id="{A6B5BB37-EE1B-6B45-A7CF-E416B4D0D678}"/>
              </a:ext>
            </a:extLst>
          </p:cNvPr>
          <p:cNvSpPr>
            <a:spLocks noGrp="1"/>
          </p:cNvSpPr>
          <p:nvPr>
            <p:ph type="pic" sz="quarter" idx="26" hasCustomPrompt="1"/>
          </p:nvPr>
        </p:nvSpPr>
        <p:spPr>
          <a:xfrm>
            <a:off x="9773872" y="2626296"/>
            <a:ext cx="1188720" cy="1188720"/>
          </a:xfrm>
        </p:spPr>
        <p:txBody>
          <a:bodyPr>
            <a:noAutofit/>
          </a:bodyPr>
          <a:lstStyle>
            <a:lvl1pPr marL="0" indent="0">
              <a:buNone/>
              <a:defRPr/>
            </a:lvl1pPr>
          </a:lstStyle>
          <a:p>
            <a:r>
              <a:rPr lang="en-US" dirty="0"/>
              <a:t>Icon</a:t>
            </a:r>
          </a:p>
        </p:txBody>
      </p:sp>
      <p:pic>
        <p:nvPicPr>
          <p:cNvPr id="34" name="Picture 33">
            <a:extLst>
              <a:ext uri="{FF2B5EF4-FFF2-40B4-BE49-F238E27FC236}">
                <a16:creationId xmlns:a16="http://schemas.microsoft.com/office/drawing/2014/main" id="{F7CCF82A-4490-0644-8968-C198DF5F3F30}"/>
              </a:ext>
            </a:extLst>
          </p:cNvPr>
          <p:cNvPicPr>
            <a:picLocks noChangeAspect="1"/>
          </p:cNvPicPr>
          <p:nvPr/>
        </p:nvPicPr>
        <p:blipFill>
          <a:blip r:embed="rId3"/>
          <a:stretch>
            <a:fillRect/>
          </a:stretch>
        </p:blipFill>
        <p:spPr>
          <a:xfrm>
            <a:off x="9840052" y="365126"/>
            <a:ext cx="1910948" cy="449072"/>
          </a:xfrm>
          <a:prstGeom prst="rect">
            <a:avLst/>
          </a:prstGeom>
        </p:spPr>
      </p:pic>
      <p:pic>
        <p:nvPicPr>
          <p:cNvPr id="13" name="Picture 12">
            <a:extLst>
              <a:ext uri="{FF2B5EF4-FFF2-40B4-BE49-F238E27FC236}">
                <a16:creationId xmlns:a16="http://schemas.microsoft.com/office/drawing/2014/main" id="{76EEF212-16FA-C546-A6BD-253C80A1A8FF}"/>
              </a:ext>
            </a:extLst>
          </p:cNvPr>
          <p:cNvPicPr>
            <a:picLocks noChangeAspect="1"/>
          </p:cNvPicPr>
          <p:nvPr/>
        </p:nvPicPr>
        <p:blipFill rotWithShape="1">
          <a:blip r:embed="rId4"/>
          <a:srcRect l="75552" t="60520" r="3438" b="3809"/>
          <a:stretch/>
        </p:blipFill>
        <p:spPr>
          <a:xfrm rot="10800000">
            <a:off x="-1" y="-2"/>
            <a:ext cx="2268187" cy="2166103"/>
          </a:xfrm>
          <a:prstGeom prst="rect">
            <a:avLst/>
          </a:prstGeom>
        </p:spPr>
      </p:pic>
      <p:sp>
        <p:nvSpPr>
          <p:cNvPr id="17" name="Slide Number Placeholder 5">
            <a:extLst>
              <a:ext uri="{FF2B5EF4-FFF2-40B4-BE49-F238E27FC236}">
                <a16:creationId xmlns:a16="http://schemas.microsoft.com/office/drawing/2014/main" id="{0BDEF14E-4027-D643-9DE2-F177FE226270}"/>
              </a:ext>
            </a:extLst>
          </p:cNvPr>
          <p:cNvSpPr>
            <a:spLocks noGrp="1"/>
          </p:cNvSpPr>
          <p:nvPr>
            <p:ph type="sldNum" sz="quarter" idx="12"/>
          </p:nvPr>
        </p:nvSpPr>
        <p:spPr>
          <a:xfrm>
            <a:off x="9029700" y="6356350"/>
            <a:ext cx="2743200" cy="365125"/>
          </a:xfrm>
        </p:spPr>
        <p:txBody>
          <a:bodyPr/>
          <a:lstStyle/>
          <a:p>
            <a:fld id="{9FC43BFD-8FF7-A343-A8A6-E2338FCE8046}" type="slidenum">
              <a:rPr lang="en-US" smtClean="0"/>
              <a:t>‹#›</a:t>
            </a:fld>
            <a:endParaRPr lang="en-US" dirty="0"/>
          </a:p>
        </p:txBody>
      </p:sp>
      <p:sp>
        <p:nvSpPr>
          <p:cNvPr id="18"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2020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27165308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abl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a:prstGeom prst="rect">
            <a:avLst/>
          </a:prstGeom>
        </p:spPr>
        <p:txBody>
          <a:bodyPr>
            <a:noAutofit/>
          </a:bodyPr>
          <a:lstStyle>
            <a:lvl1pPr>
              <a:defRPr sz="4000">
                <a:solidFill>
                  <a:schemeClr val="bg1"/>
                </a:solidFill>
              </a:defRPr>
            </a:lvl1pPr>
          </a:lstStyle>
          <a:p>
            <a:r>
              <a:rPr lang="en-US"/>
              <a:t>Click to edit Master title style</a:t>
            </a:r>
            <a:endParaRPr lang="en-US" dirty="0"/>
          </a:p>
        </p:txBody>
      </p:sp>
      <p:pic>
        <p:nvPicPr>
          <p:cNvPr id="7" name="Picture 6">
            <a:extLst>
              <a:ext uri="{FF2B5EF4-FFF2-40B4-BE49-F238E27FC236}">
                <a16:creationId xmlns:a16="http://schemas.microsoft.com/office/drawing/2014/main" id="{18DE245B-4FD3-2740-8BED-8269A8D5C217}"/>
              </a:ext>
            </a:extLst>
          </p:cNvPr>
          <p:cNvPicPr>
            <a:picLocks noChangeAspect="1"/>
          </p:cNvPicPr>
          <p:nvPr/>
        </p:nvPicPr>
        <p:blipFill>
          <a:blip r:embed="rId4"/>
          <a:stretch>
            <a:fillRect/>
          </a:stretch>
        </p:blipFill>
        <p:spPr>
          <a:xfrm>
            <a:off x="9840052" y="365126"/>
            <a:ext cx="1910948" cy="449073"/>
          </a:xfrm>
          <a:prstGeom prst="rect">
            <a:avLst/>
          </a:prstGeom>
        </p:spPr>
      </p:pic>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1"/>
            <a:ext cx="2743200" cy="365125"/>
          </a:xfrm>
          <a:prstGeom prst="rect">
            <a:avLst/>
          </a:prstGeom>
        </p:spPr>
        <p:txBody>
          <a:bodyPr/>
          <a:lstStyle/>
          <a:p>
            <a:fld id="{9FC43BFD-8FF7-A343-A8A6-E2338FCE8046}" type="slidenum">
              <a:rPr lang="en-US" smtClean="0"/>
              <a:t>‹#›</a:t>
            </a:fld>
            <a:endParaRPr lang="en-US" dirty="0"/>
          </a:p>
        </p:txBody>
      </p:sp>
      <p:sp>
        <p:nvSpPr>
          <p:cNvPr id="6" name="Table Placeholder 5"/>
          <p:cNvSpPr>
            <a:spLocks noGrp="1"/>
          </p:cNvSpPr>
          <p:nvPr>
            <p:ph type="tbl" sz="quarter" idx="13" hasCustomPrompt="1"/>
          </p:nvPr>
        </p:nvSpPr>
        <p:spPr>
          <a:xfrm>
            <a:off x="425196" y="1783718"/>
            <a:ext cx="11347704" cy="3931920"/>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0" i="0" u="none" strike="noStrike" baseline="0" smtClean="0">
                <a:effectLs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800" b="0" i="0" u="none" strike="noStrike" dirty="0">
                <a:effectLst/>
                <a:latin typeface="Amazon Ember Light" panose="020B0403020204020204" pitchFamily="34" charset="0"/>
              </a:rPr>
              <a:t>Edit Master table layout</a:t>
            </a:r>
            <a:endParaRPr lang="en-US" sz="1800" b="0" i="0" u="none" strike="noStrike" dirty="0">
              <a:effectLst/>
              <a:latin typeface="Arial" panose="020B0604020202020204" pitchFamily="34" charset="0"/>
            </a:endParaRPr>
          </a:p>
        </p:txBody>
      </p:sp>
      <p:sp>
        <p:nvSpPr>
          <p:cNvPr id="12"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2020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396761765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pic>
        <p:nvPicPr>
          <p:cNvPr id="7" name="Picture 6">
            <a:extLst>
              <a:ext uri="{FF2B5EF4-FFF2-40B4-BE49-F238E27FC236}">
                <a16:creationId xmlns:a16="http://schemas.microsoft.com/office/drawing/2014/main" id="{18DE245B-4FD3-2740-8BED-8269A8D5C217}"/>
              </a:ext>
            </a:extLst>
          </p:cNvPr>
          <p:cNvPicPr>
            <a:picLocks noChangeAspect="1"/>
          </p:cNvPicPr>
          <p:nvPr/>
        </p:nvPicPr>
        <p:blipFill>
          <a:blip r:embed="rId4"/>
          <a:stretch>
            <a:fillRect/>
          </a:stretch>
        </p:blipFill>
        <p:spPr>
          <a:xfrm>
            <a:off x="9840052" y="365125"/>
            <a:ext cx="1910948" cy="449073"/>
          </a:xfrm>
          <a:prstGeom prst="rect">
            <a:avLst/>
          </a:prstGeom>
        </p:spPr>
      </p:pic>
      <p:sp>
        <p:nvSpPr>
          <p:cNvPr id="8" name="Slide Number Placeholder 5">
            <a:extLst>
              <a:ext uri="{FF2B5EF4-FFF2-40B4-BE49-F238E27FC236}">
                <a16:creationId xmlns:a16="http://schemas.microsoft.com/office/drawing/2014/main" id="{0BDEF14E-4027-D643-9DE2-F177FE226270}"/>
              </a:ext>
            </a:extLst>
          </p:cNvPr>
          <p:cNvSpPr>
            <a:spLocks noGrp="1"/>
          </p:cNvSpPr>
          <p:nvPr>
            <p:ph type="sldNum" sz="quarter" idx="12"/>
          </p:nvPr>
        </p:nvSpPr>
        <p:spPr>
          <a:xfrm>
            <a:off x="9029700" y="6356350"/>
            <a:ext cx="2743200" cy="365125"/>
          </a:xfrm>
        </p:spPr>
        <p:txBody>
          <a:bodyPr/>
          <a:lstStyle/>
          <a:p>
            <a:fld id="{9FC43BFD-8FF7-A343-A8A6-E2338FCE8046}" type="slidenum">
              <a:rPr lang="en-US" smtClean="0"/>
              <a:t>‹#›</a:t>
            </a:fld>
            <a:endParaRPr lang="en-US" dirty="0"/>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2020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52907983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Only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tx1"/>
                </a:solidFill>
              </a:defRPr>
            </a:lvl1pPr>
          </a:lstStyle>
          <a:p>
            <a:r>
              <a:rPr lang="en-US"/>
              <a:t>Click to edit Master title style</a:t>
            </a:r>
            <a:endParaRPr lang="en-US" dirty="0"/>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2020 Amazon Web Services, Inc. or its Affiliates. All rights reserved.</a:t>
            </a:r>
            <a:endParaRPr lang="en-US" dirty="0"/>
          </a:p>
        </p:txBody>
      </p:sp>
      <p:pic>
        <p:nvPicPr>
          <p:cNvPr id="7" name="Picture 6">
            <a:extLst>
              <a:ext uri="{FF2B5EF4-FFF2-40B4-BE49-F238E27FC236}">
                <a16:creationId xmlns:a16="http://schemas.microsoft.com/office/drawing/2014/main" id="{1FCA25A4-C80D-FC44-8153-D8376A9E41FE}"/>
              </a:ext>
            </a:extLst>
          </p:cNvPr>
          <p:cNvPicPr>
            <a:picLocks noChangeAspect="1"/>
          </p:cNvPicPr>
          <p:nvPr/>
        </p:nvPicPr>
        <p:blipFill>
          <a:blip r:embed="rId3"/>
          <a:stretch>
            <a:fillRect/>
          </a:stretch>
        </p:blipFill>
        <p:spPr>
          <a:xfrm>
            <a:off x="9840052" y="365125"/>
            <a:ext cx="1910948" cy="449072"/>
          </a:xfrm>
          <a:prstGeom prst="rect">
            <a:avLst/>
          </a:prstGeom>
        </p:spPr>
      </p:pic>
      <p:sp>
        <p:nvSpPr>
          <p:cNvPr id="9" name="Slide Number Placeholder 5">
            <a:extLst>
              <a:ext uri="{FF2B5EF4-FFF2-40B4-BE49-F238E27FC236}">
                <a16:creationId xmlns:a16="http://schemas.microsoft.com/office/drawing/2014/main" id="{A201426F-66D0-6C49-85B0-A8C2D43E6E2C}"/>
              </a:ext>
            </a:extLst>
          </p:cNvPr>
          <p:cNvSpPr>
            <a:spLocks noGrp="1"/>
          </p:cNvSpPr>
          <p:nvPr>
            <p:ph type="sldNum" sz="quarter" idx="12"/>
          </p:nvPr>
        </p:nvSpPr>
        <p:spPr>
          <a:xfrm>
            <a:off x="9029700" y="6356350"/>
            <a:ext cx="2743200" cy="365125"/>
          </a:xfrm>
        </p:spPr>
        <p:txBody>
          <a:bodyPr/>
          <a:lstStyle/>
          <a:p>
            <a:fld id="{9FC43BFD-8FF7-A343-A8A6-E2338FCE8046}" type="slidenum">
              <a:rPr lang="en-US" smtClean="0"/>
              <a:t>‹#›</a:t>
            </a:fld>
            <a:endParaRPr lang="en-US" dirty="0"/>
          </a:p>
        </p:txBody>
      </p:sp>
    </p:spTree>
    <p:custDataLst>
      <p:tags r:id="rId1"/>
    </p:custDataLst>
    <p:extLst>
      <p:ext uri="{BB962C8B-B14F-4D97-AF65-F5344CB8AC3E}">
        <p14:creationId xmlns:p14="http://schemas.microsoft.com/office/powerpoint/2010/main" val="342119051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Diagram">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26ABE64-BC1B-D74A-AC1E-5232E3760A89}"/>
              </a:ext>
            </a:extLst>
          </p:cNvPr>
          <p:cNvPicPr>
            <a:picLocks noChangeAspect="1"/>
          </p:cNvPicPr>
          <p:nvPr/>
        </p:nvPicPr>
        <p:blipFill>
          <a:blip r:embed="rId3"/>
          <a:stretch>
            <a:fillRect/>
          </a:stretch>
        </p:blipFill>
        <p:spPr>
          <a:xfrm>
            <a:off x="10301048" y="6435724"/>
            <a:ext cx="878193" cy="206375"/>
          </a:xfrm>
          <a:prstGeom prst="rect">
            <a:avLst/>
          </a:prstGeom>
        </p:spPr>
      </p:pic>
      <p:sp>
        <p:nvSpPr>
          <p:cNvPr id="4"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2020 Amazon Web Services, Inc. or its Affiliates. All rights reserved.</a:t>
            </a:r>
            <a:endParaRPr lang="en-US" dirty="0"/>
          </a:p>
        </p:txBody>
      </p:sp>
      <p:sp>
        <p:nvSpPr>
          <p:cNvPr id="6" name="Slide Number Placeholder 5">
            <a:extLst>
              <a:ext uri="{FF2B5EF4-FFF2-40B4-BE49-F238E27FC236}">
                <a16:creationId xmlns:a16="http://schemas.microsoft.com/office/drawing/2014/main" id="{A201426F-66D0-6C49-85B0-A8C2D43E6E2C}"/>
              </a:ext>
            </a:extLst>
          </p:cNvPr>
          <p:cNvSpPr>
            <a:spLocks noGrp="1"/>
          </p:cNvSpPr>
          <p:nvPr>
            <p:ph type="sldNum" sz="quarter" idx="12"/>
          </p:nvPr>
        </p:nvSpPr>
        <p:spPr>
          <a:xfrm>
            <a:off x="9029700" y="6356350"/>
            <a:ext cx="2743200" cy="365125"/>
          </a:xfrm>
        </p:spPr>
        <p:txBody>
          <a:bodyPr/>
          <a:lstStyle/>
          <a:p>
            <a:fld id="{9FC43BFD-8FF7-A343-A8A6-E2338FCE8046}" type="slidenum">
              <a:rPr lang="en-US" smtClean="0"/>
              <a:t>‹#›</a:t>
            </a:fld>
            <a:endParaRPr lang="en-US" dirty="0"/>
          </a:p>
        </p:txBody>
      </p:sp>
    </p:spTree>
    <p:custDataLst>
      <p:tags r:id="rId1"/>
    </p:custDataLst>
    <p:extLst>
      <p:ext uri="{BB962C8B-B14F-4D97-AF65-F5344CB8AC3E}">
        <p14:creationId xmlns:p14="http://schemas.microsoft.com/office/powerpoint/2010/main" val="161040435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ase Stud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8298180" cy="474119"/>
          </a:xfrm>
          <a:prstGeom prst="rect">
            <a:avLst/>
          </a:prstGeom>
        </p:spPr>
        <p:txBody>
          <a:bodyPr>
            <a:noAutofit/>
          </a:bodyPr>
          <a:lstStyle>
            <a:lvl1pPr>
              <a:defRPr sz="4000">
                <a:solidFill>
                  <a:schemeClr val="tx1"/>
                </a:solidFill>
              </a:defRPr>
            </a:lvl1pPr>
          </a:lstStyle>
          <a:p>
            <a:r>
              <a:rPr lang="en-US"/>
              <a:t>Click to edit Master title style</a:t>
            </a:r>
            <a:endParaRPr lang="en-US" dirty="0"/>
          </a:p>
        </p:txBody>
      </p:sp>
      <p:sp>
        <p:nvSpPr>
          <p:cNvPr id="9" name="Slide Number Placeholder 5">
            <a:extLst>
              <a:ext uri="{FF2B5EF4-FFF2-40B4-BE49-F238E27FC236}">
                <a16:creationId xmlns:a16="http://schemas.microsoft.com/office/drawing/2014/main" id="{A201426F-66D0-6C49-85B0-A8C2D43E6E2C}"/>
              </a:ext>
            </a:extLst>
          </p:cNvPr>
          <p:cNvSpPr>
            <a:spLocks noGrp="1"/>
          </p:cNvSpPr>
          <p:nvPr>
            <p:ph type="sldNum" sz="quarter" idx="12"/>
          </p:nvPr>
        </p:nvSpPr>
        <p:spPr>
          <a:xfrm>
            <a:off x="9029700" y="6356351"/>
            <a:ext cx="2743200" cy="365125"/>
          </a:xfrm>
          <a:prstGeom prst="rect">
            <a:avLst/>
          </a:prstGeom>
        </p:spPr>
        <p:txBody>
          <a:bodyPr/>
          <a:lstStyle/>
          <a:p>
            <a:fld id="{9FC43BFD-8FF7-A343-A8A6-E2338FCE8046}" type="slidenum">
              <a:rPr lang="en-US" smtClean="0"/>
              <a:t>‹#›</a:t>
            </a:fld>
            <a:endParaRPr lang="en-US" dirty="0"/>
          </a:p>
        </p:txBody>
      </p:sp>
      <p:sp>
        <p:nvSpPr>
          <p:cNvPr id="17" name="Text Placeholder 3">
            <a:extLst>
              <a:ext uri="{FF2B5EF4-FFF2-40B4-BE49-F238E27FC236}">
                <a16:creationId xmlns:a16="http://schemas.microsoft.com/office/drawing/2014/main" id="{AA58D57C-542E-8B46-AF4A-1CE98190E16A}"/>
              </a:ext>
            </a:extLst>
          </p:cNvPr>
          <p:cNvSpPr>
            <a:spLocks noGrp="1"/>
          </p:cNvSpPr>
          <p:nvPr>
            <p:ph type="body" sz="quarter" idx="15"/>
          </p:nvPr>
        </p:nvSpPr>
        <p:spPr>
          <a:xfrm>
            <a:off x="6076191" y="1803345"/>
            <a:ext cx="2656066" cy="1993048"/>
          </a:xfrm>
          <a:prstGeom prst="rect">
            <a:avLst/>
          </a:prstGeom>
        </p:spPr>
        <p:txBody>
          <a:bodyPr>
            <a:normAutofit/>
          </a:bodyPr>
          <a:lstStyle>
            <a:lvl1pPr marL="0" indent="0">
              <a:lnSpc>
                <a:spcPct val="100000"/>
              </a:lnSpc>
              <a:buNone/>
              <a:defRPr sz="1867"/>
            </a:lvl1pPr>
          </a:lstStyle>
          <a:p>
            <a:pPr lvl="0"/>
            <a:r>
              <a:rPr lang="en-US"/>
              <a:t>Edit Master text styles</a:t>
            </a:r>
          </a:p>
        </p:txBody>
      </p:sp>
      <p:sp>
        <p:nvSpPr>
          <p:cNvPr id="19" name="Text Placeholder 3">
            <a:extLst>
              <a:ext uri="{FF2B5EF4-FFF2-40B4-BE49-F238E27FC236}">
                <a16:creationId xmlns:a16="http://schemas.microsoft.com/office/drawing/2014/main" id="{C3946CAB-375A-5941-A392-14D805556B47}"/>
              </a:ext>
            </a:extLst>
          </p:cNvPr>
          <p:cNvSpPr>
            <a:spLocks noGrp="1"/>
          </p:cNvSpPr>
          <p:nvPr>
            <p:ph type="body" sz="quarter" idx="16"/>
          </p:nvPr>
        </p:nvSpPr>
        <p:spPr>
          <a:xfrm>
            <a:off x="3251457" y="1803345"/>
            <a:ext cx="2656066" cy="1993048"/>
          </a:xfrm>
          <a:prstGeom prst="rect">
            <a:avLst/>
          </a:prstGeom>
        </p:spPr>
        <p:txBody>
          <a:bodyPr>
            <a:normAutofit/>
          </a:bodyPr>
          <a:lstStyle>
            <a:lvl1pPr marL="0" indent="0">
              <a:lnSpc>
                <a:spcPct val="100000"/>
              </a:lnSpc>
              <a:buNone/>
              <a:defRPr sz="1867"/>
            </a:lvl1pPr>
          </a:lstStyle>
          <a:p>
            <a:pPr lvl="0"/>
            <a:r>
              <a:rPr lang="en-US"/>
              <a:t>Edit Master text styles</a:t>
            </a:r>
          </a:p>
        </p:txBody>
      </p:sp>
      <p:sp>
        <p:nvSpPr>
          <p:cNvPr id="20" name="Text Placeholder 3">
            <a:extLst>
              <a:ext uri="{FF2B5EF4-FFF2-40B4-BE49-F238E27FC236}">
                <a16:creationId xmlns:a16="http://schemas.microsoft.com/office/drawing/2014/main" id="{35FC7C2C-C9CE-B747-AE44-A593EFEB0DEE}"/>
              </a:ext>
            </a:extLst>
          </p:cNvPr>
          <p:cNvSpPr>
            <a:spLocks noGrp="1"/>
          </p:cNvSpPr>
          <p:nvPr>
            <p:ph type="body" sz="quarter" idx="10" hasCustomPrompt="1"/>
          </p:nvPr>
        </p:nvSpPr>
        <p:spPr>
          <a:xfrm>
            <a:off x="419100" y="1340942"/>
            <a:ext cx="2656067" cy="390200"/>
          </a:xfrm>
          <a:prstGeom prst="rect">
            <a:avLst/>
          </a:prstGeo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Title</a:t>
            </a:r>
          </a:p>
        </p:txBody>
      </p:sp>
      <p:sp>
        <p:nvSpPr>
          <p:cNvPr id="22" name="Text Placeholder 3">
            <a:extLst>
              <a:ext uri="{FF2B5EF4-FFF2-40B4-BE49-F238E27FC236}">
                <a16:creationId xmlns:a16="http://schemas.microsoft.com/office/drawing/2014/main" id="{24CE8731-450D-3746-AF62-88C7CF836093}"/>
              </a:ext>
            </a:extLst>
          </p:cNvPr>
          <p:cNvSpPr>
            <a:spLocks noGrp="1"/>
          </p:cNvSpPr>
          <p:nvPr>
            <p:ph type="body" sz="quarter" idx="17"/>
          </p:nvPr>
        </p:nvSpPr>
        <p:spPr>
          <a:xfrm>
            <a:off x="419102" y="1803345"/>
            <a:ext cx="2656066" cy="1993048"/>
          </a:xfrm>
          <a:prstGeom prst="rect">
            <a:avLst/>
          </a:prstGeom>
        </p:spPr>
        <p:txBody>
          <a:bodyPr>
            <a:normAutofit/>
          </a:bodyPr>
          <a:lstStyle>
            <a:lvl1pPr marL="0" indent="0">
              <a:lnSpc>
                <a:spcPct val="100000"/>
              </a:lnSpc>
              <a:buNone/>
              <a:defRPr sz="1867"/>
            </a:lvl1pPr>
          </a:lstStyle>
          <a:p>
            <a:pPr lvl="0"/>
            <a:r>
              <a:rPr lang="en-US"/>
              <a:t>Edit Master text styles</a:t>
            </a:r>
          </a:p>
        </p:txBody>
      </p:sp>
      <p:sp>
        <p:nvSpPr>
          <p:cNvPr id="23" name="Rectangle 22">
            <a:extLst>
              <a:ext uri="{FF2B5EF4-FFF2-40B4-BE49-F238E27FC236}">
                <a16:creationId xmlns:a16="http://schemas.microsoft.com/office/drawing/2014/main" id="{95458110-5E55-0F46-BBF5-9C8F2C62151D}"/>
              </a:ext>
            </a:extLst>
          </p:cNvPr>
          <p:cNvSpPr/>
          <p:nvPr/>
        </p:nvSpPr>
        <p:spPr>
          <a:xfrm>
            <a:off x="9029701" y="0"/>
            <a:ext cx="3188474" cy="6875492"/>
          </a:xfrm>
          <a:prstGeom prst="rect">
            <a:avLst/>
          </a:prstGeom>
          <a:solidFill>
            <a:srgbClr val="232F3E"/>
          </a:solidFill>
          <a:ln w="9525" cap="flat" cmpd="sng" algn="ctr">
            <a:noFill/>
            <a:prstDash val="solid"/>
          </a:ln>
          <a:effectLst/>
        </p:spPr>
        <p:txBody>
          <a:bodyPr rtlCol="0" anchor="ctr"/>
          <a:lstStyle/>
          <a:p>
            <a:pPr marL="0" marR="0" lvl="0" indent="0" algn="ctr" defTabSz="447301" eaLnBrk="1" fontAlgn="auto" latinLnBrk="0" hangingPunct="1">
              <a:lnSpc>
                <a:spcPct val="100000"/>
              </a:lnSpc>
              <a:spcBef>
                <a:spcPts val="0"/>
              </a:spcBef>
              <a:spcAft>
                <a:spcPts val="0"/>
              </a:spcAft>
              <a:buClrTx/>
              <a:buSzTx/>
              <a:buFontTx/>
              <a:buNone/>
              <a:tabLst/>
              <a:defRPr/>
            </a:pPr>
            <a:endParaRPr kumimoji="0" lang="en-US" sz="1761" b="0" i="0" u="none" strike="noStrike" kern="0" cap="none" spc="0" normalizeH="0" baseline="0" noProof="0" dirty="0">
              <a:ln>
                <a:noFill/>
              </a:ln>
              <a:solidFill>
                <a:srgbClr val="FFFFFF"/>
              </a:solidFill>
              <a:effectLst/>
              <a:uLnTx/>
              <a:uFillTx/>
              <a:latin typeface="Amazon Ember Light" panose="020B0403020204020204" pitchFamily="34" charset="0"/>
              <a:ea typeface="+mn-ea"/>
              <a:cs typeface="+mn-cs"/>
            </a:endParaRPr>
          </a:p>
        </p:txBody>
      </p:sp>
      <p:sp>
        <p:nvSpPr>
          <p:cNvPr id="25" name="Rectangle 24">
            <a:extLst>
              <a:ext uri="{FF2B5EF4-FFF2-40B4-BE49-F238E27FC236}">
                <a16:creationId xmlns:a16="http://schemas.microsoft.com/office/drawing/2014/main" id="{3A3837C0-EFCF-E345-9E05-AF315FB06800}"/>
              </a:ext>
            </a:extLst>
          </p:cNvPr>
          <p:cNvSpPr/>
          <p:nvPr/>
        </p:nvSpPr>
        <p:spPr>
          <a:xfrm>
            <a:off x="0" y="4020640"/>
            <a:ext cx="9029700" cy="2837360"/>
          </a:xfrm>
          <a:prstGeom prst="rect">
            <a:avLst/>
          </a:prstGeom>
          <a:solidFill>
            <a:schemeClr val="tx2"/>
          </a:solidFill>
          <a:ln w="9525" cap="flat" cmpd="sng" algn="ctr">
            <a:noFill/>
            <a:prstDash val="solid"/>
          </a:ln>
          <a:effectLst/>
        </p:spPr>
        <p:txBody>
          <a:bodyPr rtlCol="0" anchor="ctr"/>
          <a:lstStyle/>
          <a:p>
            <a:pPr marL="0" marR="0" lvl="0" indent="0" algn="ctr" defTabSz="447301" eaLnBrk="1" fontAlgn="auto" latinLnBrk="0" hangingPunct="1">
              <a:lnSpc>
                <a:spcPct val="100000"/>
              </a:lnSpc>
              <a:spcBef>
                <a:spcPts val="0"/>
              </a:spcBef>
              <a:spcAft>
                <a:spcPts val="0"/>
              </a:spcAft>
              <a:buClrTx/>
              <a:buSzTx/>
              <a:buFontTx/>
              <a:buNone/>
              <a:tabLst/>
              <a:defRPr/>
            </a:pPr>
            <a:endParaRPr kumimoji="0" lang="en-US" sz="1761" b="0" i="0" u="none" strike="noStrike" kern="0" cap="none" spc="0" normalizeH="0" baseline="0" noProof="0" dirty="0">
              <a:ln>
                <a:noFill/>
              </a:ln>
              <a:solidFill>
                <a:srgbClr val="FFFFFF"/>
              </a:solidFill>
              <a:effectLst/>
              <a:uLnTx/>
              <a:uFillTx/>
              <a:latin typeface="Amazon Ember Light" panose="020B0403020204020204" pitchFamily="34" charset="0"/>
              <a:ea typeface="+mn-ea"/>
              <a:cs typeface="+mn-cs"/>
            </a:endParaRPr>
          </a:p>
        </p:txBody>
      </p:sp>
      <p:sp>
        <p:nvSpPr>
          <p:cNvPr id="26" name="Content Placeholder 25">
            <a:extLst>
              <a:ext uri="{FF2B5EF4-FFF2-40B4-BE49-F238E27FC236}">
                <a16:creationId xmlns:a16="http://schemas.microsoft.com/office/drawing/2014/main" id="{EBCAA55A-911D-184D-A1FD-A84004D395B2}"/>
              </a:ext>
            </a:extLst>
          </p:cNvPr>
          <p:cNvSpPr>
            <a:spLocks noGrp="1"/>
          </p:cNvSpPr>
          <p:nvPr>
            <p:ph sz="quarter" idx="18"/>
          </p:nvPr>
        </p:nvSpPr>
        <p:spPr>
          <a:xfrm>
            <a:off x="9327146" y="365126"/>
            <a:ext cx="2445755" cy="951555"/>
          </a:xfrm>
          <a:prstGeom prst="rect">
            <a:avLst/>
          </a:prstGeom>
          <a:solidFill>
            <a:schemeClr val="bg1"/>
          </a:solidFill>
        </p:spPr>
        <p:txBody>
          <a:bodyPr/>
          <a:lstStyle>
            <a:lvl1pPr marL="0" indent="0">
              <a:buNone/>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a:t>Edit Master text styles</a:t>
            </a:r>
          </a:p>
        </p:txBody>
      </p:sp>
      <p:sp>
        <p:nvSpPr>
          <p:cNvPr id="27" name="Text Placeholder 3">
            <a:extLst>
              <a:ext uri="{FF2B5EF4-FFF2-40B4-BE49-F238E27FC236}">
                <a16:creationId xmlns:a16="http://schemas.microsoft.com/office/drawing/2014/main" id="{8A3999B7-8C20-854D-A555-F37D032192AE}"/>
              </a:ext>
            </a:extLst>
          </p:cNvPr>
          <p:cNvSpPr>
            <a:spLocks noGrp="1"/>
          </p:cNvSpPr>
          <p:nvPr>
            <p:ph type="body" sz="quarter" idx="19" hasCustomPrompt="1"/>
          </p:nvPr>
        </p:nvSpPr>
        <p:spPr>
          <a:xfrm>
            <a:off x="3259838" y="1340942"/>
            <a:ext cx="2656067" cy="390200"/>
          </a:xfrm>
          <a:prstGeom prst="rect">
            <a:avLst/>
          </a:prstGeo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Title</a:t>
            </a:r>
          </a:p>
        </p:txBody>
      </p:sp>
      <p:sp>
        <p:nvSpPr>
          <p:cNvPr id="28" name="Text Placeholder 3">
            <a:extLst>
              <a:ext uri="{FF2B5EF4-FFF2-40B4-BE49-F238E27FC236}">
                <a16:creationId xmlns:a16="http://schemas.microsoft.com/office/drawing/2014/main" id="{38F7DDC9-AAC1-834E-B4EE-D42A0B1327C5}"/>
              </a:ext>
            </a:extLst>
          </p:cNvPr>
          <p:cNvSpPr>
            <a:spLocks noGrp="1"/>
          </p:cNvSpPr>
          <p:nvPr>
            <p:ph type="body" sz="quarter" idx="20" hasCustomPrompt="1"/>
          </p:nvPr>
        </p:nvSpPr>
        <p:spPr>
          <a:xfrm>
            <a:off x="6076190" y="1340942"/>
            <a:ext cx="2656067" cy="390200"/>
          </a:xfrm>
          <a:prstGeom prst="rect">
            <a:avLst/>
          </a:prstGeo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Title</a:t>
            </a:r>
          </a:p>
        </p:txBody>
      </p:sp>
      <p:sp>
        <p:nvSpPr>
          <p:cNvPr id="31" name="Text Placeholder 3">
            <a:extLst>
              <a:ext uri="{FF2B5EF4-FFF2-40B4-BE49-F238E27FC236}">
                <a16:creationId xmlns:a16="http://schemas.microsoft.com/office/drawing/2014/main" id="{957FAEDA-E06F-0246-AE0E-09DEF5D51275}"/>
              </a:ext>
            </a:extLst>
          </p:cNvPr>
          <p:cNvSpPr>
            <a:spLocks noGrp="1"/>
          </p:cNvSpPr>
          <p:nvPr>
            <p:ph type="body" sz="quarter" idx="22"/>
          </p:nvPr>
        </p:nvSpPr>
        <p:spPr>
          <a:xfrm>
            <a:off x="790222" y="4444327"/>
            <a:ext cx="7455707" cy="1311187"/>
          </a:xfrm>
          <a:prstGeom prst="rect">
            <a:avLst/>
          </a:prstGeom>
        </p:spPr>
        <p:txBody>
          <a:bodyPr>
            <a:normAutofit/>
          </a:bodyPr>
          <a:lstStyle>
            <a:lvl1pPr marL="0" indent="0">
              <a:buNone/>
              <a:defRPr sz="2400"/>
            </a:lvl1pPr>
          </a:lstStyle>
          <a:p>
            <a:pPr lvl="0"/>
            <a:r>
              <a:rPr lang="en-US"/>
              <a:t>Edit Master text styles</a:t>
            </a:r>
          </a:p>
        </p:txBody>
      </p:sp>
      <p:sp>
        <p:nvSpPr>
          <p:cNvPr id="32" name="Text Placeholder 3">
            <a:extLst>
              <a:ext uri="{FF2B5EF4-FFF2-40B4-BE49-F238E27FC236}">
                <a16:creationId xmlns:a16="http://schemas.microsoft.com/office/drawing/2014/main" id="{5DB1EEED-3A61-7145-8CB8-D64E8B31FE3F}"/>
              </a:ext>
            </a:extLst>
          </p:cNvPr>
          <p:cNvSpPr>
            <a:spLocks noGrp="1"/>
          </p:cNvSpPr>
          <p:nvPr>
            <p:ph type="body" sz="quarter" idx="23"/>
          </p:nvPr>
        </p:nvSpPr>
        <p:spPr>
          <a:xfrm>
            <a:off x="790222" y="5870446"/>
            <a:ext cx="7455707" cy="413702"/>
          </a:xfrm>
          <a:prstGeom prst="rect">
            <a:avLst/>
          </a:prstGeom>
        </p:spPr>
        <p:txBody>
          <a:bodyPr>
            <a:noAutofit/>
          </a:bodyPr>
          <a:lstStyle>
            <a:lvl1pPr marL="0" indent="0">
              <a:buNone/>
              <a:defRPr sz="2000" b="0">
                <a:solidFill>
                  <a:schemeClr val="tx1"/>
                </a:solidFill>
              </a:defRPr>
            </a:lvl1pPr>
          </a:lstStyle>
          <a:p>
            <a:pPr lvl="0"/>
            <a:r>
              <a:rPr lang="en-US"/>
              <a:t>Edit Master text styles</a:t>
            </a:r>
          </a:p>
        </p:txBody>
      </p:sp>
      <p:pic>
        <p:nvPicPr>
          <p:cNvPr id="16" name="Picture 15">
            <a:extLst>
              <a:ext uri="{FF2B5EF4-FFF2-40B4-BE49-F238E27FC236}">
                <a16:creationId xmlns:a16="http://schemas.microsoft.com/office/drawing/2014/main" id="{A51D4E80-7282-594D-8256-F973AFF71D56}"/>
              </a:ext>
            </a:extLst>
          </p:cNvPr>
          <p:cNvPicPr>
            <a:picLocks noChangeAspect="1"/>
          </p:cNvPicPr>
          <p:nvPr/>
        </p:nvPicPr>
        <p:blipFill>
          <a:blip r:embed="rId3"/>
          <a:stretch>
            <a:fillRect/>
          </a:stretch>
        </p:blipFill>
        <p:spPr>
          <a:xfrm>
            <a:off x="9327092" y="6089840"/>
            <a:ext cx="1910948" cy="449073"/>
          </a:xfrm>
          <a:prstGeom prst="rect">
            <a:avLst/>
          </a:prstGeom>
        </p:spPr>
      </p:pic>
      <p:sp>
        <p:nvSpPr>
          <p:cNvPr id="7" name="Text Placeholder 6"/>
          <p:cNvSpPr>
            <a:spLocks noGrp="1"/>
          </p:cNvSpPr>
          <p:nvPr>
            <p:ph type="body" sz="quarter" idx="25"/>
          </p:nvPr>
        </p:nvSpPr>
        <p:spPr>
          <a:xfrm>
            <a:off x="9327093" y="1564153"/>
            <a:ext cx="2445808" cy="1212914"/>
          </a:xfrm>
        </p:spPr>
        <p:txBody>
          <a:bodyPr>
            <a:normAutofit/>
          </a:bodyPr>
          <a:lstStyle>
            <a:lvl1pPr marL="0" indent="0">
              <a:buNone/>
              <a:defRPr sz="1600">
                <a:solidFill>
                  <a:schemeClr val="bg1"/>
                </a:solidFill>
              </a:defRPr>
            </a:lvl1pPr>
          </a:lstStyle>
          <a:p>
            <a:pPr lvl="0"/>
            <a:r>
              <a:rPr lang="en-US"/>
              <a:t>Edit Master text styles</a:t>
            </a:r>
          </a:p>
        </p:txBody>
      </p:sp>
      <p:sp>
        <p:nvSpPr>
          <p:cNvPr id="24" name="TextBox 23"/>
          <p:cNvSpPr txBox="1"/>
          <p:nvPr/>
        </p:nvSpPr>
        <p:spPr>
          <a:xfrm>
            <a:off x="290923" y="3889248"/>
            <a:ext cx="770467" cy="2308452"/>
          </a:xfrm>
          <a:prstGeom prst="rect">
            <a:avLst/>
          </a:prstGeom>
          <a:noFill/>
        </p:spPr>
        <p:txBody>
          <a:bodyPr wrap="square" rtlCol="0">
            <a:spAutoFit/>
          </a:bodyPr>
          <a:lstStyle/>
          <a:p>
            <a:r>
              <a:rPr lang="en-US" sz="14401" baseline="300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a:t>
            </a:r>
            <a:endParaRPr lang="en-US" sz="14401" dirty="0">
              <a:solidFill>
                <a:schemeClr val="bg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33" name="Text Placeholder 6"/>
          <p:cNvSpPr>
            <a:spLocks noGrp="1"/>
          </p:cNvSpPr>
          <p:nvPr>
            <p:ph type="body" sz="quarter" idx="26"/>
          </p:nvPr>
        </p:nvSpPr>
        <p:spPr>
          <a:xfrm>
            <a:off x="9327145" y="3177326"/>
            <a:ext cx="2445808" cy="2758497"/>
          </a:xfrm>
        </p:spPr>
        <p:txBody>
          <a:bodyPr>
            <a:normAutofit/>
          </a:bodyPr>
          <a:lstStyle>
            <a:lvl1pPr marL="0" indent="0">
              <a:buNone/>
              <a:defRPr sz="1600">
                <a:solidFill>
                  <a:schemeClr val="bg1"/>
                </a:solidFill>
              </a:defRPr>
            </a:lvl1pPr>
          </a:lstStyle>
          <a:p>
            <a:pPr lvl="0"/>
            <a:r>
              <a:rPr lang="en-US"/>
              <a:t>Edit Master text styles</a:t>
            </a:r>
          </a:p>
        </p:txBody>
      </p:sp>
      <p:sp>
        <p:nvSpPr>
          <p:cNvPr id="34" name="Text Placeholder 6"/>
          <p:cNvSpPr>
            <a:spLocks noGrp="1"/>
          </p:cNvSpPr>
          <p:nvPr>
            <p:ph type="body" sz="quarter" idx="27"/>
          </p:nvPr>
        </p:nvSpPr>
        <p:spPr>
          <a:xfrm>
            <a:off x="9327092" y="2880834"/>
            <a:ext cx="2445808" cy="296493"/>
          </a:xfrm>
        </p:spPr>
        <p:txBody>
          <a:bodyPr>
            <a:normAutofit/>
          </a:bodyPr>
          <a:lstStyle>
            <a:lvl1pPr marL="0" indent="0">
              <a:buNone/>
              <a:defRPr sz="1600">
                <a:solidFill>
                  <a:schemeClr val="bg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Edit Master text styles</a:t>
            </a:r>
          </a:p>
        </p:txBody>
      </p:sp>
      <p:sp>
        <p:nvSpPr>
          <p:cNvPr id="21" name="TextBox 20"/>
          <p:cNvSpPr txBox="1"/>
          <p:nvPr/>
        </p:nvSpPr>
        <p:spPr>
          <a:xfrm>
            <a:off x="8171365" y="5105029"/>
            <a:ext cx="770467" cy="2308452"/>
          </a:xfrm>
          <a:prstGeom prst="rect">
            <a:avLst/>
          </a:prstGeom>
          <a:noFill/>
        </p:spPr>
        <p:txBody>
          <a:bodyPr wrap="square" rtlCol="0">
            <a:spAutoFit/>
          </a:bodyPr>
          <a:lstStyle/>
          <a:p>
            <a:r>
              <a:rPr lang="en-US" sz="14401" baseline="300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a:t>
            </a:r>
            <a:endParaRPr lang="en-US" sz="14401" dirty="0">
              <a:solidFill>
                <a:schemeClr val="bg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35"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2020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319842094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Pull Quote">
    <p:bg>
      <p:bgPr>
        <a:solidFill>
          <a:srgbClr val="222E3C"/>
        </a:solidFill>
        <a:effectLst/>
      </p:bgPr>
    </p:bg>
    <p:spTree>
      <p:nvGrpSpPr>
        <p:cNvPr id="1" name=""/>
        <p:cNvGrpSpPr/>
        <p:nvPr/>
      </p:nvGrpSpPr>
      <p:grpSpPr>
        <a:xfrm>
          <a:off x="0" y="0"/>
          <a:ext cx="0" cy="0"/>
          <a:chOff x="0" y="0"/>
          <a:chExt cx="0" cy="0"/>
        </a:xfrm>
      </p:grpSpPr>
      <p:sp>
        <p:nvSpPr>
          <p:cNvPr id="12" name="Title 11"/>
          <p:cNvSpPr>
            <a:spLocks noGrp="1"/>
          </p:cNvSpPr>
          <p:nvPr>
            <p:ph type="title"/>
          </p:nvPr>
        </p:nvSpPr>
        <p:spPr>
          <a:xfrm>
            <a:off x="419100" y="1361287"/>
            <a:ext cx="11353800" cy="3416300"/>
          </a:xfrm>
        </p:spPr>
        <p:txBody>
          <a:bodyPr anchor="t">
            <a:normAutofit/>
          </a:bodyPr>
          <a:lstStyle>
            <a:lvl1pPr>
              <a:defRPr sz="6000">
                <a:solidFill>
                  <a:schemeClr val="bg1"/>
                </a:solidFill>
              </a:defRPr>
            </a:lvl1pPr>
          </a:lstStyle>
          <a:p>
            <a:r>
              <a:rPr lang="en-US"/>
              <a:t>Click to edit Master title style</a:t>
            </a:r>
            <a:endParaRPr lang="en-US" dirty="0"/>
          </a:p>
        </p:txBody>
      </p:sp>
      <p:sp>
        <p:nvSpPr>
          <p:cNvPr id="8" name="Rectangle 7">
            <a:extLst>
              <a:ext uri="{FF2B5EF4-FFF2-40B4-BE49-F238E27FC236}">
                <a16:creationId xmlns:a16="http://schemas.microsoft.com/office/drawing/2014/main" id="{A413BF5D-EF1D-5C42-8ED2-B1DC40150995}"/>
              </a:ext>
            </a:extLst>
          </p:cNvPr>
          <p:cNvSpPr/>
          <p:nvPr/>
        </p:nvSpPr>
        <p:spPr>
          <a:xfrm>
            <a:off x="0" y="1444414"/>
            <a:ext cx="320634" cy="633768"/>
          </a:xfrm>
          <a:prstGeom prst="rect">
            <a:avLst/>
          </a:prstGeom>
          <a:solidFill>
            <a:srgbClr val="36C2B3"/>
          </a:solidFill>
          <a:ln w="9525" cap="flat" cmpd="sng" algn="ctr">
            <a:no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mazon Ember Light" panose="020B0403020204020204" pitchFamily="34" charset="0"/>
              <a:ea typeface="+mn-ea"/>
              <a:cs typeface="+mn-cs"/>
            </a:endParaRPr>
          </a:p>
        </p:txBody>
      </p:sp>
      <p:sp>
        <p:nvSpPr>
          <p:cNvPr id="6" name="Text Placeholder 3">
            <a:extLst>
              <a:ext uri="{FF2B5EF4-FFF2-40B4-BE49-F238E27FC236}">
                <a16:creationId xmlns:a16="http://schemas.microsoft.com/office/drawing/2014/main" id="{DBBC8AF8-4964-B547-9569-D8BFE87BB8F4}"/>
              </a:ext>
            </a:extLst>
          </p:cNvPr>
          <p:cNvSpPr>
            <a:spLocks noGrp="1"/>
          </p:cNvSpPr>
          <p:nvPr>
            <p:ph type="body" sz="quarter" idx="10" hasCustomPrompt="1"/>
          </p:nvPr>
        </p:nvSpPr>
        <p:spPr>
          <a:xfrm>
            <a:off x="419100" y="5024594"/>
            <a:ext cx="8059738" cy="488498"/>
          </a:xfr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title style</a:t>
            </a:r>
          </a:p>
        </p:txBody>
      </p:sp>
      <p:pic>
        <p:nvPicPr>
          <p:cNvPr id="13" name="Picture 12">
            <a:extLst>
              <a:ext uri="{FF2B5EF4-FFF2-40B4-BE49-F238E27FC236}">
                <a16:creationId xmlns:a16="http://schemas.microsoft.com/office/drawing/2014/main" id="{A51D4E80-7282-594D-8256-F973AFF71D56}"/>
              </a:ext>
            </a:extLst>
          </p:cNvPr>
          <p:cNvPicPr>
            <a:picLocks noChangeAspect="1"/>
          </p:cNvPicPr>
          <p:nvPr/>
        </p:nvPicPr>
        <p:blipFill>
          <a:blip r:embed="rId3"/>
          <a:stretch>
            <a:fillRect/>
          </a:stretch>
        </p:blipFill>
        <p:spPr>
          <a:xfrm>
            <a:off x="9861952" y="6089839"/>
            <a:ext cx="1910948" cy="449073"/>
          </a:xfrm>
          <a:prstGeom prst="rect">
            <a:avLst/>
          </a:prstGeom>
        </p:spPr>
      </p:pic>
      <p:sp>
        <p:nvSpPr>
          <p:cNvPr id="7"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2020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316105143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56AC7C4F-A7FB-D049-8056-D71FAE608841}"/>
              </a:ext>
            </a:extLst>
          </p:cNvPr>
          <p:cNvPicPr>
            <a:picLocks noChangeAspect="1"/>
          </p:cNvPicPr>
          <p:nvPr/>
        </p:nvPicPr>
        <p:blipFill>
          <a:blip r:embed="rId3"/>
          <a:stretch>
            <a:fillRect/>
          </a:stretch>
        </p:blipFill>
        <p:spPr>
          <a:xfrm>
            <a:off x="-81023" y="-47919"/>
            <a:ext cx="12361762" cy="6958182"/>
          </a:xfrm>
          <a:prstGeom prst="rect">
            <a:avLst/>
          </a:prstGeom>
        </p:spPr>
      </p:pic>
      <p:sp>
        <p:nvSpPr>
          <p:cNvPr id="5" name="TextBox 4">
            <a:extLst>
              <a:ext uri="{FF2B5EF4-FFF2-40B4-BE49-F238E27FC236}">
                <a16:creationId xmlns:a16="http://schemas.microsoft.com/office/drawing/2014/main" id="{7F32C9FB-A505-8F4E-99FC-1B161C930668}"/>
              </a:ext>
            </a:extLst>
          </p:cNvPr>
          <p:cNvSpPr txBox="1"/>
          <p:nvPr/>
        </p:nvSpPr>
        <p:spPr>
          <a:xfrm>
            <a:off x="423968" y="6089839"/>
            <a:ext cx="8921913" cy="646331"/>
          </a:xfrm>
          <a:prstGeom prst="rect">
            <a:avLst/>
          </a:prstGeom>
          <a:noFill/>
        </p:spPr>
        <p:txBody>
          <a:bodyPr wrap="square" rtlCol="0">
            <a:noAutofit/>
          </a:bodyPr>
          <a:lstStyle/>
          <a:p>
            <a:pPr algn="just"/>
            <a:r>
              <a:rPr lang="en-US" sz="900" dirty="0">
                <a:solidFill>
                  <a:schemeClr val="bg1"/>
                </a:solidFill>
                <a:latin typeface="Amazon Ember Light" charset="0"/>
                <a:ea typeface="Amazon Ember Light" charset="0"/>
                <a:cs typeface="Amazon Ember Light" charset="0"/>
              </a:rPr>
              <a:t>© 2020 Amazon Web Services, Inc. or its affiliates. All rights reserved. This work may not be reproduced or redistributed, in whole or in part, without prior written permission from Amazon Web Services, Inc. Commercial copying, lending, or selling is prohibited. Corrections or feedback on the course, please email us at: </a:t>
            </a:r>
            <a:r>
              <a:rPr lang="en-US" sz="900" u="sng" dirty="0">
                <a:solidFill>
                  <a:schemeClr val="bg1"/>
                </a:solidFill>
                <a:latin typeface="Amazon Ember Light" charset="0"/>
                <a:ea typeface="Amazon Ember Light" charset="0"/>
                <a:cs typeface="Amazon Ember Light" charset="0"/>
              </a:rPr>
              <a:t>aws-course-feedback@amazon.com</a:t>
            </a:r>
            <a:r>
              <a:rPr lang="en-US" sz="900" dirty="0">
                <a:solidFill>
                  <a:schemeClr val="bg1"/>
                </a:solidFill>
                <a:latin typeface="Amazon Ember Light" charset="0"/>
                <a:ea typeface="Amazon Ember Light" charset="0"/>
                <a:cs typeface="Amazon Ember Light" charset="0"/>
              </a:rPr>
              <a:t>. For all other questions, contact us at: </a:t>
            </a:r>
            <a:r>
              <a:rPr lang="en-US" sz="900" u="sng" dirty="0">
                <a:solidFill>
                  <a:schemeClr val="bg1"/>
                </a:solidFill>
                <a:latin typeface="Amazon Ember Light" charset="0"/>
                <a:ea typeface="Amazon Ember Light" charset="0"/>
                <a:cs typeface="Amazon Ember Light" charset="0"/>
              </a:rPr>
              <a:t>https://aws.amazon.com/contact-us/aws-training/</a:t>
            </a:r>
            <a:r>
              <a:rPr lang="en-US" sz="900" dirty="0">
                <a:solidFill>
                  <a:schemeClr val="bg1"/>
                </a:solidFill>
                <a:latin typeface="Amazon Ember Light" charset="0"/>
                <a:ea typeface="Amazon Ember Light" charset="0"/>
                <a:cs typeface="Amazon Ember Light" charset="0"/>
              </a:rPr>
              <a:t>. All trademarks are the property of their owners.</a:t>
            </a:r>
          </a:p>
          <a:p>
            <a:pPr algn="just"/>
            <a:endParaRPr lang="en-US" sz="900" dirty="0"/>
          </a:p>
        </p:txBody>
      </p:sp>
      <p:sp>
        <p:nvSpPr>
          <p:cNvPr id="14" name="Title 1">
            <a:extLst>
              <a:ext uri="{FF2B5EF4-FFF2-40B4-BE49-F238E27FC236}">
                <a16:creationId xmlns:a16="http://schemas.microsoft.com/office/drawing/2014/main" id="{DCAE5FD9-C1AF-FA48-A653-7EA5E0B13826}"/>
              </a:ext>
            </a:extLst>
          </p:cNvPr>
          <p:cNvSpPr>
            <a:spLocks noGrp="1"/>
          </p:cNvSpPr>
          <p:nvPr>
            <p:ph type="title" hasCustomPrompt="1"/>
          </p:nvPr>
        </p:nvSpPr>
        <p:spPr>
          <a:xfrm>
            <a:off x="419100" y="3191940"/>
            <a:ext cx="11353800" cy="474119"/>
          </a:xfrm>
        </p:spPr>
        <p:txBody>
          <a:bodyPr>
            <a:noAutofit/>
          </a:bodyPr>
          <a:lstStyle>
            <a:lvl1pPr>
              <a:defRPr sz="6000">
                <a:solidFill>
                  <a:schemeClr val="bg1"/>
                </a:solidFill>
              </a:defRPr>
            </a:lvl1pPr>
          </a:lstStyle>
          <a:p>
            <a:r>
              <a:rPr lang="en-US" dirty="0"/>
              <a:t>Thank you</a:t>
            </a:r>
          </a:p>
        </p:txBody>
      </p:sp>
      <p:pic>
        <p:nvPicPr>
          <p:cNvPr id="6" name="Picture 5">
            <a:extLst>
              <a:ext uri="{FF2B5EF4-FFF2-40B4-BE49-F238E27FC236}">
                <a16:creationId xmlns:a16="http://schemas.microsoft.com/office/drawing/2014/main" id="{6A16C103-182D-5A4F-A1B6-033D37C57060}"/>
              </a:ext>
            </a:extLst>
          </p:cNvPr>
          <p:cNvPicPr>
            <a:picLocks noChangeAspect="1"/>
          </p:cNvPicPr>
          <p:nvPr/>
        </p:nvPicPr>
        <p:blipFill>
          <a:blip r:embed="rId4"/>
          <a:stretch>
            <a:fillRect/>
          </a:stretch>
        </p:blipFill>
        <p:spPr>
          <a:xfrm>
            <a:off x="9861952" y="6089839"/>
            <a:ext cx="1910948" cy="449073"/>
          </a:xfrm>
          <a:prstGeom prst="rect">
            <a:avLst/>
          </a:prstGeom>
        </p:spPr>
      </p:pic>
    </p:spTree>
    <p:custDataLst>
      <p:tags r:id="rId1"/>
    </p:custDataLst>
    <p:extLst>
      <p:ext uri="{BB962C8B-B14F-4D97-AF65-F5344CB8AC3E}">
        <p14:creationId xmlns:p14="http://schemas.microsoft.com/office/powerpoint/2010/main" val="2364132288"/>
      </p:ext>
    </p:extLst>
  </p:cSld>
  <p:clrMapOvr>
    <a:masterClrMapping/>
  </p:clrMapOvr>
  <p:extLst>
    <p:ext uri="{DCECCB84-F9BA-43D5-87BE-67443E8EF086}">
      <p15:sldGuideLst xmlns:p15="http://schemas.microsoft.com/office/powerpoint/2012/main">
        <p15:guide id="1" orient="horz" pos="216">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436732" y="2688719"/>
            <a:ext cx="6609493" cy="834496"/>
          </a:xfrm>
        </p:spPr>
        <p:txBody>
          <a:bodyPr anchor="b">
            <a:noAutofit/>
          </a:bodyPr>
          <a:lstStyle>
            <a:lvl1pPr algn="l">
              <a:defRPr sz="4000" b="0" i="0">
                <a:solidFill>
                  <a:schemeClr val="bg1"/>
                </a:solidFill>
                <a:latin typeface="Amazon Ember Light" charset="0"/>
                <a:ea typeface="Amazon Ember Light" charset="0"/>
                <a:cs typeface="Amazon Ember Light" charset="0"/>
              </a:defRPr>
            </a:lvl1pPr>
          </a:lstStyle>
          <a:p>
            <a:r>
              <a:rPr lang="en-US" dirty="0"/>
              <a:t>Click to edit Master title style</a:t>
            </a:r>
          </a:p>
        </p:txBody>
      </p:sp>
      <p:sp>
        <p:nvSpPr>
          <p:cNvPr id="3" name="Subtitle 2"/>
          <p:cNvSpPr>
            <a:spLocks noGrp="1"/>
          </p:cNvSpPr>
          <p:nvPr>
            <p:ph type="subTitle" idx="1"/>
          </p:nvPr>
        </p:nvSpPr>
        <p:spPr>
          <a:xfrm>
            <a:off x="5436733" y="3523215"/>
            <a:ext cx="6056582" cy="418570"/>
          </a:xfrm>
        </p:spPr>
        <p:txBody>
          <a:bodyPr>
            <a:normAutofit/>
          </a:bodyPr>
          <a:lstStyle>
            <a:lvl1pPr marL="0" indent="0" algn="l">
              <a:buNone/>
              <a:defRPr sz="2000" b="0" i="0">
                <a:solidFill>
                  <a:schemeClr val="bg1"/>
                </a:solidFill>
                <a:latin typeface="Amazon Ember Light" charset="0"/>
                <a:ea typeface="Amazon Ember Light" charset="0"/>
                <a:cs typeface="Amazon Ember Light"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graphicFrame>
        <p:nvGraphicFramePr>
          <p:cNvPr id="12" name="Object 11">
            <a:extLst>
              <a:ext uri="{FF2B5EF4-FFF2-40B4-BE49-F238E27FC236}">
                <a16:creationId xmlns:a16="http://schemas.microsoft.com/office/drawing/2014/main" id="{80DEBD7B-5FA9-4992-A601-EB72CF549893}"/>
              </a:ext>
            </a:extLst>
          </p:cNvPr>
          <p:cNvGraphicFramePr>
            <a:graphicFrameLocks noChangeAspect="1"/>
          </p:cNvGraphicFramePr>
          <p:nvPr userDrawn="1">
            <p:extLst>
              <p:ext uri="{D42A27DB-BD31-4B8C-83A1-F6EECF244321}">
                <p14:modId xmlns:p14="http://schemas.microsoft.com/office/powerpoint/2010/main" val="4047668739"/>
              </p:ext>
            </p:extLst>
          </p:nvPr>
        </p:nvGraphicFramePr>
        <p:xfrm>
          <a:off x="12185650" y="25400"/>
          <a:ext cx="9525" cy="6858000"/>
        </p:xfrm>
        <a:graphic>
          <a:graphicData uri="http://schemas.openxmlformats.org/presentationml/2006/ole">
            <mc:AlternateContent xmlns:mc="http://schemas.openxmlformats.org/markup-compatibility/2006">
              <mc:Choice xmlns:v="urn:schemas-microsoft-com:vml" Requires="v">
                <p:oleObj name="Image" r:id="rId3" imgW="12600" imgH="9142560" progId="Photoshop.Image.17">
                  <p:embed/>
                </p:oleObj>
              </mc:Choice>
              <mc:Fallback>
                <p:oleObj name="Image" r:id="rId3" imgW="12600" imgH="9142560" progId="Photoshop.Image.17">
                  <p:embed/>
                  <p:pic>
                    <p:nvPicPr>
                      <p:cNvPr id="12" name="Object 11">
                        <a:extLst>
                          <a:ext uri="{FF2B5EF4-FFF2-40B4-BE49-F238E27FC236}">
                            <a16:creationId xmlns:a16="http://schemas.microsoft.com/office/drawing/2014/main" id="{80DEBD7B-5FA9-4992-A601-EB72CF549893}"/>
                          </a:ext>
                        </a:extLst>
                      </p:cNvPr>
                      <p:cNvPicPr/>
                      <p:nvPr/>
                    </p:nvPicPr>
                    <p:blipFill>
                      <a:blip r:embed="rId4"/>
                      <a:stretch>
                        <a:fillRect/>
                      </a:stretch>
                    </p:blipFill>
                    <p:spPr>
                      <a:xfrm>
                        <a:off x="12185650" y="25400"/>
                        <a:ext cx="9525" cy="6858000"/>
                      </a:xfrm>
                      <a:prstGeom prst="rect">
                        <a:avLst/>
                      </a:prstGeom>
                    </p:spPr>
                  </p:pic>
                </p:oleObj>
              </mc:Fallback>
            </mc:AlternateContent>
          </a:graphicData>
        </a:graphic>
      </p:graphicFrame>
      <p:graphicFrame>
        <p:nvGraphicFramePr>
          <p:cNvPr id="13" name="Object 12">
            <a:extLst>
              <a:ext uri="{FF2B5EF4-FFF2-40B4-BE49-F238E27FC236}">
                <a16:creationId xmlns:a16="http://schemas.microsoft.com/office/drawing/2014/main" id="{7120EA26-A6C6-4FDA-A6D6-DC0B8AAABE75}"/>
              </a:ext>
            </a:extLst>
          </p:cNvPr>
          <p:cNvGraphicFramePr>
            <a:graphicFrameLocks noChangeAspect="1"/>
          </p:cNvGraphicFramePr>
          <p:nvPr userDrawn="1">
            <p:extLst>
              <p:ext uri="{D42A27DB-BD31-4B8C-83A1-F6EECF244321}">
                <p14:modId xmlns:p14="http://schemas.microsoft.com/office/powerpoint/2010/main" val="3130345259"/>
              </p:ext>
            </p:extLst>
          </p:nvPr>
        </p:nvGraphicFramePr>
        <p:xfrm>
          <a:off x="12186206" y="0"/>
          <a:ext cx="9525" cy="6858000"/>
        </p:xfrm>
        <a:graphic>
          <a:graphicData uri="http://schemas.openxmlformats.org/presentationml/2006/ole">
            <mc:AlternateContent xmlns:mc="http://schemas.openxmlformats.org/markup-compatibility/2006">
              <mc:Choice xmlns:v="urn:schemas-microsoft-com:vml" Requires="v">
                <p:oleObj name="Image" r:id="rId3" imgW="12600" imgH="9142560" progId="Photoshop.Image.17">
                  <p:embed/>
                </p:oleObj>
              </mc:Choice>
              <mc:Fallback>
                <p:oleObj name="Image" r:id="rId3" imgW="12600" imgH="9142560" progId="Photoshop.Image.17">
                  <p:embed/>
                  <p:pic>
                    <p:nvPicPr>
                      <p:cNvPr id="13" name="Object 12">
                        <a:extLst>
                          <a:ext uri="{FF2B5EF4-FFF2-40B4-BE49-F238E27FC236}">
                            <a16:creationId xmlns:a16="http://schemas.microsoft.com/office/drawing/2014/main" id="{7120EA26-A6C6-4FDA-A6D6-DC0B8AAABE75}"/>
                          </a:ext>
                        </a:extLst>
                      </p:cNvPr>
                      <p:cNvPicPr/>
                      <p:nvPr/>
                    </p:nvPicPr>
                    <p:blipFill>
                      <a:blip r:embed="rId4"/>
                      <a:stretch>
                        <a:fillRect/>
                      </a:stretch>
                    </p:blipFill>
                    <p:spPr>
                      <a:xfrm>
                        <a:off x="12186206" y="0"/>
                        <a:ext cx="9525" cy="6858000"/>
                      </a:xfrm>
                      <a:prstGeom prst="rect">
                        <a:avLst/>
                      </a:prstGeom>
                    </p:spPr>
                  </p:pic>
                </p:oleObj>
              </mc:Fallback>
            </mc:AlternateContent>
          </a:graphicData>
        </a:graphic>
      </p:graphicFrame>
      <p:pic>
        <p:nvPicPr>
          <p:cNvPr id="4" name="Picture 3"/>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custDataLst>
      <p:tags r:id="rId1"/>
    </p:custDataLst>
    <p:extLst>
      <p:ext uri="{BB962C8B-B14F-4D97-AF65-F5344CB8AC3E}">
        <p14:creationId xmlns:p14="http://schemas.microsoft.com/office/powerpoint/2010/main" val="216658379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
            <a:ext cx="12193268" cy="6858713"/>
          </a:xfrm>
          <a:prstGeom prst="rect">
            <a:avLst/>
          </a:prstGeom>
        </p:spPr>
      </p:pic>
      <p:sp>
        <p:nvSpPr>
          <p:cNvPr id="2" name="Title 1"/>
          <p:cNvSpPr>
            <a:spLocks noGrp="1"/>
          </p:cNvSpPr>
          <p:nvPr userDrawn="1">
            <p:ph type="title"/>
          </p:nvPr>
        </p:nvSpPr>
        <p:spPr>
          <a:xfrm>
            <a:off x="238539" y="263527"/>
            <a:ext cx="11115261" cy="779463"/>
          </a:xfrm>
        </p:spPr>
        <p:txBody>
          <a:bodyPr/>
          <a:lstStyle>
            <a:lvl1pPr>
              <a:defRPr b="0" i="0">
                <a:solidFill>
                  <a:schemeClr val="bg1"/>
                </a:solidFill>
                <a:latin typeface="Amazon Ember Light" charset="0"/>
                <a:ea typeface="Amazon Ember Light" charset="0"/>
                <a:cs typeface="Amazon Ember Light" charset="0"/>
              </a:defRPr>
            </a:lvl1pPr>
          </a:lstStyle>
          <a:p>
            <a:r>
              <a:rPr lang="en-US" dirty="0"/>
              <a:t>Click to edit Master title style</a:t>
            </a:r>
          </a:p>
        </p:txBody>
      </p:sp>
      <p:sp>
        <p:nvSpPr>
          <p:cNvPr id="3" name="Content Placeholder 2"/>
          <p:cNvSpPr>
            <a:spLocks noGrp="1"/>
          </p:cNvSpPr>
          <p:nvPr userDrawn="1">
            <p:ph idx="1"/>
          </p:nvPr>
        </p:nvSpPr>
        <p:spPr>
          <a:xfrm>
            <a:off x="238539" y="1440305"/>
            <a:ext cx="5075583" cy="4913308"/>
          </a:xfrm>
        </p:spPr>
        <p:txBody>
          <a:bodyPr/>
          <a:lstStyle>
            <a:lvl1pPr marL="228600" indent="-228600">
              <a:buFontTx/>
              <a:buBlip>
                <a:blip r:embed="rId3"/>
              </a:buBlip>
              <a:defRPr b="0" i="0">
                <a:solidFill>
                  <a:schemeClr val="tx1"/>
                </a:solidFill>
                <a:latin typeface="Amazon Ember Light" charset="0"/>
                <a:ea typeface="Amazon Ember Light" charset="0"/>
                <a:cs typeface="Amazon Ember Light" charset="0"/>
              </a:defRPr>
            </a:lvl1pPr>
            <a:lvl2pPr marL="685800" indent="-228600">
              <a:buFontTx/>
              <a:buBlip>
                <a:blip r:embed="rId3"/>
              </a:buBlip>
              <a:defRPr b="0" i="0">
                <a:solidFill>
                  <a:schemeClr val="tx1"/>
                </a:solidFill>
                <a:latin typeface="Amazon Ember Light" charset="0"/>
                <a:ea typeface="Amazon Ember Light" charset="0"/>
                <a:cs typeface="Amazon Ember Light" charset="0"/>
              </a:defRPr>
            </a:lvl2pPr>
            <a:lvl3pPr marL="1143000" indent="-228600">
              <a:buFontTx/>
              <a:buBlip>
                <a:blip r:embed="rId3"/>
              </a:buBlip>
              <a:defRPr b="0" i="0">
                <a:solidFill>
                  <a:schemeClr val="tx1"/>
                </a:solidFill>
                <a:latin typeface="Amazon Ember Light" charset="0"/>
                <a:ea typeface="Amazon Ember Light" charset="0"/>
                <a:cs typeface="Amazon Ember Light" charset="0"/>
              </a:defRPr>
            </a:lvl3pPr>
            <a:lvl4pPr marL="1600200" indent="-228600">
              <a:buFontTx/>
              <a:buBlip>
                <a:blip r:embed="rId3"/>
              </a:buBlip>
              <a:defRPr b="0" i="0">
                <a:solidFill>
                  <a:schemeClr val="tx1"/>
                </a:solidFill>
                <a:latin typeface="Amazon Ember Light" charset="0"/>
                <a:ea typeface="Amazon Ember Light" charset="0"/>
                <a:cs typeface="Amazon Ember Light" charset="0"/>
              </a:defRPr>
            </a:lvl4pPr>
            <a:lvl5pPr marL="2057400" indent="-228600">
              <a:buFontTx/>
              <a:buBlip>
                <a:blip r:embed="rId3"/>
              </a:buBlip>
              <a:defRPr b="0" i="0">
                <a:solidFill>
                  <a:schemeClr val="tx1"/>
                </a:solidFill>
                <a:latin typeface="Amazon Ember Light" charset="0"/>
                <a:ea typeface="Amazon Ember Light" charset="0"/>
                <a:cs typeface="Amazon Ember Light"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userDrawn="1">
            <p:ph type="sldNum" sz="quarter" idx="12"/>
          </p:nvPr>
        </p:nvSpPr>
        <p:spPr/>
        <p:txBody>
          <a:bodyPr/>
          <a:lstStyle>
            <a:lvl1pPr>
              <a:defRPr b="0" i="0">
                <a:solidFill>
                  <a:schemeClr val="tx1"/>
                </a:solidFill>
                <a:latin typeface="Helvetica Neue LT Std 65 Medium" charset="0"/>
                <a:ea typeface="Helvetica Neue LT Std 65 Medium" charset="0"/>
                <a:cs typeface="Helvetica Neue LT Std 65 Medium" charset="0"/>
              </a:defRPr>
            </a:lvl1pPr>
          </a:lstStyle>
          <a:p>
            <a:fld id="{9FC43BFD-8FF7-A343-A8A6-E2338FCE8046}" type="slidenum">
              <a:rPr lang="en-US" smtClean="0"/>
              <a:pPr/>
              <a:t>‹#›</a:t>
            </a:fld>
            <a:endParaRPr lang="en-US" dirty="0"/>
          </a:p>
        </p:txBody>
      </p:sp>
      <p:graphicFrame>
        <p:nvGraphicFramePr>
          <p:cNvPr id="11" name="Object 10">
            <a:extLst>
              <a:ext uri="{FF2B5EF4-FFF2-40B4-BE49-F238E27FC236}">
                <a16:creationId xmlns:a16="http://schemas.microsoft.com/office/drawing/2014/main" id="{203EF237-8DE6-4679-839B-F52D6B83D301}"/>
              </a:ext>
            </a:extLst>
          </p:cNvPr>
          <p:cNvGraphicFramePr>
            <a:graphicFrameLocks noChangeAspect="1"/>
          </p:cNvGraphicFramePr>
          <p:nvPr userDrawn="1"/>
        </p:nvGraphicFramePr>
        <p:xfrm>
          <a:off x="12175800" y="-31440"/>
          <a:ext cx="9525" cy="6858000"/>
        </p:xfrm>
        <a:graphic>
          <a:graphicData uri="http://schemas.openxmlformats.org/presentationml/2006/ole">
            <mc:AlternateContent xmlns:mc="http://schemas.openxmlformats.org/markup-compatibility/2006">
              <mc:Choice xmlns:v="urn:schemas-microsoft-com:vml" Requires="v">
                <p:oleObj name="Image" r:id="rId4" imgW="12600" imgH="9142560" progId="Photoshop.Image.17">
                  <p:embed/>
                </p:oleObj>
              </mc:Choice>
              <mc:Fallback>
                <p:oleObj name="Image" r:id="rId4" imgW="12600" imgH="9142560" progId="Photoshop.Image.17">
                  <p:embed/>
                  <p:pic>
                    <p:nvPicPr>
                      <p:cNvPr id="11" name="Object 10">
                        <a:extLst>
                          <a:ext uri="{FF2B5EF4-FFF2-40B4-BE49-F238E27FC236}">
                            <a16:creationId xmlns:a16="http://schemas.microsoft.com/office/drawing/2014/main" id="{203EF237-8DE6-4679-839B-F52D6B83D301}"/>
                          </a:ext>
                        </a:extLst>
                      </p:cNvPr>
                      <p:cNvPicPr/>
                      <p:nvPr/>
                    </p:nvPicPr>
                    <p:blipFill>
                      <a:blip r:embed="rId5"/>
                      <a:stretch>
                        <a:fillRect/>
                      </a:stretch>
                    </p:blipFill>
                    <p:spPr>
                      <a:xfrm>
                        <a:off x="12175800" y="-31440"/>
                        <a:ext cx="9525" cy="6858000"/>
                      </a:xfrm>
                      <a:prstGeom prst="rect">
                        <a:avLst/>
                      </a:prstGeom>
                    </p:spPr>
                  </p:pic>
                </p:oleObj>
              </mc:Fallback>
            </mc:AlternateContent>
          </a:graphicData>
        </a:graphic>
      </p:graphicFrame>
      <p:sp>
        <p:nvSpPr>
          <p:cNvPr id="8" name="Rectangle 7">
            <a:extLst>
              <a:ext uri="{FF2B5EF4-FFF2-40B4-BE49-F238E27FC236}">
                <a16:creationId xmlns:a16="http://schemas.microsoft.com/office/drawing/2014/main" id="{96387C53-21CC-4861-A773-CA9C4A46D5DF}"/>
              </a:ext>
            </a:extLst>
          </p:cNvPr>
          <p:cNvSpPr/>
          <p:nvPr userDrawn="1"/>
        </p:nvSpPr>
        <p:spPr>
          <a:xfrm>
            <a:off x="12099313" y="6815016"/>
            <a:ext cx="93955"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Content Placeholder 2"/>
          <p:cNvSpPr>
            <a:spLocks noGrp="1"/>
          </p:cNvSpPr>
          <p:nvPr>
            <p:ph idx="13"/>
          </p:nvPr>
        </p:nvSpPr>
        <p:spPr>
          <a:xfrm>
            <a:off x="5796169" y="1440305"/>
            <a:ext cx="5075583" cy="4913308"/>
          </a:xfrm>
        </p:spPr>
        <p:txBody>
          <a:bodyPr/>
          <a:lstStyle>
            <a:lvl1pPr marL="228600" indent="-228600">
              <a:buFontTx/>
              <a:buBlip>
                <a:blip r:embed="rId3"/>
              </a:buBlip>
              <a:defRPr b="0" i="0">
                <a:solidFill>
                  <a:schemeClr val="tx1"/>
                </a:solidFill>
                <a:latin typeface="Amazon Ember Light" charset="0"/>
                <a:ea typeface="Amazon Ember Light" charset="0"/>
                <a:cs typeface="Amazon Ember Light" charset="0"/>
              </a:defRPr>
            </a:lvl1pPr>
            <a:lvl2pPr marL="685800" indent="-228600">
              <a:buFontTx/>
              <a:buBlip>
                <a:blip r:embed="rId3"/>
              </a:buBlip>
              <a:defRPr b="0" i="0">
                <a:solidFill>
                  <a:schemeClr val="tx1"/>
                </a:solidFill>
                <a:latin typeface="Amazon Ember Light" charset="0"/>
                <a:ea typeface="Amazon Ember Light" charset="0"/>
                <a:cs typeface="Amazon Ember Light" charset="0"/>
              </a:defRPr>
            </a:lvl2pPr>
            <a:lvl3pPr marL="1143000" indent="-228600">
              <a:buFontTx/>
              <a:buBlip>
                <a:blip r:embed="rId3"/>
              </a:buBlip>
              <a:defRPr b="0" i="0">
                <a:solidFill>
                  <a:schemeClr val="tx1"/>
                </a:solidFill>
                <a:latin typeface="Amazon Ember Light" charset="0"/>
                <a:ea typeface="Amazon Ember Light" charset="0"/>
                <a:cs typeface="Amazon Ember Light" charset="0"/>
              </a:defRPr>
            </a:lvl3pPr>
            <a:lvl4pPr marL="1600200" indent="-228600">
              <a:buFontTx/>
              <a:buBlip>
                <a:blip r:embed="rId3"/>
              </a:buBlip>
              <a:defRPr b="0" i="0">
                <a:solidFill>
                  <a:schemeClr val="tx1"/>
                </a:solidFill>
                <a:latin typeface="Amazon Ember Light" charset="0"/>
                <a:ea typeface="Amazon Ember Light" charset="0"/>
                <a:cs typeface="Amazon Ember Light" charset="0"/>
              </a:defRPr>
            </a:lvl4pPr>
            <a:lvl5pPr marL="2057400" indent="-228600">
              <a:buFontTx/>
              <a:buBlip>
                <a:blip r:embed="rId3"/>
              </a:buBlip>
              <a:defRPr b="0" i="0">
                <a:solidFill>
                  <a:schemeClr val="tx1"/>
                </a:solidFill>
                <a:latin typeface="Amazon Ember Light" charset="0"/>
                <a:ea typeface="Amazon Ember Light" charset="0"/>
                <a:cs typeface="Amazon Ember Light"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Box 11"/>
          <p:cNvSpPr txBox="1"/>
          <p:nvPr userDrawn="1"/>
        </p:nvSpPr>
        <p:spPr>
          <a:xfrm>
            <a:off x="251791" y="6480313"/>
            <a:ext cx="4108174" cy="230832"/>
          </a:xfrm>
          <a:prstGeom prst="rect">
            <a:avLst/>
          </a:prstGeom>
          <a:noFill/>
        </p:spPr>
        <p:txBody>
          <a:bodyPr wrap="square" rtlCol="0">
            <a:spAutoFit/>
          </a:bodyPr>
          <a:lstStyle/>
          <a:p>
            <a:r>
              <a:rPr lang="en-US" sz="900" b="0" i="0" dirty="0">
                <a:solidFill>
                  <a:schemeClr val="tx1">
                    <a:lumMod val="85000"/>
                    <a:lumOff val="15000"/>
                  </a:schemeClr>
                </a:solidFill>
                <a:latin typeface="Amazon Ember Light" charset="0"/>
                <a:ea typeface="Amazon Ember Light" charset="0"/>
                <a:cs typeface="Amazon Ember Light" charset="0"/>
              </a:rPr>
              <a:t>© 2020, Amazon Web Services, Inc. or its Affiliates. All rights reserved.</a:t>
            </a:r>
          </a:p>
        </p:txBody>
      </p:sp>
    </p:spTree>
    <p:extLst>
      <p:ext uri="{BB962C8B-B14F-4D97-AF65-F5344CB8AC3E}">
        <p14:creationId xmlns:p14="http://schemas.microsoft.com/office/powerpoint/2010/main" val="298155763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62608" y="2770243"/>
            <a:ext cx="11115261" cy="779463"/>
          </a:xfrm>
        </p:spPr>
        <p:txBody>
          <a:bodyPr>
            <a:noAutofit/>
          </a:bodyPr>
          <a:lstStyle>
            <a:lvl1pPr>
              <a:defRPr sz="6000" b="0" i="0">
                <a:solidFill>
                  <a:schemeClr val="bg1"/>
                </a:solidFill>
                <a:latin typeface="Amazon Ember Light" charset="0"/>
                <a:ea typeface="Amazon Ember Light" charset="0"/>
                <a:cs typeface="Amazon Ember Light" charset="0"/>
              </a:defRPr>
            </a:lvl1pPr>
          </a:lstStyle>
          <a:p>
            <a:r>
              <a:rPr lang="en-US" dirty="0"/>
              <a:t>Click to edit Master title style</a:t>
            </a:r>
          </a:p>
        </p:txBody>
      </p:sp>
      <p:sp>
        <p:nvSpPr>
          <p:cNvPr id="6" name="Slide Number Placeholder 5"/>
          <p:cNvSpPr>
            <a:spLocks noGrp="1"/>
          </p:cNvSpPr>
          <p:nvPr>
            <p:ph type="sldNum" sz="quarter" idx="12"/>
          </p:nvPr>
        </p:nvSpPr>
        <p:spPr/>
        <p:txBody>
          <a:bodyPr/>
          <a:lstStyle>
            <a:lvl1pPr>
              <a:defRPr b="0" i="0">
                <a:solidFill>
                  <a:schemeClr val="bg1"/>
                </a:solidFill>
                <a:latin typeface="Helvetica Neue LT Std 65 Medium" charset="0"/>
                <a:ea typeface="Helvetica Neue LT Std 65 Medium" charset="0"/>
                <a:cs typeface="Helvetica Neue LT Std 65 Medium" charset="0"/>
              </a:defRPr>
            </a:lvl1pPr>
          </a:lstStyle>
          <a:p>
            <a:fld id="{9FC43BFD-8FF7-A343-A8A6-E2338FCE8046}" type="slidenum">
              <a:rPr lang="en-US" smtClean="0"/>
              <a:pPr/>
              <a:t>‹#›</a:t>
            </a:fld>
            <a:endParaRPr lang="en-US" dirty="0"/>
          </a:p>
        </p:txBody>
      </p:sp>
    </p:spTree>
    <p:custDataLst>
      <p:tags r:id="rId1"/>
    </p:custData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Standard Content Page Layout (no subtitle)">
    <p:spTree>
      <p:nvGrpSpPr>
        <p:cNvPr id="1" name=""/>
        <p:cNvGrpSpPr/>
        <p:nvPr/>
      </p:nvGrpSpPr>
      <p:grpSpPr>
        <a:xfrm>
          <a:off x="0" y="0"/>
          <a:ext cx="0" cy="0"/>
          <a:chOff x="0" y="0"/>
          <a:chExt cx="0" cy="0"/>
        </a:xfrm>
      </p:grpSpPr>
      <p:sp>
        <p:nvSpPr>
          <p:cNvPr id="4" name="Title 1"/>
          <p:cNvSpPr>
            <a:spLocks noGrp="1"/>
          </p:cNvSpPr>
          <p:nvPr>
            <p:ph type="title" hasCustomPrompt="1"/>
          </p:nvPr>
        </p:nvSpPr>
        <p:spPr>
          <a:xfrm>
            <a:off x="449052" y="232274"/>
            <a:ext cx="10940405" cy="727655"/>
          </a:xfrm>
        </p:spPr>
        <p:txBody>
          <a:bodyPr lIns="0"/>
          <a:lstStyle>
            <a:lvl1pPr>
              <a:defRPr baseline="0">
                <a:solidFill>
                  <a:schemeClr val="bg2">
                    <a:lumMod val="10000"/>
                  </a:schemeClr>
                </a:solidFill>
                <a:latin typeface="Amazon Ember Light"/>
                <a:cs typeface="Amazon Ember Light"/>
              </a:defRPr>
            </a:lvl1pPr>
          </a:lstStyle>
          <a:p>
            <a:pPr lvl="0"/>
            <a:r>
              <a:rPr lang="en-US" dirty="0"/>
              <a:t>Standard Content Page (optional, includes subtitle)</a:t>
            </a:r>
          </a:p>
        </p:txBody>
      </p:sp>
      <p:sp>
        <p:nvSpPr>
          <p:cNvPr id="6" name="Content Placeholder 3"/>
          <p:cNvSpPr>
            <a:spLocks noGrp="1"/>
          </p:cNvSpPr>
          <p:nvPr>
            <p:ph sz="half" idx="12" hasCustomPrompt="1"/>
          </p:nvPr>
        </p:nvSpPr>
        <p:spPr>
          <a:xfrm>
            <a:off x="456055" y="959929"/>
            <a:ext cx="10968300" cy="5215095"/>
          </a:xfrm>
        </p:spPr>
        <p:txBody>
          <a:bodyPr lIns="0" tIns="0" rIns="0" bIns="0" anchor="t"/>
          <a:lstStyle>
            <a:lvl1pPr>
              <a:defRPr baseline="0">
                <a:solidFill>
                  <a:schemeClr val="bg2">
                    <a:lumMod val="10000"/>
                  </a:schemeClr>
                </a:solidFill>
                <a:latin typeface="Amazon Ember Light"/>
                <a:cs typeface="Amazon Ember Light"/>
              </a:defRPr>
            </a:lvl1pPr>
          </a:lstStyle>
          <a:p>
            <a:r>
              <a:rPr lang="en-US" dirty="0"/>
              <a:t>Body copy here</a:t>
            </a:r>
          </a:p>
        </p:txBody>
      </p:sp>
      <p:sp>
        <p:nvSpPr>
          <p:cNvPr id="8" name="TextBox 7">
            <a:extLst>
              <a:ext uri="{FF2B5EF4-FFF2-40B4-BE49-F238E27FC236}">
                <a16:creationId xmlns:a16="http://schemas.microsoft.com/office/drawing/2014/main" id="{F9BDAE40-DC33-F94E-9BF1-20818E81D701}"/>
              </a:ext>
            </a:extLst>
          </p:cNvPr>
          <p:cNvSpPr txBox="1"/>
          <p:nvPr userDrawn="1"/>
        </p:nvSpPr>
        <p:spPr>
          <a:xfrm>
            <a:off x="4077484" y="6521788"/>
            <a:ext cx="4037032" cy="143565"/>
          </a:xfrm>
          <a:prstGeom prst="rect">
            <a:avLst/>
          </a:prstGeom>
          <a:noFill/>
        </p:spPr>
        <p:txBody>
          <a:bodyPr wrap="square" lIns="0" tIns="0" rIns="0" bIns="0" rtlCol="0">
            <a:spAutoFit/>
          </a:bodyPr>
          <a:lstStyle/>
          <a:p>
            <a:pPr algn="ctr"/>
            <a:r>
              <a:rPr lang="en-US" sz="933" dirty="0">
                <a:solidFill>
                  <a:schemeClr val="bg2">
                    <a:lumMod val="10000"/>
                  </a:schemeClr>
                </a:solidFill>
                <a:latin typeface="Amazon Ember"/>
                <a:cs typeface="Amazon Ember"/>
              </a:rPr>
              <a:t>© 2020, Amazon Web Services, Inc. or Its Affiliates. All rights reserved.</a:t>
            </a:r>
          </a:p>
        </p:txBody>
      </p:sp>
    </p:spTree>
    <p:extLst>
      <p:ext uri="{BB962C8B-B14F-4D97-AF65-F5344CB8AC3E}">
        <p14:creationId xmlns:p14="http://schemas.microsoft.com/office/powerpoint/2010/main" val="373338459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Title &amp; 4 Content Graphics Orange">
    <p:spTree>
      <p:nvGrpSpPr>
        <p:cNvPr id="1" name=""/>
        <p:cNvGrpSpPr/>
        <p:nvPr/>
      </p:nvGrpSpPr>
      <p:grpSpPr>
        <a:xfrm>
          <a:off x="0" y="0"/>
          <a:ext cx="0" cy="0"/>
          <a:chOff x="0" y="0"/>
          <a:chExt cx="0" cy="0"/>
        </a:xfrm>
      </p:grpSpPr>
      <p:sp>
        <p:nvSpPr>
          <p:cNvPr id="20" name="TextBox 3"/>
          <p:cNvSpPr txBox="1">
            <a:spLocks noChangeArrowheads="1"/>
          </p:cNvSpPr>
          <p:nvPr userDrawn="1"/>
        </p:nvSpPr>
        <p:spPr bwMode="auto">
          <a:xfrm>
            <a:off x="510174" y="6556947"/>
            <a:ext cx="4036484" cy="14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defTabSz="457200" fontAlgn="base">
              <a:spcBef>
                <a:spcPct val="0"/>
              </a:spcBef>
              <a:spcAft>
                <a:spcPct val="0"/>
              </a:spcAft>
              <a:defRPr>
                <a:solidFill>
                  <a:schemeClr val="tx1"/>
                </a:solidFill>
                <a:latin typeface="Arial" charset="0"/>
              </a:defRPr>
            </a:lvl6pPr>
            <a:lvl7pPr marL="2971800" indent="-228600" defTabSz="457200" fontAlgn="base">
              <a:spcBef>
                <a:spcPct val="0"/>
              </a:spcBef>
              <a:spcAft>
                <a:spcPct val="0"/>
              </a:spcAft>
              <a:defRPr>
                <a:solidFill>
                  <a:schemeClr val="tx1"/>
                </a:solidFill>
                <a:latin typeface="Arial" charset="0"/>
              </a:defRPr>
            </a:lvl7pPr>
            <a:lvl8pPr marL="3429000" indent="-228600" defTabSz="457200" fontAlgn="base">
              <a:spcBef>
                <a:spcPct val="0"/>
              </a:spcBef>
              <a:spcAft>
                <a:spcPct val="0"/>
              </a:spcAft>
              <a:defRPr>
                <a:solidFill>
                  <a:schemeClr val="tx1"/>
                </a:solidFill>
                <a:latin typeface="Arial" charset="0"/>
              </a:defRPr>
            </a:lvl8pPr>
            <a:lvl9pPr marL="3886200" indent="-228600" defTabSz="457200" fontAlgn="base">
              <a:spcBef>
                <a:spcPct val="0"/>
              </a:spcBef>
              <a:spcAft>
                <a:spcPct val="0"/>
              </a:spcAft>
              <a:defRPr>
                <a:solidFill>
                  <a:schemeClr val="tx1"/>
                </a:solidFill>
                <a:latin typeface="Arial" charset="0"/>
              </a:defRPr>
            </a:lvl9pPr>
          </a:lstStyle>
          <a:p>
            <a:pPr eaLnBrk="1" hangingPunct="1"/>
            <a:r>
              <a:rPr lang="en-US" altLang="x-none" sz="933" b="0" i="0" dirty="0">
                <a:solidFill>
                  <a:srgbClr val="7F7F7F"/>
                </a:solidFill>
                <a:latin typeface="Amazon Ember" charset="0"/>
                <a:ea typeface="Amazon Ember" charset="0"/>
                <a:cs typeface="Amazon Ember" charset="0"/>
              </a:rPr>
              <a:t>© 2017, Amazon Web Services, Inc. or its Affiliates. All rights reserved.</a:t>
            </a:r>
          </a:p>
        </p:txBody>
      </p:sp>
      <p:sp>
        <p:nvSpPr>
          <p:cNvPr id="7" name="Content Placeholder 6"/>
          <p:cNvSpPr>
            <a:spLocks noGrp="1"/>
          </p:cNvSpPr>
          <p:nvPr>
            <p:ph sz="quarter" idx="10" hasCustomPrompt="1"/>
          </p:nvPr>
        </p:nvSpPr>
        <p:spPr>
          <a:xfrm>
            <a:off x="490538" y="4815131"/>
            <a:ext cx="2595092" cy="399011"/>
          </a:xfrm>
        </p:spPr>
        <p:txBody>
          <a:bodyPr/>
          <a:lstStyle>
            <a:lvl1pPr>
              <a:defRPr sz="1600" b="0" i="0" spc="67" baseline="0">
                <a:latin typeface="Amazon Ember" charset="0"/>
                <a:ea typeface="Amazon Ember" charset="0"/>
                <a:cs typeface="Amazon Ember" charset="0"/>
              </a:defRPr>
            </a:lvl1pPr>
            <a:lvl2pPr>
              <a:defRPr sz="1600" b="0" i="0" spc="67" baseline="0">
                <a:latin typeface="Roboto Condensed" charset="0"/>
                <a:ea typeface="Roboto Condensed" charset="0"/>
                <a:cs typeface="Roboto Condensed" charset="0"/>
              </a:defRPr>
            </a:lvl2pPr>
            <a:lvl3pPr>
              <a:defRPr sz="1600" b="0" i="0" spc="67" baseline="0">
                <a:latin typeface="Roboto Condensed" charset="0"/>
                <a:ea typeface="Roboto Condensed" charset="0"/>
                <a:cs typeface="Roboto Condensed" charset="0"/>
              </a:defRPr>
            </a:lvl3pPr>
            <a:lvl4pPr>
              <a:defRPr sz="1600" b="0" i="0" spc="67" baseline="0">
                <a:latin typeface="Roboto Condensed" charset="0"/>
                <a:ea typeface="Roboto Condensed" charset="0"/>
                <a:cs typeface="Roboto Condensed" charset="0"/>
              </a:defRPr>
            </a:lvl4pPr>
            <a:lvl5pPr>
              <a:defRPr sz="1600" b="0" i="0" spc="67" baseline="0">
                <a:latin typeface="Roboto Condensed" charset="0"/>
                <a:ea typeface="Roboto Condensed" charset="0"/>
                <a:cs typeface="Roboto Condensed" charset="0"/>
              </a:defRPr>
            </a:lvl5pPr>
          </a:lstStyle>
          <a:p>
            <a:pPr lvl="0"/>
            <a:r>
              <a:rPr lang="en-US" dirty="0"/>
              <a:t>CLICK TO EDIT MASTER TEXT STYLES</a:t>
            </a:r>
          </a:p>
        </p:txBody>
      </p:sp>
      <p:sp>
        <p:nvSpPr>
          <p:cNvPr id="10" name="Content Placeholder 6"/>
          <p:cNvSpPr>
            <a:spLocks noGrp="1"/>
          </p:cNvSpPr>
          <p:nvPr>
            <p:ph sz="quarter" idx="11" hasCustomPrompt="1"/>
          </p:nvPr>
        </p:nvSpPr>
        <p:spPr>
          <a:xfrm>
            <a:off x="3350140" y="4815131"/>
            <a:ext cx="2596896" cy="399011"/>
          </a:xfrm>
        </p:spPr>
        <p:txBody>
          <a:bodyPr/>
          <a:lstStyle>
            <a:lvl1pPr>
              <a:defRPr sz="1600" b="0" i="0" spc="67" baseline="0">
                <a:latin typeface="Amazon Ember" charset="0"/>
                <a:ea typeface="Amazon Ember" charset="0"/>
                <a:cs typeface="Amazon Ember" charset="0"/>
              </a:defRPr>
            </a:lvl1pPr>
            <a:lvl2pPr>
              <a:defRPr sz="1600" b="0" i="0" spc="67" baseline="0">
                <a:latin typeface="Roboto Condensed" charset="0"/>
                <a:ea typeface="Roboto Condensed" charset="0"/>
                <a:cs typeface="Roboto Condensed" charset="0"/>
              </a:defRPr>
            </a:lvl2pPr>
            <a:lvl3pPr>
              <a:defRPr sz="1600" b="0" i="0" spc="67" baseline="0">
                <a:latin typeface="Roboto Condensed" charset="0"/>
                <a:ea typeface="Roboto Condensed" charset="0"/>
                <a:cs typeface="Roboto Condensed" charset="0"/>
              </a:defRPr>
            </a:lvl3pPr>
            <a:lvl4pPr>
              <a:defRPr sz="1600" b="0" i="0" spc="67" baseline="0">
                <a:latin typeface="Roboto Condensed" charset="0"/>
                <a:ea typeface="Roboto Condensed" charset="0"/>
                <a:cs typeface="Roboto Condensed" charset="0"/>
              </a:defRPr>
            </a:lvl4pPr>
            <a:lvl5pPr>
              <a:defRPr sz="1600" b="0" i="0" spc="67" baseline="0">
                <a:latin typeface="Roboto Condensed" charset="0"/>
                <a:ea typeface="Roboto Condensed" charset="0"/>
                <a:cs typeface="Roboto Condensed" charset="0"/>
              </a:defRPr>
            </a:lvl5pPr>
          </a:lstStyle>
          <a:p>
            <a:pPr lvl="0"/>
            <a:r>
              <a:rPr lang="en-US" dirty="0"/>
              <a:t>CLICK TO EDIT MASTER TEXT STYLES</a:t>
            </a:r>
          </a:p>
        </p:txBody>
      </p:sp>
      <p:sp>
        <p:nvSpPr>
          <p:cNvPr id="12" name="Content Placeholder 6"/>
          <p:cNvSpPr>
            <a:spLocks noGrp="1"/>
          </p:cNvSpPr>
          <p:nvPr>
            <p:ph sz="quarter" idx="12" hasCustomPrompt="1"/>
          </p:nvPr>
        </p:nvSpPr>
        <p:spPr>
          <a:xfrm>
            <a:off x="6211547" y="4815131"/>
            <a:ext cx="2596896" cy="399011"/>
          </a:xfrm>
        </p:spPr>
        <p:txBody>
          <a:bodyPr/>
          <a:lstStyle>
            <a:lvl1pPr>
              <a:defRPr sz="1600" b="0" i="0" spc="67" baseline="0">
                <a:latin typeface="Amazon Ember" charset="0"/>
                <a:ea typeface="Amazon Ember" charset="0"/>
                <a:cs typeface="Amazon Ember" charset="0"/>
              </a:defRPr>
            </a:lvl1pPr>
            <a:lvl2pPr>
              <a:defRPr sz="1600" b="0" i="0" spc="67" baseline="0">
                <a:latin typeface="Roboto Condensed" charset="0"/>
                <a:ea typeface="Roboto Condensed" charset="0"/>
                <a:cs typeface="Roboto Condensed" charset="0"/>
              </a:defRPr>
            </a:lvl2pPr>
            <a:lvl3pPr>
              <a:defRPr sz="1600" b="0" i="0" spc="67" baseline="0">
                <a:latin typeface="Roboto Condensed" charset="0"/>
                <a:ea typeface="Roboto Condensed" charset="0"/>
                <a:cs typeface="Roboto Condensed" charset="0"/>
              </a:defRPr>
            </a:lvl3pPr>
            <a:lvl4pPr>
              <a:defRPr sz="1600" b="0" i="0" spc="67" baseline="0">
                <a:latin typeface="Roboto Condensed" charset="0"/>
                <a:ea typeface="Roboto Condensed" charset="0"/>
                <a:cs typeface="Roboto Condensed" charset="0"/>
              </a:defRPr>
            </a:lvl4pPr>
            <a:lvl5pPr>
              <a:defRPr sz="1600" b="0" i="0" spc="67" baseline="0">
                <a:latin typeface="Roboto Condensed" charset="0"/>
                <a:ea typeface="Roboto Condensed" charset="0"/>
                <a:cs typeface="Roboto Condensed" charset="0"/>
              </a:defRPr>
            </a:lvl5pPr>
          </a:lstStyle>
          <a:p>
            <a:pPr lvl="0"/>
            <a:r>
              <a:rPr lang="en-US" dirty="0"/>
              <a:t>CLICK TO EDIT MASTER TEXT STYLES</a:t>
            </a:r>
          </a:p>
        </p:txBody>
      </p:sp>
      <p:sp>
        <p:nvSpPr>
          <p:cNvPr id="9" name="Content Placeholder 6"/>
          <p:cNvSpPr>
            <a:spLocks noGrp="1"/>
          </p:cNvSpPr>
          <p:nvPr>
            <p:ph sz="quarter" idx="13" hasCustomPrompt="1"/>
          </p:nvPr>
        </p:nvSpPr>
        <p:spPr>
          <a:xfrm>
            <a:off x="9072955" y="4815131"/>
            <a:ext cx="2596896" cy="399011"/>
          </a:xfrm>
        </p:spPr>
        <p:txBody>
          <a:bodyPr/>
          <a:lstStyle>
            <a:lvl1pPr>
              <a:defRPr sz="1600" b="0" i="0" spc="67" baseline="0">
                <a:latin typeface="Amazon Ember" charset="0"/>
                <a:ea typeface="Amazon Ember" charset="0"/>
                <a:cs typeface="Amazon Ember" charset="0"/>
              </a:defRPr>
            </a:lvl1pPr>
            <a:lvl2pPr>
              <a:defRPr sz="1600" b="0" i="0" spc="67" baseline="0">
                <a:latin typeface="Roboto Condensed" charset="0"/>
                <a:ea typeface="Roboto Condensed" charset="0"/>
                <a:cs typeface="Roboto Condensed" charset="0"/>
              </a:defRPr>
            </a:lvl2pPr>
            <a:lvl3pPr>
              <a:defRPr sz="1600" b="0" i="0" spc="67" baseline="0">
                <a:latin typeface="Roboto Condensed" charset="0"/>
                <a:ea typeface="Roboto Condensed" charset="0"/>
                <a:cs typeface="Roboto Condensed" charset="0"/>
              </a:defRPr>
            </a:lvl3pPr>
            <a:lvl4pPr>
              <a:defRPr sz="1600" b="0" i="0" spc="67" baseline="0">
                <a:latin typeface="Roboto Condensed" charset="0"/>
                <a:ea typeface="Roboto Condensed" charset="0"/>
                <a:cs typeface="Roboto Condensed" charset="0"/>
              </a:defRPr>
            </a:lvl4pPr>
            <a:lvl5pPr>
              <a:defRPr sz="1600" b="0" i="0" spc="67" baseline="0">
                <a:latin typeface="Roboto Condensed" charset="0"/>
                <a:ea typeface="Roboto Condensed" charset="0"/>
                <a:cs typeface="Roboto Condensed" charset="0"/>
              </a:defRPr>
            </a:lvl5pPr>
          </a:lstStyle>
          <a:p>
            <a:pPr lvl="0"/>
            <a:r>
              <a:rPr lang="en-US" dirty="0"/>
              <a:t>CLICK TO EDIT MASTER TEXT STYLES</a:t>
            </a:r>
          </a:p>
        </p:txBody>
      </p:sp>
      <p:sp>
        <p:nvSpPr>
          <p:cNvPr id="6" name="Picture Placeholder 5"/>
          <p:cNvSpPr>
            <a:spLocks noGrp="1"/>
          </p:cNvSpPr>
          <p:nvPr>
            <p:ph type="pic" sz="quarter" idx="14"/>
          </p:nvPr>
        </p:nvSpPr>
        <p:spPr>
          <a:xfrm>
            <a:off x="617532" y="2197611"/>
            <a:ext cx="2328672" cy="2328672"/>
          </a:xfrm>
        </p:spPr>
        <p:txBody>
          <a:bodyPr/>
          <a:lstStyle>
            <a:lvl1pPr>
              <a:defRPr sz="2400"/>
            </a:lvl1pPr>
          </a:lstStyle>
          <a:p>
            <a:endParaRPr lang="en-US" dirty="0"/>
          </a:p>
        </p:txBody>
      </p:sp>
      <p:sp>
        <p:nvSpPr>
          <p:cNvPr id="13" name="Picture Placeholder 5"/>
          <p:cNvSpPr>
            <a:spLocks noGrp="1" noChangeAspect="1"/>
          </p:cNvSpPr>
          <p:nvPr>
            <p:ph type="pic" sz="quarter" idx="15"/>
          </p:nvPr>
        </p:nvSpPr>
        <p:spPr>
          <a:xfrm>
            <a:off x="3486180" y="2197611"/>
            <a:ext cx="2328672" cy="2328672"/>
          </a:xfrm>
        </p:spPr>
        <p:txBody>
          <a:bodyPr/>
          <a:lstStyle>
            <a:lvl1pPr>
              <a:defRPr sz="2400"/>
            </a:lvl1pPr>
          </a:lstStyle>
          <a:p>
            <a:endParaRPr lang="en-US" dirty="0"/>
          </a:p>
        </p:txBody>
      </p:sp>
      <p:sp>
        <p:nvSpPr>
          <p:cNvPr id="14" name="Picture Placeholder 5"/>
          <p:cNvSpPr>
            <a:spLocks noGrp="1" noChangeAspect="1"/>
          </p:cNvSpPr>
          <p:nvPr>
            <p:ph type="pic" sz="quarter" idx="16"/>
          </p:nvPr>
        </p:nvSpPr>
        <p:spPr>
          <a:xfrm>
            <a:off x="6354828" y="2197611"/>
            <a:ext cx="2328672" cy="2328672"/>
          </a:xfrm>
        </p:spPr>
        <p:txBody>
          <a:bodyPr/>
          <a:lstStyle>
            <a:lvl1pPr>
              <a:defRPr sz="2400"/>
            </a:lvl1pPr>
          </a:lstStyle>
          <a:p>
            <a:endParaRPr lang="en-US" dirty="0"/>
          </a:p>
        </p:txBody>
      </p:sp>
      <p:sp>
        <p:nvSpPr>
          <p:cNvPr id="15" name="Picture Placeholder 5"/>
          <p:cNvSpPr>
            <a:spLocks noGrp="1" noChangeAspect="1"/>
          </p:cNvSpPr>
          <p:nvPr>
            <p:ph type="pic" sz="quarter" idx="17"/>
          </p:nvPr>
        </p:nvSpPr>
        <p:spPr>
          <a:xfrm>
            <a:off x="9223475" y="2197611"/>
            <a:ext cx="2328672" cy="2328672"/>
          </a:xfrm>
        </p:spPr>
        <p:txBody>
          <a:bodyPr/>
          <a:lstStyle>
            <a:lvl1pPr>
              <a:defRPr sz="2400"/>
            </a:lvl1pPr>
          </a:lstStyle>
          <a:p>
            <a:endParaRPr lang="en-US" dirty="0"/>
          </a:p>
        </p:txBody>
      </p:sp>
      <p:sp>
        <p:nvSpPr>
          <p:cNvPr id="17" name="Title 1"/>
          <p:cNvSpPr>
            <a:spLocks noGrp="1"/>
          </p:cNvSpPr>
          <p:nvPr>
            <p:ph type="title" hasCustomPrompt="1"/>
          </p:nvPr>
        </p:nvSpPr>
        <p:spPr>
          <a:xfrm>
            <a:off x="475487" y="463296"/>
            <a:ext cx="11265408" cy="626440"/>
          </a:xfrm>
        </p:spPr>
        <p:txBody>
          <a:bodyPr lIns="91440" tIns="45720" rIns="91440" bIns="45720"/>
          <a:lstStyle>
            <a:lvl1pPr>
              <a:defRPr b="0" i="0" spc="400">
                <a:latin typeface="Amazon Ember Light" charset="0"/>
                <a:ea typeface="Amazon Ember Light" charset="0"/>
                <a:cs typeface="Amazon Ember Light" charset="0"/>
              </a:defRPr>
            </a:lvl1pPr>
          </a:lstStyle>
          <a:p>
            <a:r>
              <a:rPr lang="en-US" dirty="0"/>
              <a:t>CLICK TO EDIT MASTER TITLE STYLE</a:t>
            </a:r>
          </a:p>
        </p:txBody>
      </p:sp>
      <p:pic>
        <p:nvPicPr>
          <p:cNvPr id="18" name="Picture 17"/>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07829626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Title &amp; Content Orange">
    <p:spTree>
      <p:nvGrpSpPr>
        <p:cNvPr id="1" name=""/>
        <p:cNvGrpSpPr/>
        <p:nvPr/>
      </p:nvGrpSpPr>
      <p:grpSpPr>
        <a:xfrm>
          <a:off x="0" y="0"/>
          <a:ext cx="0" cy="0"/>
          <a:chOff x="0" y="0"/>
          <a:chExt cx="0" cy="0"/>
        </a:xfrm>
      </p:grpSpPr>
      <p:sp>
        <p:nvSpPr>
          <p:cNvPr id="10" name="TextBox 3"/>
          <p:cNvSpPr txBox="1">
            <a:spLocks noChangeArrowheads="1"/>
          </p:cNvSpPr>
          <p:nvPr userDrawn="1"/>
        </p:nvSpPr>
        <p:spPr bwMode="auto">
          <a:xfrm>
            <a:off x="510174" y="6556947"/>
            <a:ext cx="4036484" cy="14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defTabSz="457200" fontAlgn="base">
              <a:spcBef>
                <a:spcPct val="0"/>
              </a:spcBef>
              <a:spcAft>
                <a:spcPct val="0"/>
              </a:spcAft>
              <a:defRPr>
                <a:solidFill>
                  <a:schemeClr val="tx1"/>
                </a:solidFill>
                <a:latin typeface="Arial" charset="0"/>
              </a:defRPr>
            </a:lvl6pPr>
            <a:lvl7pPr marL="2971800" indent="-228600" defTabSz="457200" fontAlgn="base">
              <a:spcBef>
                <a:spcPct val="0"/>
              </a:spcBef>
              <a:spcAft>
                <a:spcPct val="0"/>
              </a:spcAft>
              <a:defRPr>
                <a:solidFill>
                  <a:schemeClr val="tx1"/>
                </a:solidFill>
                <a:latin typeface="Arial" charset="0"/>
              </a:defRPr>
            </a:lvl7pPr>
            <a:lvl8pPr marL="3429000" indent="-228600" defTabSz="457200" fontAlgn="base">
              <a:spcBef>
                <a:spcPct val="0"/>
              </a:spcBef>
              <a:spcAft>
                <a:spcPct val="0"/>
              </a:spcAft>
              <a:defRPr>
                <a:solidFill>
                  <a:schemeClr val="tx1"/>
                </a:solidFill>
                <a:latin typeface="Arial" charset="0"/>
              </a:defRPr>
            </a:lvl8pPr>
            <a:lvl9pPr marL="3886200" indent="-228600" defTabSz="457200" fontAlgn="base">
              <a:spcBef>
                <a:spcPct val="0"/>
              </a:spcBef>
              <a:spcAft>
                <a:spcPct val="0"/>
              </a:spcAft>
              <a:defRPr>
                <a:solidFill>
                  <a:schemeClr val="tx1"/>
                </a:solidFill>
                <a:latin typeface="Arial" charset="0"/>
              </a:defRPr>
            </a:lvl9pPr>
          </a:lstStyle>
          <a:p>
            <a:pPr eaLnBrk="1" hangingPunct="1"/>
            <a:r>
              <a:rPr lang="en-US" altLang="x-none" sz="933" b="0" i="0" dirty="0">
                <a:solidFill>
                  <a:srgbClr val="7F7F7F"/>
                </a:solidFill>
                <a:latin typeface="Amazon Ember" charset="0"/>
                <a:ea typeface="Amazon Ember" charset="0"/>
                <a:cs typeface="Amazon Ember" charset="0"/>
              </a:rPr>
              <a:t>© 2017, Amazon Web Services, Inc. or its Affiliates. All rights reserved.</a:t>
            </a:r>
          </a:p>
        </p:txBody>
      </p:sp>
      <p:sp>
        <p:nvSpPr>
          <p:cNvPr id="2" name="Title 1"/>
          <p:cNvSpPr>
            <a:spLocks noGrp="1"/>
          </p:cNvSpPr>
          <p:nvPr>
            <p:ph type="title" hasCustomPrompt="1"/>
          </p:nvPr>
        </p:nvSpPr>
        <p:spPr>
          <a:xfrm>
            <a:off x="475487" y="463296"/>
            <a:ext cx="11265408" cy="626440"/>
          </a:xfrm>
        </p:spPr>
        <p:txBody>
          <a:bodyPr lIns="91440" tIns="45720" rIns="91440" bIns="45720"/>
          <a:lstStyle>
            <a:lvl1pPr>
              <a:defRPr b="0" i="0" spc="400">
                <a:latin typeface="Amazon Ember Light" charset="0"/>
                <a:ea typeface="Amazon Ember Light" charset="0"/>
                <a:cs typeface="Amazon Ember Light" charset="0"/>
              </a:defRPr>
            </a:lvl1pPr>
          </a:lstStyle>
          <a:p>
            <a:r>
              <a:rPr lang="en-US" dirty="0"/>
              <a:t>CLICK TO EDIT MASTER TITLE STYLE</a:t>
            </a:r>
          </a:p>
        </p:txBody>
      </p:sp>
      <p:sp>
        <p:nvSpPr>
          <p:cNvPr id="7" name="Content Placeholder 6"/>
          <p:cNvSpPr>
            <a:spLocks noGrp="1"/>
          </p:cNvSpPr>
          <p:nvPr>
            <p:ph sz="quarter" idx="10"/>
          </p:nvPr>
        </p:nvSpPr>
        <p:spPr>
          <a:xfrm>
            <a:off x="475487" y="1304261"/>
            <a:ext cx="11265407" cy="4309729"/>
          </a:xfrm>
        </p:spPr>
        <p:txBody>
          <a:bodyPr/>
          <a:lstStyle>
            <a:lvl1pPr>
              <a:defRPr sz="1600" b="0" i="0" spc="67" baseline="0">
                <a:latin typeface="Amazon Ember" charset="0"/>
                <a:ea typeface="Amazon Ember" charset="0"/>
                <a:cs typeface="Amazon Ember" charset="0"/>
              </a:defRPr>
            </a:lvl1pPr>
            <a:lvl2pPr>
              <a:defRPr sz="1600" b="0" i="0" spc="67" baseline="0">
                <a:latin typeface="Amazon Ember" charset="0"/>
                <a:ea typeface="Amazon Ember" charset="0"/>
                <a:cs typeface="Amazon Ember" charset="0"/>
              </a:defRPr>
            </a:lvl2pPr>
            <a:lvl3pPr>
              <a:defRPr sz="1600" b="0" i="0" spc="67" baseline="0">
                <a:latin typeface="Amazon Ember" charset="0"/>
                <a:ea typeface="Amazon Ember" charset="0"/>
                <a:cs typeface="Amazon Ember" charset="0"/>
              </a:defRPr>
            </a:lvl3pPr>
            <a:lvl4pPr>
              <a:defRPr sz="1600" b="0" i="0" spc="67" baseline="0">
                <a:latin typeface="Amazon Ember" charset="0"/>
                <a:ea typeface="Amazon Ember" charset="0"/>
                <a:cs typeface="Amazon Ember" charset="0"/>
              </a:defRPr>
            </a:lvl4pPr>
            <a:lvl5pPr>
              <a:defRPr sz="1600" b="0" i="0" spc="67" baseline="0">
                <a:latin typeface="Amazon Ember" charset="0"/>
                <a:ea typeface="Amazon Ember" charset="0"/>
                <a:cs typeface="Amazon Ember"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6" name="Picture 5"/>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9975692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5DF0B29-9AD8-3F4E-B00F-6715996AE88A}"/>
              </a:ext>
            </a:extLst>
          </p:cNvPr>
          <p:cNvSpPr>
            <a:spLocks noGrp="1"/>
          </p:cNvSpPr>
          <p:nvPr>
            <p:ph type="title"/>
          </p:nvPr>
        </p:nvSpPr>
        <p:spPr>
          <a:xfrm>
            <a:off x="419100" y="365125"/>
            <a:ext cx="113538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D4DF7ED-6BC6-EE49-BB58-F5E1626AD5BF}"/>
              </a:ext>
            </a:extLst>
          </p:cNvPr>
          <p:cNvSpPr>
            <a:spLocks noGrp="1"/>
          </p:cNvSpPr>
          <p:nvPr>
            <p:ph type="body" idx="1"/>
          </p:nvPr>
        </p:nvSpPr>
        <p:spPr>
          <a:xfrm>
            <a:off x="419100" y="1825625"/>
            <a:ext cx="113538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5FCD72AE-1203-5947-A950-5866F5412B3B}"/>
              </a:ext>
            </a:extLst>
          </p:cNvPr>
          <p:cNvSpPr>
            <a:spLocks noGrp="1"/>
          </p:cNvSpPr>
          <p:nvPr>
            <p:ph type="sldNum" sz="quarter" idx="4"/>
          </p:nvPr>
        </p:nvSpPr>
        <p:spPr>
          <a:xfrm>
            <a:off x="9029700" y="6356350"/>
            <a:ext cx="2743200" cy="365125"/>
          </a:xfrm>
          <a:prstGeom prst="rect">
            <a:avLst/>
          </a:prstGeom>
        </p:spPr>
        <p:txBody>
          <a:bodyPr vert="horz" lIns="91440" tIns="45720" rIns="91440" bIns="45720" rtlCol="0" anchor="ctr"/>
          <a:lstStyle>
            <a:lvl1pPr algn="r">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fld id="{9FC43BFD-8FF7-A343-A8A6-E2338FCE8046}" type="slidenum">
              <a:rPr lang="en-US" smtClean="0"/>
              <a:t>‹#›</a:t>
            </a:fld>
            <a:endParaRPr lang="en-US" dirty="0"/>
          </a:p>
        </p:txBody>
      </p:sp>
      <p:sp>
        <p:nvSpPr>
          <p:cNvPr id="5" name="Footer Placeholder 4">
            <a:extLst>
              <a:ext uri="{FF2B5EF4-FFF2-40B4-BE49-F238E27FC236}">
                <a16:creationId xmlns:a16="http://schemas.microsoft.com/office/drawing/2014/main" id="{8D064DA9-8E78-194C-AB7B-DC01F6E01F7F}"/>
              </a:ext>
            </a:extLst>
          </p:cNvPr>
          <p:cNvSpPr>
            <a:spLocks noGrp="1"/>
          </p:cNvSpPr>
          <p:nvPr>
            <p:ph type="ftr" sz="quarter" idx="3"/>
          </p:nvPr>
        </p:nvSpPr>
        <p:spPr>
          <a:xfrm>
            <a:off x="419100" y="6356350"/>
            <a:ext cx="6871048"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2020 Amazon Web Services, Inc. or its Affiliates. All rights reserved.</a:t>
            </a:r>
            <a:endParaRPr lang="en-US" dirty="0"/>
          </a:p>
        </p:txBody>
      </p:sp>
    </p:spTree>
    <p:custDataLst>
      <p:tags r:id="rId30"/>
    </p:custDataLst>
    <p:extLst>
      <p:ext uri="{BB962C8B-B14F-4D97-AF65-F5344CB8AC3E}">
        <p14:creationId xmlns:p14="http://schemas.microsoft.com/office/powerpoint/2010/main" val="3828337332"/>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 id="2147483693" r:id="rId12"/>
    <p:sldLayoutId id="2147483694" r:id="rId13"/>
    <p:sldLayoutId id="2147483695" r:id="rId14"/>
    <p:sldLayoutId id="2147483696" r:id="rId15"/>
    <p:sldLayoutId id="2147483697" r:id="rId16"/>
    <p:sldLayoutId id="2147483698" r:id="rId17"/>
    <p:sldLayoutId id="2147483699" r:id="rId18"/>
    <p:sldLayoutId id="2147483700" r:id="rId19"/>
    <p:sldLayoutId id="2147483701" r:id="rId20"/>
    <p:sldLayoutId id="2147483702" r:id="rId21"/>
    <p:sldLayoutId id="2147483703" r:id="rId22"/>
    <p:sldLayoutId id="2147483704" r:id="rId23"/>
    <p:sldLayoutId id="2147483705" r:id="rId24"/>
    <p:sldLayoutId id="2147483673" r:id="rId25"/>
    <p:sldLayoutId id="2147483676" r:id="rId26"/>
    <p:sldLayoutId id="2147483679" r:id="rId27"/>
    <p:sldLayoutId id="2147483680" r:id="rId28"/>
  </p:sldLayoutIdLst>
  <p:hf hdr="0" dt="0"/>
  <p:txStyles>
    <p:titleStyle>
      <a:lvl1pPr algn="l" defTabSz="914400" rtl="0" eaLnBrk="1" latinLnBrk="0" hangingPunct="1">
        <a:lnSpc>
          <a:spcPct val="90000"/>
        </a:lnSpc>
        <a:spcBef>
          <a:spcPct val="0"/>
        </a:spcBef>
        <a:buNone/>
        <a:defRPr sz="4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264">
          <p15:clr>
            <a:srgbClr val="F26B43"/>
          </p15:clr>
        </p15:guide>
        <p15:guide id="4" pos="741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5.xml"/><Relationship Id="rId1" Type="http://schemas.openxmlformats.org/officeDocument/2006/relationships/tags" Target="../tags/tag27.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28.xml"/></Relationships>
</file>

<file path=ppt/slides/_rels/slide3.xml.rels><?xml version="1.0" encoding="UTF-8" standalone="yes"?>
<Relationships xmlns="http://schemas.openxmlformats.org/package/2006/relationships"><Relationship Id="rId8" Type="http://schemas.openxmlformats.org/officeDocument/2006/relationships/image" Target="../media/image18.jpg"/><Relationship Id="rId3" Type="http://schemas.openxmlformats.org/officeDocument/2006/relationships/notesSlide" Target="../notesSlides/notesSlide3.xml"/><Relationship Id="rId7" Type="http://schemas.openxmlformats.org/officeDocument/2006/relationships/image" Target="../media/image17.jpg"/><Relationship Id="rId2" Type="http://schemas.openxmlformats.org/officeDocument/2006/relationships/slideLayout" Target="../slideLayouts/slideLayout5.xml"/><Relationship Id="rId1" Type="http://schemas.openxmlformats.org/officeDocument/2006/relationships/tags" Target="../tags/tag29.xml"/><Relationship Id="rId6" Type="http://schemas.openxmlformats.org/officeDocument/2006/relationships/image" Target="../media/image16.jpg"/><Relationship Id="rId5" Type="http://schemas.openxmlformats.org/officeDocument/2006/relationships/image" Target="../media/image15.jpg"/><Relationship Id="rId4" Type="http://schemas.openxmlformats.org/officeDocument/2006/relationships/image" Target="../media/image14.jpg"/><Relationship Id="rId9" Type="http://schemas.openxmlformats.org/officeDocument/2006/relationships/image" Target="../media/image19.jp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7" Type="http://schemas.openxmlformats.org/officeDocument/2006/relationships/image" Target="../media/image22.jpg"/><Relationship Id="rId2" Type="http://schemas.openxmlformats.org/officeDocument/2006/relationships/slideLayout" Target="../slideLayouts/slideLayout5.xml"/><Relationship Id="rId1" Type="http://schemas.openxmlformats.org/officeDocument/2006/relationships/tags" Target="../tags/tag30.xml"/><Relationship Id="rId6" Type="http://schemas.openxmlformats.org/officeDocument/2006/relationships/image" Target="../media/image21.jpg"/><Relationship Id="rId5" Type="http://schemas.openxmlformats.org/officeDocument/2006/relationships/image" Target="../media/image15.jpg"/><Relationship Id="rId4" Type="http://schemas.openxmlformats.org/officeDocument/2006/relationships/image" Target="../media/image20.jp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6.xml"/><Relationship Id="rId1" Type="http://schemas.openxmlformats.org/officeDocument/2006/relationships/tags" Target="../tags/tag31.xml"/><Relationship Id="rId4" Type="http://schemas.openxmlformats.org/officeDocument/2006/relationships/image" Target="../media/image2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5.xml"/><Relationship Id="rId1" Type="http://schemas.openxmlformats.org/officeDocument/2006/relationships/tags" Target="../tags/tag3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7" Type="http://schemas.openxmlformats.org/officeDocument/2006/relationships/image" Target="../media/image15.jpg"/><Relationship Id="rId2" Type="http://schemas.openxmlformats.org/officeDocument/2006/relationships/slideLayout" Target="../slideLayouts/slideLayout5.xml"/><Relationship Id="rId1" Type="http://schemas.openxmlformats.org/officeDocument/2006/relationships/tags" Target="../tags/tag33.xml"/><Relationship Id="rId6" Type="http://schemas.openxmlformats.org/officeDocument/2006/relationships/image" Target="../media/image21.jpg"/><Relationship Id="rId5" Type="http://schemas.openxmlformats.org/officeDocument/2006/relationships/image" Target="../media/image22.jpg"/><Relationship Id="rId4" Type="http://schemas.openxmlformats.org/officeDocument/2006/relationships/image" Target="../media/image24.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7.xml"/><Relationship Id="rId1" Type="http://schemas.openxmlformats.org/officeDocument/2006/relationships/tags" Target="../tags/tag34.xml"/><Relationship Id="rId5" Type="http://schemas.openxmlformats.org/officeDocument/2006/relationships/image" Target="../media/image25.png"/><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5.xml"/><Relationship Id="rId1" Type="http://schemas.openxmlformats.org/officeDocument/2006/relationships/tags" Target="../tags/tag35.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36.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5.xml"/><Relationship Id="rId1" Type="http://schemas.openxmlformats.org/officeDocument/2006/relationships/tags" Target="../tags/tag37.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5.xml"/><Relationship Id="rId1" Type="http://schemas.openxmlformats.org/officeDocument/2006/relationships/tags" Target="../tags/tag38.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5.xml"/><Relationship Id="rId1" Type="http://schemas.openxmlformats.org/officeDocument/2006/relationships/tags" Target="../tags/tag39.xml"/><Relationship Id="rId5" Type="http://schemas.openxmlformats.org/officeDocument/2006/relationships/image" Target="../media/image27.jpg"/><Relationship Id="rId4" Type="http://schemas.openxmlformats.org/officeDocument/2006/relationships/image" Target="../media/image26.jp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5.xml"/><Relationship Id="rId1" Type="http://schemas.openxmlformats.org/officeDocument/2006/relationships/tags" Target="../tags/tag40.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5.xml"/><Relationship Id="rId1" Type="http://schemas.openxmlformats.org/officeDocument/2006/relationships/tags" Target="../tags/tag41.xml"/><Relationship Id="rId5" Type="http://schemas.openxmlformats.org/officeDocument/2006/relationships/image" Target="../media/image29.png"/><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42.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5.xml"/><Relationship Id="rId1" Type="http://schemas.openxmlformats.org/officeDocument/2006/relationships/tags" Target="../tags/tag43.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5.xml"/><Relationship Id="rId1" Type="http://schemas.openxmlformats.org/officeDocument/2006/relationships/tags" Target="../tags/tag44.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5.xml"/><Relationship Id="rId1" Type="http://schemas.openxmlformats.org/officeDocument/2006/relationships/tags" Target="../tags/tag45.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5.xml"/><Relationship Id="rId1" Type="http://schemas.openxmlformats.org/officeDocument/2006/relationships/tags" Target="../tags/tag46.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ags" Target="../tags/tag47.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5.xml"/><Relationship Id="rId1" Type="http://schemas.openxmlformats.org/officeDocument/2006/relationships/tags" Target="../tags/tag48.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5.xml"/><Relationship Id="rId1" Type="http://schemas.openxmlformats.org/officeDocument/2006/relationships/tags" Target="../tags/tag49.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3.png"/></Relationships>
</file>

<file path=ppt/slides/_rels/slide24.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notesSlide" Target="../notesSlides/notesSlide24.xml"/><Relationship Id="rId7" Type="http://schemas.openxmlformats.org/officeDocument/2006/relationships/image" Target="../media/image35.png"/><Relationship Id="rId2" Type="http://schemas.openxmlformats.org/officeDocument/2006/relationships/slideLayout" Target="../slideLayouts/slideLayout5.xml"/><Relationship Id="rId1" Type="http://schemas.openxmlformats.org/officeDocument/2006/relationships/tags" Target="../tags/tag50.xml"/><Relationship Id="rId6" Type="http://schemas.openxmlformats.org/officeDocument/2006/relationships/image" Target="../media/image29.png"/><Relationship Id="rId5" Type="http://schemas.openxmlformats.org/officeDocument/2006/relationships/image" Target="../media/image30.png"/><Relationship Id="rId4" Type="http://schemas.openxmlformats.org/officeDocument/2006/relationships/image" Target="../media/image34.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5.xml"/><Relationship Id="rId1" Type="http://schemas.openxmlformats.org/officeDocument/2006/relationships/tags" Target="../tags/tag51.xml"/><Relationship Id="rId6" Type="http://schemas.openxmlformats.org/officeDocument/2006/relationships/image" Target="../media/image34.png"/><Relationship Id="rId5" Type="http://schemas.openxmlformats.org/officeDocument/2006/relationships/image" Target="../media/image32.png"/><Relationship Id="rId4" Type="http://schemas.openxmlformats.org/officeDocument/2006/relationships/image" Target="../media/image31.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5.xml"/><Relationship Id="rId1" Type="http://schemas.openxmlformats.org/officeDocument/2006/relationships/tags" Target="../tags/tag52.xml"/><Relationship Id="rId6" Type="http://schemas.openxmlformats.org/officeDocument/2006/relationships/image" Target="../media/image34.png"/><Relationship Id="rId5" Type="http://schemas.openxmlformats.org/officeDocument/2006/relationships/image" Target="../media/image37.png"/><Relationship Id="rId4" Type="http://schemas.openxmlformats.org/officeDocument/2006/relationships/image" Target="../media/image32.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5.xml"/><Relationship Id="rId1" Type="http://schemas.openxmlformats.org/officeDocument/2006/relationships/tags" Target="../tags/tag53.xml"/><Relationship Id="rId6" Type="http://schemas.openxmlformats.org/officeDocument/2006/relationships/image" Target="../media/image34.png"/><Relationship Id="rId5" Type="http://schemas.openxmlformats.org/officeDocument/2006/relationships/image" Target="../media/image32.png"/><Relationship Id="rId4" Type="http://schemas.openxmlformats.org/officeDocument/2006/relationships/image" Target="../media/image36.png"/></Relationships>
</file>

<file path=ppt/slides/_rels/slide28.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notesSlide" Target="../notesSlides/notesSlide28.xml"/><Relationship Id="rId7" Type="http://schemas.openxmlformats.org/officeDocument/2006/relationships/image" Target="../media/image39.png"/><Relationship Id="rId2" Type="http://schemas.openxmlformats.org/officeDocument/2006/relationships/slideLayout" Target="../slideLayouts/slideLayout5.xml"/><Relationship Id="rId1" Type="http://schemas.openxmlformats.org/officeDocument/2006/relationships/tags" Target="../tags/tag54.xml"/><Relationship Id="rId6" Type="http://schemas.openxmlformats.org/officeDocument/2006/relationships/image" Target="../media/image38.png"/><Relationship Id="rId11" Type="http://schemas.openxmlformats.org/officeDocument/2006/relationships/image" Target="../media/image42.png"/><Relationship Id="rId5" Type="http://schemas.openxmlformats.org/officeDocument/2006/relationships/image" Target="../media/image34.png"/><Relationship Id="rId10" Type="http://schemas.openxmlformats.org/officeDocument/2006/relationships/image" Target="../media/image41.png"/><Relationship Id="rId4" Type="http://schemas.openxmlformats.org/officeDocument/2006/relationships/image" Target="../media/image32.png"/><Relationship Id="rId9" Type="http://schemas.openxmlformats.org/officeDocument/2006/relationships/image" Target="../media/image40.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5.xml"/><Relationship Id="rId1" Type="http://schemas.openxmlformats.org/officeDocument/2006/relationships/tags" Target="../tags/tag55.xml"/><Relationship Id="rId6" Type="http://schemas.openxmlformats.org/officeDocument/2006/relationships/image" Target="../media/image43.png"/><Relationship Id="rId5" Type="http://schemas.openxmlformats.org/officeDocument/2006/relationships/image" Target="../media/image39.png"/><Relationship Id="rId4" Type="http://schemas.openxmlformats.org/officeDocument/2006/relationships/image" Target="../media/image15.jp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7" Type="http://schemas.openxmlformats.org/officeDocument/2006/relationships/image" Target="../media/image35.png"/><Relationship Id="rId2" Type="http://schemas.openxmlformats.org/officeDocument/2006/relationships/slideLayout" Target="../slideLayouts/slideLayout5.xml"/><Relationship Id="rId1" Type="http://schemas.openxmlformats.org/officeDocument/2006/relationships/tags" Target="../tags/tag56.xml"/><Relationship Id="rId6" Type="http://schemas.openxmlformats.org/officeDocument/2006/relationships/image" Target="../media/image30.png"/><Relationship Id="rId5" Type="http://schemas.openxmlformats.org/officeDocument/2006/relationships/image" Target="../media/image36.png"/><Relationship Id="rId4" Type="http://schemas.openxmlformats.org/officeDocument/2006/relationships/image" Target="../media/image34.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tags" Target="../tags/tag57.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5.xml"/><Relationship Id="rId1" Type="http://schemas.openxmlformats.org/officeDocument/2006/relationships/tags" Target="../tags/tag58.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tags" Target="../tags/tag59.xml"/></Relationships>
</file>

<file path=ppt/slides/_rels/slide34.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notesSlide" Target="../notesSlides/notesSlide34.xml"/><Relationship Id="rId7" Type="http://schemas.openxmlformats.org/officeDocument/2006/relationships/image" Target="../media/image38.png"/><Relationship Id="rId2" Type="http://schemas.openxmlformats.org/officeDocument/2006/relationships/slideLayout" Target="../slideLayouts/slideLayout5.xml"/><Relationship Id="rId1" Type="http://schemas.openxmlformats.org/officeDocument/2006/relationships/tags" Target="../tags/tag60.xml"/><Relationship Id="rId6" Type="http://schemas.openxmlformats.org/officeDocument/2006/relationships/image" Target="../media/image37.png"/><Relationship Id="rId5" Type="http://schemas.openxmlformats.org/officeDocument/2006/relationships/image" Target="../media/image44.png"/><Relationship Id="rId4" Type="http://schemas.openxmlformats.org/officeDocument/2006/relationships/image" Target="../media/image24.png"/><Relationship Id="rId9" Type="http://schemas.openxmlformats.org/officeDocument/2006/relationships/image" Target="../media/image26.jp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5.xml"/><Relationship Id="rId1" Type="http://schemas.openxmlformats.org/officeDocument/2006/relationships/tags" Target="../tags/tag61.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2.xml"/><Relationship Id="rId1" Type="http://schemas.openxmlformats.org/officeDocument/2006/relationships/tags" Target="../tags/tag62.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tags" Target="../tags/tag63.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5.xml"/><Relationship Id="rId1" Type="http://schemas.openxmlformats.org/officeDocument/2006/relationships/tags" Target="../tags/tag64.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5.xml"/><Relationship Id="rId1" Type="http://schemas.openxmlformats.org/officeDocument/2006/relationships/tags" Target="../tags/tag6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Module overview</a:t>
            </a:r>
          </a:p>
        </p:txBody>
      </p:sp>
      <p:sp>
        <p:nvSpPr>
          <p:cNvPr id="3" name="Content Placeholder 2"/>
          <p:cNvSpPr>
            <a:spLocks noGrp="1"/>
          </p:cNvSpPr>
          <p:nvPr>
            <p:ph idx="1"/>
          </p:nvPr>
        </p:nvSpPr>
        <p:spPr/>
        <p:txBody>
          <a:bodyPr/>
          <a:lstStyle/>
          <a:p>
            <a:r>
              <a:rPr lang="en-US" dirty="0"/>
              <a:t> Why </a:t>
            </a:r>
            <a:r>
              <a:rPr lang="en-US" dirty="0">
                <a:solidFill>
                  <a:srgbClr val="000000"/>
                </a:solidFill>
              </a:rPr>
              <a:t>containers</a:t>
            </a:r>
            <a:r>
              <a:rPr lang="en-US" dirty="0"/>
              <a:t>?</a:t>
            </a:r>
          </a:p>
          <a:p>
            <a:r>
              <a:rPr lang="en-US" dirty="0"/>
              <a:t> Introduction to Docker </a:t>
            </a:r>
            <a:r>
              <a:rPr lang="en-US" dirty="0">
                <a:solidFill>
                  <a:srgbClr val="000000"/>
                </a:solidFill>
              </a:rPr>
              <a:t>containers</a:t>
            </a:r>
            <a:endParaRPr lang="en-US" dirty="0">
              <a:solidFill>
                <a:srgbClr val="000000"/>
              </a:solidFill>
              <a:latin typeface="Amazon Ember Light" panose="020B0403020204020204"/>
            </a:endParaRPr>
          </a:p>
          <a:p>
            <a:r>
              <a:rPr lang="en-US" dirty="0"/>
              <a:t> Getting started with Docker</a:t>
            </a:r>
          </a:p>
          <a:p>
            <a:r>
              <a:rPr lang="en-US" dirty="0"/>
              <a:t> Introduction to Amazon </a:t>
            </a:r>
            <a:r>
              <a:rPr lang="en-US" dirty="0">
                <a:solidFill>
                  <a:srgbClr val="000000"/>
                </a:solidFill>
              </a:rPr>
              <a:t>Container</a:t>
            </a:r>
            <a:r>
              <a:rPr lang="en-US" dirty="0"/>
              <a:t> </a:t>
            </a:r>
            <a:r>
              <a:rPr lang="en-US" dirty="0">
                <a:solidFill>
                  <a:srgbClr val="000000"/>
                </a:solidFill>
              </a:rPr>
              <a:t>Services</a:t>
            </a:r>
            <a:endParaRPr lang="en-US" dirty="0">
              <a:solidFill>
                <a:srgbClr val="000000"/>
              </a:solidFill>
              <a:latin typeface="Amazon Ember Light" panose="020B0403020204020204"/>
            </a:endParaRPr>
          </a:p>
          <a:p>
            <a:r>
              <a:rPr lang="en-US" dirty="0"/>
              <a:t> Wrap-up</a:t>
            </a:r>
          </a:p>
          <a:p>
            <a:endParaRPr lang="en-US" dirty="0"/>
          </a:p>
          <a:p>
            <a:pPr marL="0" indent="0">
              <a:buNone/>
            </a:pPr>
            <a:r>
              <a:rPr lang="en-US" dirty="0"/>
              <a:t>Lab</a:t>
            </a:r>
          </a:p>
          <a:p>
            <a:r>
              <a:rPr lang="en-US" dirty="0"/>
              <a:t> Working with Docker </a:t>
            </a:r>
            <a:r>
              <a:rPr lang="en-US" dirty="0">
                <a:solidFill>
                  <a:srgbClr val="000000"/>
                </a:solidFill>
              </a:rPr>
              <a:t>containers</a:t>
            </a:r>
            <a:endParaRPr lang="en-US" dirty="0">
              <a:solidFill>
                <a:srgbClr val="000000"/>
              </a:solidFill>
              <a:latin typeface="Amazon Ember Light" panose="020B0403020204020204"/>
            </a:endParaRPr>
          </a:p>
          <a:p>
            <a:pPr marL="0" indent="0">
              <a:buNone/>
            </a:pPr>
            <a:endParaRPr lang="en-US" dirty="0"/>
          </a:p>
          <a:p>
            <a:endParaRPr lang="en-US" dirty="0"/>
          </a:p>
          <a:p>
            <a:endParaRPr lang="en-US" dirty="0"/>
          </a:p>
          <a:p>
            <a:endParaRPr lang="en-US" dirty="0"/>
          </a:p>
        </p:txBody>
      </p:sp>
      <p:sp>
        <p:nvSpPr>
          <p:cNvPr id="4" name="Slide Number Placeholder 3"/>
          <p:cNvSpPr>
            <a:spLocks noGrp="1"/>
          </p:cNvSpPr>
          <p:nvPr>
            <p:ph type="sldNum" sz="quarter" idx="12"/>
          </p:nvPr>
        </p:nvSpPr>
        <p:spPr/>
        <p:txBody>
          <a:bodyPr/>
          <a:lstStyle/>
          <a:p>
            <a:fld id="{9FC43BFD-8FF7-A343-A8A6-E2338FCE8046}" type="slidenum">
              <a:rPr lang="en-US" smtClean="0"/>
              <a:pPr/>
              <a:t>1</a:t>
            </a:fld>
            <a:endParaRPr lang="en-US" dirty="0"/>
          </a:p>
        </p:txBody>
      </p:sp>
      <p:sp>
        <p:nvSpPr>
          <p:cNvPr id="6" name="Rounded Rectangle 5"/>
          <p:cNvSpPr/>
          <p:nvPr/>
        </p:nvSpPr>
        <p:spPr>
          <a:xfrm>
            <a:off x="9982200" y="5416745"/>
            <a:ext cx="1848473" cy="730327"/>
          </a:xfrm>
          <a:prstGeom prst="roundRect">
            <a:avLst/>
          </a:prstGeom>
          <a:ln>
            <a:noFill/>
          </a:ln>
        </p:spPr>
        <p:style>
          <a:lnRef idx="1">
            <a:schemeClr val="dk1"/>
          </a:lnRef>
          <a:fillRef idx="3">
            <a:schemeClr val="dk1"/>
          </a:fillRef>
          <a:effectRef idx="2">
            <a:schemeClr val="dk1"/>
          </a:effectRef>
          <a:fontRef idx="minor">
            <a:schemeClr val="lt1"/>
          </a:fontRef>
        </p:style>
        <p:txBody>
          <a:bodyPr rot="0" spcFirstLastPara="0" vert="horz" wrap="square" lIns="121920" tIns="60960" rIns="121920" bIns="6096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400" dirty="0">
                <a:latin typeface="Amazon Ember" charset="0"/>
              </a:rPr>
              <a:t>Labs</a:t>
            </a:r>
          </a:p>
        </p:txBody>
      </p:sp>
      <p:sp>
        <p:nvSpPr>
          <p:cNvPr id="8" name="Footer Placeholder 7"/>
          <p:cNvSpPr>
            <a:spLocks noGrp="1"/>
          </p:cNvSpPr>
          <p:nvPr>
            <p:ph type="ftr" sz="quarter" idx="3"/>
          </p:nvPr>
        </p:nvSpPr>
        <p:spPr/>
        <p:txBody>
          <a:bodyPr/>
          <a:lstStyle/>
          <a:p>
            <a:r>
              <a:rPr lang="en-US"/>
              <a:t>© 2020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33277764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Why </a:t>
            </a:r>
            <a:r>
              <a:rPr lang="en-US" dirty="0">
                <a:solidFill>
                  <a:srgbClr val="FFFFFF"/>
                </a:solidFill>
              </a:rPr>
              <a:t>containers</a:t>
            </a:r>
            <a:r>
              <a:rPr lang="en-US" dirty="0"/>
              <a:t>?</a:t>
            </a:r>
          </a:p>
        </p:txBody>
      </p:sp>
      <p:sp>
        <p:nvSpPr>
          <p:cNvPr id="3" name="Slide Number Placeholder 2"/>
          <p:cNvSpPr>
            <a:spLocks noGrp="1"/>
          </p:cNvSpPr>
          <p:nvPr>
            <p:ph type="sldNum" sz="quarter" idx="4294967295"/>
          </p:nvPr>
        </p:nvSpPr>
        <p:spPr>
          <a:xfrm>
            <a:off x="9448800" y="6356350"/>
            <a:ext cx="2743200" cy="365125"/>
          </a:xfrm>
        </p:spPr>
        <p:txBody>
          <a:bodyPr/>
          <a:lstStyle/>
          <a:p>
            <a:fld id="{9FC43BFD-8FF7-A343-A8A6-E2338FCE8046}" type="slidenum">
              <a:rPr lang="en-US" smtClean="0"/>
              <a:pPr/>
              <a:t>2</a:t>
            </a:fld>
            <a:endParaRPr lang="en-US" dirty="0"/>
          </a:p>
        </p:txBody>
      </p:sp>
      <p:sp>
        <p:nvSpPr>
          <p:cNvPr id="5" name="Footer Placeholder 4"/>
          <p:cNvSpPr>
            <a:spLocks noGrp="1"/>
          </p:cNvSpPr>
          <p:nvPr>
            <p:ph type="ftr" sz="quarter" idx="3"/>
          </p:nvPr>
        </p:nvSpPr>
        <p:spPr/>
        <p:txBody>
          <a:bodyPr/>
          <a:lstStyle/>
          <a:p>
            <a:r>
              <a:rPr lang="en-US"/>
              <a:t>© 2020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34849252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28826" y="2429709"/>
            <a:ext cx="1371600" cy="1371600"/>
          </a:xfrm>
          <a:prstGeom prst="rect">
            <a:avLst/>
          </a:prstGeom>
        </p:spPr>
      </p:pic>
      <p:pic>
        <p:nvPicPr>
          <p:cNvPr id="7" name="Picture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97691" y="2429709"/>
            <a:ext cx="1364776" cy="1371600"/>
          </a:xfrm>
          <a:prstGeom prst="rect">
            <a:avLst/>
          </a:prstGeom>
        </p:spPr>
      </p:pic>
      <p:pic>
        <p:nvPicPr>
          <p:cNvPr id="8" name="Picture 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786175" y="2429709"/>
            <a:ext cx="1371600" cy="1371600"/>
          </a:xfrm>
          <a:prstGeom prst="rect">
            <a:avLst/>
          </a:prstGeom>
        </p:spPr>
      </p:pic>
      <p:pic>
        <p:nvPicPr>
          <p:cNvPr id="9" name="Picture 8"/>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931055" y="2429709"/>
            <a:ext cx="1371600" cy="1371600"/>
          </a:xfrm>
          <a:prstGeom prst="rect">
            <a:avLst/>
          </a:prstGeom>
        </p:spPr>
      </p:pic>
      <p:pic>
        <p:nvPicPr>
          <p:cNvPr id="10" name="Picture 9"/>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560486" y="2429709"/>
            <a:ext cx="1364776" cy="1371600"/>
          </a:xfrm>
          <a:prstGeom prst="rect">
            <a:avLst/>
          </a:prstGeom>
        </p:spPr>
      </p:pic>
      <p:pic>
        <p:nvPicPr>
          <p:cNvPr id="11" name="Picture 10"/>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258630" y="2429709"/>
            <a:ext cx="1371600" cy="1371600"/>
          </a:xfrm>
          <a:prstGeom prst="rect">
            <a:avLst/>
          </a:prstGeom>
        </p:spPr>
      </p:pic>
      <p:sp>
        <p:nvSpPr>
          <p:cNvPr id="6" name="Title 5"/>
          <p:cNvSpPr>
            <a:spLocks noGrp="1"/>
          </p:cNvSpPr>
          <p:nvPr>
            <p:ph type="title"/>
          </p:nvPr>
        </p:nvSpPr>
        <p:spPr/>
        <p:txBody>
          <a:bodyPr>
            <a:noAutofit/>
          </a:bodyPr>
          <a:lstStyle/>
          <a:p>
            <a:r>
              <a:rPr lang="en-US" dirty="0"/>
              <a:t>Software development </a:t>
            </a:r>
            <a:r>
              <a:rPr lang="en-US" dirty="0">
                <a:solidFill>
                  <a:srgbClr val="FFFFFF"/>
                </a:solidFill>
              </a:rPr>
              <a:t>lifecycle</a:t>
            </a:r>
            <a:endParaRPr lang="en-US" dirty="0">
              <a:solidFill>
                <a:srgbClr val="FFFFFF"/>
              </a:solidFill>
              <a:latin typeface="Amazon Ember Light" panose="020B0403020204020204"/>
            </a:endParaRPr>
          </a:p>
        </p:txBody>
      </p:sp>
      <p:sp>
        <p:nvSpPr>
          <p:cNvPr id="2" name="Slide Number Placeholder 1"/>
          <p:cNvSpPr>
            <a:spLocks noGrp="1"/>
          </p:cNvSpPr>
          <p:nvPr>
            <p:ph type="sldNum" sz="quarter" idx="12"/>
          </p:nvPr>
        </p:nvSpPr>
        <p:spPr/>
        <p:txBody>
          <a:bodyPr/>
          <a:lstStyle/>
          <a:p>
            <a:fld id="{9FC43BFD-8FF7-A343-A8A6-E2338FCE8046}" type="slidenum">
              <a:rPr lang="en-US" smtClean="0"/>
              <a:pPr/>
              <a:t>3</a:t>
            </a:fld>
            <a:endParaRPr lang="en-US" dirty="0"/>
          </a:p>
        </p:txBody>
      </p:sp>
      <p:sp>
        <p:nvSpPr>
          <p:cNvPr id="58" name="TextBox 57"/>
          <p:cNvSpPr txBox="1"/>
          <p:nvPr/>
        </p:nvSpPr>
        <p:spPr>
          <a:xfrm>
            <a:off x="2292328" y="3908608"/>
            <a:ext cx="1644597" cy="338553"/>
          </a:xfrm>
          <a:prstGeom prst="rect">
            <a:avLst/>
          </a:prstGeom>
          <a:noFill/>
        </p:spPr>
        <p:txBody>
          <a:bodyPr wrap="square" rtlCol="0">
            <a:spAutoFit/>
          </a:bodyPr>
          <a:lstStyle/>
          <a:p>
            <a:pPr algn="ctr"/>
            <a:r>
              <a:rPr lang="en-US" sz="1600" dirty="0">
                <a:latin typeface="Amazon Ember" panose="02000000000000000000" pitchFamily="2" charset="0"/>
                <a:ea typeface="Amazon Ember" panose="02000000000000000000" pitchFamily="2" charset="0"/>
                <a:cs typeface="Amazon Ember" charset="0"/>
              </a:rPr>
              <a:t>Code repository</a:t>
            </a:r>
          </a:p>
        </p:txBody>
      </p:sp>
      <p:sp>
        <p:nvSpPr>
          <p:cNvPr id="59" name="TextBox 58"/>
          <p:cNvSpPr txBox="1"/>
          <p:nvPr/>
        </p:nvSpPr>
        <p:spPr>
          <a:xfrm>
            <a:off x="4122132" y="3908608"/>
            <a:ext cx="1644597" cy="584775"/>
          </a:xfrm>
          <a:prstGeom prst="rect">
            <a:avLst/>
          </a:prstGeom>
          <a:noFill/>
        </p:spPr>
        <p:txBody>
          <a:bodyPr wrap="square" rtlCol="0">
            <a:spAutoFit/>
          </a:bodyPr>
          <a:lstStyle/>
          <a:p>
            <a:pPr algn="ctr"/>
            <a:r>
              <a:rPr lang="en-US" sz="1600" dirty="0">
                <a:latin typeface="Amazon Ember" panose="02000000000000000000" pitchFamily="2" charset="0"/>
                <a:ea typeface="Amazon Ember" panose="02000000000000000000" pitchFamily="2" charset="0"/>
                <a:cs typeface="Amazon Ember" charset="0"/>
              </a:rPr>
              <a:t>Build </a:t>
            </a:r>
            <a:r>
              <a:rPr lang="en-US" sz="1600" dirty="0">
                <a:solidFill>
                  <a:srgbClr val="000000"/>
                </a:solidFill>
                <a:latin typeface="Amazon Ember" panose="02000000000000000000" pitchFamily="2" charset="0"/>
                <a:ea typeface="Amazon Ember" panose="02000000000000000000" pitchFamily="2" charset="0"/>
                <a:cs typeface="Amazon Ember" charset="0"/>
              </a:rPr>
              <a:t>environment</a:t>
            </a:r>
            <a:endParaRPr lang="en-US" sz="1600" dirty="0">
              <a:solidFill>
                <a:srgbClr val="000000"/>
              </a:solidFill>
              <a:latin typeface="Amazon Ember" panose="02000000000000000000"/>
              <a:ea typeface="Amazon Ember" panose="02000000000000000000" pitchFamily="2" charset="0"/>
              <a:cs typeface="Amazon Ember" charset="0"/>
            </a:endParaRPr>
          </a:p>
        </p:txBody>
      </p:sp>
      <p:sp>
        <p:nvSpPr>
          <p:cNvPr id="60" name="TextBox 59"/>
          <p:cNvSpPr txBox="1"/>
          <p:nvPr/>
        </p:nvSpPr>
        <p:spPr>
          <a:xfrm>
            <a:off x="7649677" y="3908608"/>
            <a:ext cx="1644597" cy="584775"/>
          </a:xfrm>
          <a:prstGeom prst="rect">
            <a:avLst/>
          </a:prstGeom>
          <a:noFill/>
        </p:spPr>
        <p:txBody>
          <a:bodyPr wrap="square" rtlCol="0">
            <a:spAutoFit/>
          </a:bodyPr>
          <a:lstStyle/>
          <a:p>
            <a:pPr algn="ctr"/>
            <a:r>
              <a:rPr lang="en-US" sz="1600" dirty="0">
                <a:latin typeface="Amazon Ember" panose="02000000000000000000" pitchFamily="2" charset="0"/>
                <a:ea typeface="Amazon Ember" panose="02000000000000000000" pitchFamily="2" charset="0"/>
                <a:cs typeface="Amazon Ember" charset="0"/>
              </a:rPr>
              <a:t>Test environment</a:t>
            </a:r>
          </a:p>
        </p:txBody>
      </p:sp>
      <p:sp>
        <p:nvSpPr>
          <p:cNvPr id="61" name="TextBox 60"/>
          <p:cNvSpPr txBox="1"/>
          <p:nvPr/>
        </p:nvSpPr>
        <p:spPr>
          <a:xfrm>
            <a:off x="9420576" y="3908608"/>
            <a:ext cx="1644597" cy="584775"/>
          </a:xfrm>
          <a:prstGeom prst="rect">
            <a:avLst/>
          </a:prstGeom>
          <a:noFill/>
        </p:spPr>
        <p:txBody>
          <a:bodyPr wrap="square" rtlCol="0">
            <a:spAutoFit/>
          </a:bodyPr>
          <a:lstStyle/>
          <a:p>
            <a:pPr algn="ctr"/>
            <a:r>
              <a:rPr lang="en-US" sz="1600" dirty="0">
                <a:latin typeface="Amazon Ember" panose="02000000000000000000" pitchFamily="2" charset="0"/>
                <a:ea typeface="Amazon Ember" panose="02000000000000000000" pitchFamily="2" charset="0"/>
                <a:cs typeface="Amazon Ember" charset="0"/>
              </a:rPr>
              <a:t>Deployment environment</a:t>
            </a:r>
          </a:p>
        </p:txBody>
      </p:sp>
      <p:sp>
        <p:nvSpPr>
          <p:cNvPr id="62" name="TextBox 61"/>
          <p:cNvSpPr txBox="1"/>
          <p:nvPr/>
        </p:nvSpPr>
        <p:spPr>
          <a:xfrm>
            <a:off x="557781" y="3908608"/>
            <a:ext cx="1644597" cy="338553"/>
          </a:xfrm>
          <a:prstGeom prst="rect">
            <a:avLst/>
          </a:prstGeom>
          <a:noFill/>
        </p:spPr>
        <p:txBody>
          <a:bodyPr wrap="square" rtlCol="0">
            <a:spAutoFit/>
          </a:bodyPr>
          <a:lstStyle/>
          <a:p>
            <a:pPr algn="ctr"/>
            <a:r>
              <a:rPr lang="en-US" sz="1600" dirty="0">
                <a:latin typeface="Amazon Ember" panose="02000000000000000000" pitchFamily="2" charset="0"/>
                <a:ea typeface="Amazon Ember" panose="02000000000000000000" pitchFamily="2" charset="0"/>
                <a:cs typeface="Amazon Ember" charset="0"/>
              </a:rPr>
              <a:t>Source code</a:t>
            </a:r>
          </a:p>
        </p:txBody>
      </p:sp>
      <p:sp>
        <p:nvSpPr>
          <p:cNvPr id="35" name="TextBox 34"/>
          <p:cNvSpPr txBox="1"/>
          <p:nvPr/>
        </p:nvSpPr>
        <p:spPr>
          <a:xfrm>
            <a:off x="6003112" y="3908608"/>
            <a:ext cx="1227487" cy="584775"/>
          </a:xfrm>
          <a:prstGeom prst="rect">
            <a:avLst/>
          </a:prstGeom>
          <a:noFill/>
        </p:spPr>
        <p:txBody>
          <a:bodyPr wrap="square" rtlCol="0">
            <a:spAutoFit/>
          </a:bodyPr>
          <a:lstStyle/>
          <a:p>
            <a:pPr algn="ctr"/>
            <a:r>
              <a:rPr lang="en-US" sz="1600">
                <a:solidFill>
                  <a:srgbClr val="000000"/>
                </a:solidFill>
                <a:latin typeface="Amazon Ember" panose="02000000000000000000" pitchFamily="2" charset="0"/>
                <a:ea typeface="Amazon Ember" panose="02000000000000000000" pitchFamily="2" charset="0"/>
                <a:cs typeface="Amazon Ember" charset="0"/>
              </a:rPr>
              <a:t>Artifact</a:t>
            </a:r>
            <a:endParaRPr lang="en-US" sz="1600" dirty="0">
              <a:solidFill>
                <a:srgbClr val="000000"/>
              </a:solidFill>
              <a:latin typeface="Amazon Ember" panose="02000000000000000000"/>
              <a:ea typeface="Amazon Ember" panose="02000000000000000000" pitchFamily="2" charset="0"/>
              <a:cs typeface="Amazon Ember" charset="0"/>
            </a:endParaRPr>
          </a:p>
          <a:p>
            <a:pPr algn="ctr"/>
            <a:r>
              <a:rPr lang="en-US" sz="1600">
                <a:solidFill>
                  <a:srgbClr val="000000"/>
                </a:solidFill>
                <a:latin typeface="Amazon Ember" panose="02000000000000000000" pitchFamily="2" charset="0"/>
                <a:ea typeface="Amazon Ember" panose="02000000000000000000" pitchFamily="2" charset="0"/>
                <a:cs typeface="Amazon Ember" charset="0"/>
              </a:rPr>
              <a:t>repository</a:t>
            </a:r>
            <a:endParaRPr lang="en-US" sz="1600" dirty="0">
              <a:solidFill>
                <a:srgbClr val="000000"/>
              </a:solidFill>
              <a:latin typeface="Amazon Ember" panose="02000000000000000000"/>
              <a:ea typeface="Amazon Ember" panose="02000000000000000000" pitchFamily="2" charset="0"/>
              <a:cs typeface="Amazon Ember" charset="0"/>
            </a:endParaRPr>
          </a:p>
        </p:txBody>
      </p:sp>
      <p:sp>
        <p:nvSpPr>
          <p:cNvPr id="3" name="Footer Placeholder 2"/>
          <p:cNvSpPr>
            <a:spLocks noGrp="1"/>
          </p:cNvSpPr>
          <p:nvPr>
            <p:ph type="ftr" sz="quarter" idx="3"/>
          </p:nvPr>
        </p:nvSpPr>
        <p:spPr/>
        <p:txBody>
          <a:bodyPr/>
          <a:lstStyle/>
          <a:p>
            <a:r>
              <a:rPr lang="en-US"/>
              <a:t>© 2020 Amazon Web Services, Inc. or its Affiliates. All rights reserved.</a:t>
            </a:r>
            <a:endParaRPr lang="en-US" dirty="0"/>
          </a:p>
        </p:txBody>
      </p:sp>
      <p:cxnSp>
        <p:nvCxnSpPr>
          <p:cNvPr id="18" name="Straight Arrow Connector 17"/>
          <p:cNvCxnSpPr/>
          <p:nvPr/>
        </p:nvCxnSpPr>
        <p:spPr>
          <a:xfrm>
            <a:off x="1883129" y="3115509"/>
            <a:ext cx="785326" cy="0"/>
          </a:xfrm>
          <a:prstGeom prst="straightConnector1">
            <a:avLst/>
          </a:prstGeom>
          <a:ln w="12700">
            <a:tailEnd type="arrow" w="med" len="sm"/>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p:nvPr/>
        </p:nvCxnSpPr>
        <p:spPr>
          <a:xfrm>
            <a:off x="3552188" y="3115509"/>
            <a:ext cx="751564" cy="0"/>
          </a:xfrm>
          <a:prstGeom prst="straightConnector1">
            <a:avLst/>
          </a:prstGeom>
          <a:ln w="12700">
            <a:tailEnd type="arrow" w="med" len="sm"/>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a:stCxn id="11" idx="3"/>
            <a:endCxn id="9" idx="1"/>
          </p:cNvCxnSpPr>
          <p:nvPr/>
        </p:nvCxnSpPr>
        <p:spPr>
          <a:xfrm>
            <a:off x="5598643" y="3115509"/>
            <a:ext cx="363999" cy="0"/>
          </a:xfrm>
          <a:prstGeom prst="straightConnector1">
            <a:avLst/>
          </a:prstGeom>
          <a:ln w="12700">
            <a:tailEnd type="arrow" w="med" len="sm"/>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p:nvPr/>
        </p:nvCxnSpPr>
        <p:spPr>
          <a:xfrm>
            <a:off x="7036710" y="3115509"/>
            <a:ext cx="1009155" cy="0"/>
          </a:xfrm>
          <a:prstGeom prst="straightConnector1">
            <a:avLst/>
          </a:prstGeom>
          <a:ln w="12700">
            <a:tailEnd type="arrow" w="med" len="sm"/>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p:nvPr/>
        </p:nvCxnSpPr>
        <p:spPr>
          <a:xfrm>
            <a:off x="8878836" y="3115509"/>
            <a:ext cx="835514" cy="0"/>
          </a:xfrm>
          <a:prstGeom prst="straightConnector1">
            <a:avLst/>
          </a:prstGeom>
          <a:ln w="12700">
            <a:tailEnd type="arrow" w="med" len="sm"/>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25095268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64719" y="4148714"/>
            <a:ext cx="1371600" cy="1371600"/>
          </a:xfrm>
          <a:prstGeom prst="rect">
            <a:avLst/>
          </a:prstGeom>
        </p:spPr>
      </p:pic>
      <p:pic>
        <p:nvPicPr>
          <p:cNvPr id="12" name="Picture 1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68131" y="2044311"/>
            <a:ext cx="1364776" cy="1371600"/>
          </a:xfrm>
          <a:prstGeom prst="rect">
            <a:avLst/>
          </a:prstGeom>
        </p:spPr>
      </p:pic>
      <p:pic>
        <p:nvPicPr>
          <p:cNvPr id="13" name="Picture 1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174894" y="4148714"/>
            <a:ext cx="1371600" cy="1371600"/>
          </a:xfrm>
          <a:prstGeom prst="rect">
            <a:avLst/>
          </a:prstGeom>
        </p:spPr>
      </p:pic>
      <p:pic>
        <p:nvPicPr>
          <p:cNvPr id="14" name="Picture 13"/>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174894" y="2044311"/>
            <a:ext cx="1364776" cy="1371600"/>
          </a:xfrm>
          <a:prstGeom prst="rect">
            <a:avLst/>
          </a:prstGeom>
        </p:spPr>
      </p:pic>
      <p:sp>
        <p:nvSpPr>
          <p:cNvPr id="6" name="Title 5"/>
          <p:cNvSpPr>
            <a:spLocks noGrp="1"/>
          </p:cNvSpPr>
          <p:nvPr>
            <p:ph type="title"/>
          </p:nvPr>
        </p:nvSpPr>
        <p:spPr/>
        <p:txBody>
          <a:bodyPr>
            <a:noAutofit/>
          </a:bodyPr>
          <a:lstStyle/>
          <a:p>
            <a:r>
              <a:rPr lang="en-US" dirty="0">
                <a:solidFill>
                  <a:srgbClr val="FFFFFF"/>
                </a:solidFill>
              </a:rPr>
              <a:t>Application</a:t>
            </a:r>
            <a:r>
              <a:rPr lang="en-US" dirty="0"/>
              <a:t> </a:t>
            </a:r>
            <a:r>
              <a:rPr lang="en-US" dirty="0">
                <a:solidFill>
                  <a:srgbClr val="FFFFFF"/>
                </a:solidFill>
              </a:rPr>
              <a:t>environment</a:t>
            </a:r>
            <a:r>
              <a:rPr lang="en-US" dirty="0"/>
              <a:t> components</a:t>
            </a:r>
          </a:p>
        </p:txBody>
      </p:sp>
      <p:sp>
        <p:nvSpPr>
          <p:cNvPr id="2" name="Slide Number Placeholder 1"/>
          <p:cNvSpPr>
            <a:spLocks noGrp="1"/>
          </p:cNvSpPr>
          <p:nvPr>
            <p:ph type="sldNum" sz="quarter" idx="12"/>
          </p:nvPr>
        </p:nvSpPr>
        <p:spPr/>
        <p:txBody>
          <a:bodyPr/>
          <a:lstStyle/>
          <a:p>
            <a:fld id="{9FC43BFD-8FF7-A343-A8A6-E2338FCE8046}" type="slidenum">
              <a:rPr lang="en-US" smtClean="0"/>
              <a:pPr/>
              <a:t>4</a:t>
            </a:fld>
            <a:endParaRPr lang="en-US" dirty="0"/>
          </a:p>
        </p:txBody>
      </p:sp>
      <p:sp>
        <p:nvSpPr>
          <p:cNvPr id="9" name="TextBox 8"/>
          <p:cNvSpPr txBox="1"/>
          <p:nvPr/>
        </p:nvSpPr>
        <p:spPr>
          <a:xfrm>
            <a:off x="1738439" y="2499279"/>
            <a:ext cx="2497649" cy="461665"/>
          </a:xfrm>
          <a:prstGeom prst="rect">
            <a:avLst/>
          </a:prstGeom>
          <a:noFill/>
        </p:spPr>
        <p:txBody>
          <a:bodyPr wrap="square" rtlCol="0">
            <a:spAutoFit/>
          </a:bodyPr>
          <a:lstStyle/>
          <a:p>
            <a:pPr algn="ctr"/>
            <a:r>
              <a:rPr lang="en-US" sz="2400" dirty="0">
                <a:latin typeface="Amazon Ember" panose="02000000000000000000" pitchFamily="2" charset="0"/>
                <a:ea typeface="Amazon Ember" panose="02000000000000000000" pitchFamily="2" charset="0"/>
              </a:rPr>
              <a:t>Runtime Engine</a:t>
            </a:r>
          </a:p>
        </p:txBody>
      </p:sp>
      <p:sp>
        <p:nvSpPr>
          <p:cNvPr id="10" name="TextBox 9"/>
          <p:cNvSpPr txBox="1"/>
          <p:nvPr/>
        </p:nvSpPr>
        <p:spPr>
          <a:xfrm>
            <a:off x="7596186" y="2499279"/>
            <a:ext cx="1049120" cy="461665"/>
          </a:xfrm>
          <a:prstGeom prst="rect">
            <a:avLst/>
          </a:prstGeom>
          <a:noFill/>
        </p:spPr>
        <p:txBody>
          <a:bodyPr wrap="square" rtlCol="0">
            <a:spAutoFit/>
          </a:bodyPr>
          <a:lstStyle/>
          <a:p>
            <a:r>
              <a:rPr lang="en-US" sz="2400" dirty="0">
                <a:latin typeface="Amazon Ember" panose="02000000000000000000" pitchFamily="2" charset="0"/>
                <a:ea typeface="Amazon Ember" panose="02000000000000000000" pitchFamily="2" charset="0"/>
              </a:rPr>
              <a:t>Code</a:t>
            </a:r>
          </a:p>
        </p:txBody>
      </p:sp>
      <p:sp>
        <p:nvSpPr>
          <p:cNvPr id="11" name="TextBox 10"/>
          <p:cNvSpPr txBox="1"/>
          <p:nvPr/>
        </p:nvSpPr>
        <p:spPr>
          <a:xfrm>
            <a:off x="1988473" y="4603682"/>
            <a:ext cx="2341189" cy="461665"/>
          </a:xfrm>
          <a:prstGeom prst="rect">
            <a:avLst/>
          </a:prstGeom>
          <a:noFill/>
        </p:spPr>
        <p:txBody>
          <a:bodyPr wrap="square" rtlCol="0">
            <a:spAutoFit/>
          </a:bodyPr>
          <a:lstStyle/>
          <a:p>
            <a:pPr algn="ctr"/>
            <a:r>
              <a:rPr lang="en-US" sz="2400" dirty="0">
                <a:latin typeface="Amazon Ember" panose="02000000000000000000" pitchFamily="2" charset="0"/>
                <a:ea typeface="Amazon Ember" panose="02000000000000000000" pitchFamily="2" charset="0"/>
              </a:rPr>
              <a:t>Dependencies</a:t>
            </a:r>
          </a:p>
        </p:txBody>
      </p:sp>
      <p:sp>
        <p:nvSpPr>
          <p:cNvPr id="29" name="TextBox 28"/>
          <p:cNvSpPr txBox="1"/>
          <p:nvPr/>
        </p:nvSpPr>
        <p:spPr>
          <a:xfrm>
            <a:off x="7596186" y="4603682"/>
            <a:ext cx="2411121" cy="461665"/>
          </a:xfrm>
          <a:prstGeom prst="rect">
            <a:avLst/>
          </a:prstGeom>
          <a:noFill/>
        </p:spPr>
        <p:txBody>
          <a:bodyPr wrap="square" rtlCol="0">
            <a:spAutoFit/>
          </a:bodyPr>
          <a:lstStyle/>
          <a:p>
            <a:r>
              <a:rPr lang="en-US" sz="2400" dirty="0">
                <a:latin typeface="Amazon Ember" panose="02000000000000000000" pitchFamily="2" charset="0"/>
                <a:ea typeface="Amazon Ember" panose="02000000000000000000" pitchFamily="2" charset="0"/>
              </a:rPr>
              <a:t>Configuration</a:t>
            </a:r>
          </a:p>
        </p:txBody>
      </p:sp>
      <p:cxnSp>
        <p:nvCxnSpPr>
          <p:cNvPr id="31" name="Straight Arrow Connector 30"/>
          <p:cNvCxnSpPr/>
          <p:nvPr/>
        </p:nvCxnSpPr>
        <p:spPr>
          <a:xfrm>
            <a:off x="5539670" y="2730111"/>
            <a:ext cx="828461" cy="0"/>
          </a:xfrm>
          <a:prstGeom prst="straightConnector1">
            <a:avLst/>
          </a:prstGeom>
          <a:ln>
            <a:solidFill>
              <a:schemeClr val="tx1"/>
            </a:solidFill>
            <a:headEnd type="arrow" w="med" len="sm"/>
            <a:tailEnd type="arrow" w="med" len="sm"/>
          </a:ln>
        </p:spPr>
        <p:style>
          <a:lnRef idx="2">
            <a:schemeClr val="accent1"/>
          </a:lnRef>
          <a:fillRef idx="0">
            <a:schemeClr val="accent1"/>
          </a:fillRef>
          <a:effectRef idx="1">
            <a:schemeClr val="accent1"/>
          </a:effectRef>
          <a:fontRef idx="minor">
            <a:schemeClr val="tx1"/>
          </a:fontRef>
        </p:style>
      </p:cxnSp>
      <p:cxnSp>
        <p:nvCxnSpPr>
          <p:cNvPr id="32" name="Straight Arrow Connector 31"/>
          <p:cNvCxnSpPr/>
          <p:nvPr/>
        </p:nvCxnSpPr>
        <p:spPr>
          <a:xfrm>
            <a:off x="5546494" y="4834514"/>
            <a:ext cx="818225" cy="0"/>
          </a:xfrm>
          <a:prstGeom prst="straightConnector1">
            <a:avLst/>
          </a:prstGeom>
          <a:ln>
            <a:solidFill>
              <a:schemeClr val="tx1"/>
            </a:solidFill>
            <a:headEnd type="arrow" w="med" len="sm"/>
            <a:tailEnd type="arrow" w="med" len="sm"/>
          </a:ln>
        </p:spPr>
        <p:style>
          <a:lnRef idx="2">
            <a:schemeClr val="accent1"/>
          </a:lnRef>
          <a:fillRef idx="0">
            <a:schemeClr val="accent1"/>
          </a:fillRef>
          <a:effectRef idx="1">
            <a:schemeClr val="accent1"/>
          </a:effectRef>
          <a:fontRef idx="minor">
            <a:schemeClr val="tx1"/>
          </a:fontRef>
        </p:style>
      </p:cxnSp>
      <p:cxnSp>
        <p:nvCxnSpPr>
          <p:cNvPr id="38" name="Straight Arrow Connector 37"/>
          <p:cNvCxnSpPr>
            <a:stCxn id="14" idx="2"/>
            <a:endCxn id="13" idx="0"/>
          </p:cNvCxnSpPr>
          <p:nvPr/>
        </p:nvCxnSpPr>
        <p:spPr>
          <a:xfrm>
            <a:off x="4857282" y="3415911"/>
            <a:ext cx="3412" cy="732803"/>
          </a:xfrm>
          <a:prstGeom prst="straightConnector1">
            <a:avLst/>
          </a:prstGeom>
          <a:ln>
            <a:solidFill>
              <a:schemeClr val="tx1"/>
            </a:solidFill>
            <a:headEnd type="arrow" w="med" len="sm"/>
            <a:tailEnd type="arrow" w="med" len="sm"/>
          </a:ln>
        </p:spPr>
        <p:style>
          <a:lnRef idx="2">
            <a:schemeClr val="accent1"/>
          </a:lnRef>
          <a:fillRef idx="0">
            <a:schemeClr val="accent1"/>
          </a:fillRef>
          <a:effectRef idx="1">
            <a:schemeClr val="accent1"/>
          </a:effectRef>
          <a:fontRef idx="minor">
            <a:schemeClr val="tx1"/>
          </a:fontRef>
        </p:style>
      </p:cxnSp>
      <p:sp>
        <p:nvSpPr>
          <p:cNvPr id="7" name="Footer Placeholder 6"/>
          <p:cNvSpPr>
            <a:spLocks noGrp="1"/>
          </p:cNvSpPr>
          <p:nvPr>
            <p:ph type="ftr" sz="quarter" idx="3"/>
          </p:nvPr>
        </p:nvSpPr>
        <p:spPr/>
        <p:txBody>
          <a:bodyPr/>
          <a:lstStyle/>
          <a:p>
            <a:r>
              <a:rPr lang="en-US"/>
              <a:t>© 2020 Amazon Web Services, Inc. or its Affiliates. All rights reserved.</a:t>
            </a:r>
            <a:endParaRPr lang="en-US" dirty="0"/>
          </a:p>
        </p:txBody>
      </p:sp>
      <p:cxnSp>
        <p:nvCxnSpPr>
          <p:cNvPr id="21" name="Straight Arrow Connector 20"/>
          <p:cNvCxnSpPr>
            <a:stCxn id="12" idx="2"/>
            <a:endCxn id="8" idx="0"/>
          </p:cNvCxnSpPr>
          <p:nvPr/>
        </p:nvCxnSpPr>
        <p:spPr>
          <a:xfrm>
            <a:off x="7050519" y="3415911"/>
            <a:ext cx="0" cy="732803"/>
          </a:xfrm>
          <a:prstGeom prst="straightConnector1">
            <a:avLst/>
          </a:prstGeom>
          <a:ln>
            <a:solidFill>
              <a:schemeClr val="tx1"/>
            </a:solidFill>
            <a:headEnd type="arrow" w="med" len="sm"/>
            <a:tailEnd type="arrow" w="med" len="sm"/>
          </a:ln>
        </p:spPr>
        <p:style>
          <a:lnRef idx="2">
            <a:schemeClr val="accent1"/>
          </a:lnRef>
          <a:fillRef idx="0">
            <a:schemeClr val="accent1"/>
          </a:fillRef>
          <a:effectRef idx="1">
            <a:schemeClr val="accent1"/>
          </a:effectRef>
          <a:fontRef idx="minor">
            <a:schemeClr val="tx1"/>
          </a:fontRef>
        </p:style>
      </p:cxnSp>
    </p:spTree>
    <p:custDataLst>
      <p:tags r:id="rId1"/>
    </p:custDataLst>
    <p:extLst>
      <p:ext uri="{BB962C8B-B14F-4D97-AF65-F5344CB8AC3E}">
        <p14:creationId xmlns:p14="http://schemas.microsoft.com/office/powerpoint/2010/main" val="7444583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What problem do you need to solve?</a:t>
            </a:r>
          </a:p>
        </p:txBody>
      </p:sp>
      <p:sp>
        <p:nvSpPr>
          <p:cNvPr id="3" name="Content Placeholder 2"/>
          <p:cNvSpPr>
            <a:spLocks noGrp="1"/>
          </p:cNvSpPr>
          <p:nvPr>
            <p:ph idx="1"/>
          </p:nvPr>
        </p:nvSpPr>
        <p:spPr>
          <a:xfrm>
            <a:off x="419100" y="1528175"/>
            <a:ext cx="3834483" cy="4648788"/>
          </a:xfrm>
        </p:spPr>
        <p:txBody>
          <a:bodyPr>
            <a:normAutofit fontScale="92500" lnSpcReduction="20000"/>
          </a:bodyPr>
          <a:lstStyle/>
          <a:p>
            <a:r>
              <a:rPr lang="en-US" sz="2400" dirty="0"/>
              <a:t>Different </a:t>
            </a:r>
            <a:r>
              <a:rPr lang="en-US" sz="2400" dirty="0">
                <a:solidFill>
                  <a:srgbClr val="000000"/>
                </a:solidFill>
              </a:rPr>
              <a:t>application</a:t>
            </a:r>
            <a:r>
              <a:rPr lang="en-US" sz="2400" dirty="0"/>
              <a:t> stacks</a:t>
            </a:r>
          </a:p>
          <a:p>
            <a:endParaRPr lang="en-US" sz="2400" dirty="0"/>
          </a:p>
          <a:p>
            <a:r>
              <a:rPr lang="en-US" sz="2400" dirty="0"/>
              <a:t>Different hardware deployment environments</a:t>
            </a:r>
          </a:p>
          <a:p>
            <a:endParaRPr lang="en-US" sz="2400" dirty="0"/>
          </a:p>
          <a:p>
            <a:r>
              <a:rPr lang="en-US" sz="2400" dirty="0"/>
              <a:t>How to </a:t>
            </a:r>
            <a:r>
              <a:rPr lang="en-US" sz="2400" dirty="0">
                <a:solidFill>
                  <a:srgbClr val="000000"/>
                </a:solidFill>
              </a:rPr>
              <a:t>run all applications </a:t>
            </a:r>
            <a:br>
              <a:rPr lang="en-US" sz="2400" dirty="0">
                <a:solidFill>
                  <a:srgbClr val="000000"/>
                </a:solidFill>
              </a:rPr>
            </a:br>
            <a:r>
              <a:rPr lang="en-US" sz="2400" dirty="0">
                <a:solidFill>
                  <a:srgbClr val="000000"/>
                </a:solidFill>
              </a:rPr>
              <a:t>across</a:t>
            </a:r>
            <a:r>
              <a:rPr lang="en-US" sz="2400" dirty="0"/>
              <a:t> different environments</a:t>
            </a:r>
          </a:p>
          <a:p>
            <a:pPr marL="0" indent="0">
              <a:buNone/>
            </a:pPr>
            <a:endParaRPr lang="en-US" sz="2400" dirty="0"/>
          </a:p>
          <a:p>
            <a:r>
              <a:rPr lang="en-US" sz="2400" dirty="0"/>
              <a:t>How to easily migrate from one environment to another</a:t>
            </a:r>
          </a:p>
          <a:p>
            <a:endParaRPr lang="en-US" sz="2400" dirty="0"/>
          </a:p>
        </p:txBody>
      </p:sp>
      <p:sp>
        <p:nvSpPr>
          <p:cNvPr id="54" name="Slide Number Placeholder 53"/>
          <p:cNvSpPr>
            <a:spLocks noGrp="1"/>
          </p:cNvSpPr>
          <p:nvPr>
            <p:ph type="sldNum" sz="quarter" idx="12"/>
          </p:nvPr>
        </p:nvSpPr>
        <p:spPr/>
        <p:txBody>
          <a:bodyPr/>
          <a:lstStyle/>
          <a:p>
            <a:fld id="{9FC43BFD-8FF7-A343-A8A6-E2338FCE8046}" type="slidenum">
              <a:rPr lang="en-US" smtClean="0"/>
              <a:pPr/>
              <a:t>5</a:t>
            </a:fld>
            <a:endParaRPr lang="en-US" dirty="0"/>
          </a:p>
        </p:txBody>
      </p:sp>
      <p:sp>
        <p:nvSpPr>
          <p:cNvPr id="55" name="Footer Placeholder 54"/>
          <p:cNvSpPr>
            <a:spLocks noGrp="1"/>
          </p:cNvSpPr>
          <p:nvPr>
            <p:ph type="ftr" sz="quarter" idx="3"/>
          </p:nvPr>
        </p:nvSpPr>
        <p:spPr/>
        <p:txBody>
          <a:bodyPr/>
          <a:lstStyle/>
          <a:p>
            <a:r>
              <a:rPr lang="en-US"/>
              <a:t>© 2020 Amazon Web Services, Inc. or its Affiliates. All rights reserved.</a:t>
            </a: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3788547765"/>
              </p:ext>
            </p:extLst>
          </p:nvPr>
        </p:nvGraphicFramePr>
        <p:xfrm>
          <a:off x="4441374" y="1401776"/>
          <a:ext cx="7497417" cy="4696620"/>
        </p:xfrm>
        <a:graphic>
          <a:graphicData uri="http://schemas.openxmlformats.org/drawingml/2006/table">
            <a:tbl>
              <a:tblPr firstRow="1" bandRow="1">
                <a:tableStyleId>{5C22544A-7EE6-4342-B048-85BDC9FD1C3A}</a:tableStyleId>
              </a:tblPr>
              <a:tblGrid>
                <a:gridCol w="1185703">
                  <a:extLst>
                    <a:ext uri="{9D8B030D-6E8A-4147-A177-3AD203B41FA5}">
                      <a16:colId xmlns:a16="http://schemas.microsoft.com/office/drawing/2014/main" val="20000"/>
                    </a:ext>
                  </a:extLst>
                </a:gridCol>
                <a:gridCol w="880906">
                  <a:extLst>
                    <a:ext uri="{9D8B030D-6E8A-4147-A177-3AD203B41FA5}">
                      <a16:colId xmlns:a16="http://schemas.microsoft.com/office/drawing/2014/main" val="20001"/>
                    </a:ext>
                  </a:extLst>
                </a:gridCol>
                <a:gridCol w="880906">
                  <a:extLst>
                    <a:ext uri="{9D8B030D-6E8A-4147-A177-3AD203B41FA5}">
                      <a16:colId xmlns:a16="http://schemas.microsoft.com/office/drawing/2014/main" val="20002"/>
                    </a:ext>
                  </a:extLst>
                </a:gridCol>
                <a:gridCol w="880906">
                  <a:extLst>
                    <a:ext uri="{9D8B030D-6E8A-4147-A177-3AD203B41FA5}">
                      <a16:colId xmlns:a16="http://schemas.microsoft.com/office/drawing/2014/main" val="20003"/>
                    </a:ext>
                  </a:extLst>
                </a:gridCol>
                <a:gridCol w="880906">
                  <a:extLst>
                    <a:ext uri="{9D8B030D-6E8A-4147-A177-3AD203B41FA5}">
                      <a16:colId xmlns:a16="http://schemas.microsoft.com/office/drawing/2014/main" val="20004"/>
                    </a:ext>
                  </a:extLst>
                </a:gridCol>
                <a:gridCol w="880906">
                  <a:extLst>
                    <a:ext uri="{9D8B030D-6E8A-4147-A177-3AD203B41FA5}">
                      <a16:colId xmlns:a16="http://schemas.microsoft.com/office/drawing/2014/main" val="20005"/>
                    </a:ext>
                  </a:extLst>
                </a:gridCol>
                <a:gridCol w="880906">
                  <a:extLst>
                    <a:ext uri="{9D8B030D-6E8A-4147-A177-3AD203B41FA5}">
                      <a16:colId xmlns:a16="http://schemas.microsoft.com/office/drawing/2014/main" val="20006"/>
                    </a:ext>
                  </a:extLst>
                </a:gridCol>
                <a:gridCol w="1026278">
                  <a:extLst>
                    <a:ext uri="{9D8B030D-6E8A-4147-A177-3AD203B41FA5}">
                      <a16:colId xmlns:a16="http://schemas.microsoft.com/office/drawing/2014/main" val="20007"/>
                    </a:ext>
                  </a:extLst>
                </a:gridCol>
              </a:tblGrid>
              <a:tr h="640530">
                <a:tc>
                  <a:txBody>
                    <a:bodyPr/>
                    <a:lstStyle/>
                    <a:p>
                      <a:pPr algn="ctr">
                        <a:lnSpc>
                          <a:spcPct val="90000"/>
                        </a:lnSpc>
                      </a:pPr>
                      <a:r>
                        <a:rPr lang="en-US" sz="1600" b="0" dirty="0">
                          <a:solidFill>
                            <a:schemeClr val="tx1"/>
                          </a:solidFill>
                          <a:latin typeface="Amazon Ember" panose="02000000000000000000" pitchFamily="2" charset="0"/>
                          <a:ea typeface="Amazon Ember" panose="02000000000000000000" pitchFamily="2" charset="0"/>
                        </a:rPr>
                        <a:t>Static </a:t>
                      </a:r>
                    </a:p>
                    <a:p>
                      <a:pPr algn="ctr">
                        <a:lnSpc>
                          <a:spcPct val="90000"/>
                        </a:lnSpc>
                      </a:pPr>
                      <a:r>
                        <a:rPr lang="en-US" sz="1600" b="0" u="none" dirty="0">
                          <a:solidFill>
                            <a:schemeClr val="tx1"/>
                          </a:solidFill>
                          <a:latin typeface="Amazon Ember" panose="02000000000000000000" pitchFamily="2" charset="0"/>
                          <a:ea typeface="Amazon Ember" panose="02000000000000000000" pitchFamily="2" charset="0"/>
                        </a:rPr>
                        <a:t>website</a:t>
                      </a:r>
                    </a:p>
                  </a:txBody>
                  <a:tcPr marL="0" marR="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endParaRPr lang="en-US" sz="1400" b="1" dirty="0">
                        <a:solidFill>
                          <a:schemeClr val="bg1"/>
                        </a:solidFil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400" b="1" dirty="0">
                        <a:solidFill>
                          <a:schemeClr val="bg1"/>
                        </a:solidFil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400" b="1" dirty="0">
                        <a:solidFill>
                          <a:schemeClr val="bg1"/>
                        </a:solidFil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400" b="1" dirty="0">
                        <a:solidFill>
                          <a:schemeClr val="bg1"/>
                        </a:solidFil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400" b="1" dirty="0">
                        <a:solidFill>
                          <a:schemeClr val="bg1"/>
                        </a:solidFil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400" b="1" dirty="0">
                        <a:solidFill>
                          <a:schemeClr val="bg1"/>
                        </a:solidFil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400" b="1" dirty="0">
                        <a:solidFill>
                          <a:schemeClr val="bg1"/>
                        </a:solidFil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640530">
                <a:tc>
                  <a:txBody>
                    <a:bodyPr/>
                    <a:lstStyle/>
                    <a:p>
                      <a:pPr algn="ctr">
                        <a:lnSpc>
                          <a:spcPct val="90000"/>
                        </a:lnSpc>
                      </a:pPr>
                      <a:r>
                        <a:rPr lang="en-US" sz="1600" b="0" dirty="0">
                          <a:solidFill>
                            <a:schemeClr val="tx1"/>
                          </a:solidFill>
                          <a:latin typeface="Amazon Ember" panose="02000000000000000000" pitchFamily="2" charset="0"/>
                          <a:ea typeface="Amazon Ember" panose="02000000000000000000" pitchFamily="2" charset="0"/>
                        </a:rPr>
                        <a:t>Web </a:t>
                      </a:r>
                      <a:br>
                        <a:rPr lang="en-US" sz="1600" b="0" dirty="0">
                          <a:solidFill>
                            <a:schemeClr val="tx1"/>
                          </a:solidFill>
                          <a:latin typeface="Amazon Ember" panose="02000000000000000000" pitchFamily="2" charset="0"/>
                          <a:ea typeface="Amazon Ember" panose="02000000000000000000" pitchFamily="2" charset="0"/>
                        </a:rPr>
                      </a:br>
                      <a:r>
                        <a:rPr lang="en-US" sz="1600" b="0" dirty="0">
                          <a:solidFill>
                            <a:schemeClr val="tx1"/>
                          </a:solidFill>
                          <a:latin typeface="Amazon Ember" panose="02000000000000000000" pitchFamily="2" charset="0"/>
                          <a:ea typeface="Amazon Ember" panose="02000000000000000000" pitchFamily="2" charset="0"/>
                        </a:rPr>
                        <a:t>frontend</a:t>
                      </a:r>
                    </a:p>
                  </a:txBody>
                  <a:tcPr marL="0" marR="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endParaRPr lang="en-US" sz="1400" b="1" dirty="0">
                        <a:solidFill>
                          <a:schemeClr val="bg1"/>
                        </a:solidFil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400" b="1" dirty="0">
                        <a:solidFill>
                          <a:schemeClr val="bg1"/>
                        </a:solidFil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400" b="1" dirty="0">
                        <a:solidFill>
                          <a:schemeClr val="bg1"/>
                        </a:solidFil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400" b="1" dirty="0">
                        <a:solidFill>
                          <a:schemeClr val="bg1"/>
                        </a:solidFil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400" b="1" dirty="0">
                        <a:solidFill>
                          <a:schemeClr val="bg1"/>
                        </a:solidFil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400" b="1" dirty="0">
                        <a:solidFill>
                          <a:schemeClr val="bg1"/>
                        </a:solidFil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400" b="1" dirty="0">
                        <a:solidFill>
                          <a:schemeClr val="bg1"/>
                        </a:solidFil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640530">
                <a:tc>
                  <a:txBody>
                    <a:bodyPr/>
                    <a:lstStyle/>
                    <a:p>
                      <a:pPr algn="ctr">
                        <a:lnSpc>
                          <a:spcPct val="90000"/>
                        </a:lnSpc>
                      </a:pPr>
                      <a:r>
                        <a:rPr lang="en-US" sz="1600" b="0" dirty="0">
                          <a:solidFill>
                            <a:schemeClr val="tx1"/>
                          </a:solidFill>
                          <a:latin typeface="Amazon Ember" panose="02000000000000000000" pitchFamily="2" charset="0"/>
                          <a:ea typeface="Amazon Ember" panose="02000000000000000000" pitchFamily="2" charset="0"/>
                        </a:rPr>
                        <a:t>Background workers</a:t>
                      </a:r>
                    </a:p>
                  </a:txBody>
                  <a:tcPr marL="0" marR="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endParaRPr lang="en-US" sz="1400" b="1" dirty="0">
                        <a:solidFill>
                          <a:schemeClr val="bg1"/>
                        </a:solidFil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400" b="1" dirty="0">
                        <a:solidFill>
                          <a:schemeClr val="bg1"/>
                        </a:solidFil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400" b="1" dirty="0">
                        <a:solidFill>
                          <a:schemeClr val="bg1"/>
                        </a:solidFil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400" b="1" dirty="0">
                        <a:solidFill>
                          <a:schemeClr val="bg1"/>
                        </a:solidFil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400" b="1" dirty="0">
                        <a:solidFill>
                          <a:schemeClr val="bg1"/>
                        </a:solidFil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400" b="1" dirty="0">
                        <a:solidFill>
                          <a:schemeClr val="bg1"/>
                        </a:solidFil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400" b="1" dirty="0">
                        <a:solidFill>
                          <a:schemeClr val="bg1"/>
                        </a:solidFil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640530">
                <a:tc>
                  <a:txBody>
                    <a:bodyPr/>
                    <a:lstStyle/>
                    <a:p>
                      <a:pPr algn="ctr">
                        <a:lnSpc>
                          <a:spcPct val="90000"/>
                        </a:lnSpc>
                      </a:pPr>
                      <a:r>
                        <a:rPr lang="en-US" sz="1600" b="0" u="none" dirty="0">
                          <a:solidFill>
                            <a:schemeClr val="tx1"/>
                          </a:solidFill>
                          <a:latin typeface="Amazon Ember" panose="02000000000000000000" pitchFamily="2" charset="0"/>
                          <a:ea typeface="Amazon Ember" panose="02000000000000000000" pitchFamily="2" charset="0"/>
                        </a:rPr>
                        <a:t>User</a:t>
                      </a:r>
                      <a:r>
                        <a:rPr lang="en-US" sz="1600" b="0" baseline="0" dirty="0">
                          <a:solidFill>
                            <a:schemeClr val="tx1"/>
                          </a:solidFill>
                          <a:latin typeface="Amazon Ember" panose="02000000000000000000" pitchFamily="2" charset="0"/>
                          <a:ea typeface="Amazon Ember" panose="02000000000000000000" pitchFamily="2" charset="0"/>
                        </a:rPr>
                        <a:t> DB</a:t>
                      </a:r>
                      <a:endParaRPr lang="en-US" sz="1600" b="0" dirty="0">
                        <a:solidFill>
                          <a:schemeClr val="tx1"/>
                        </a:solidFill>
                        <a:latin typeface="Amazon Ember" panose="02000000000000000000" pitchFamily="2" charset="0"/>
                        <a:ea typeface="Amazon Ember" panose="02000000000000000000" pitchFamily="2" charset="0"/>
                      </a:endParaRPr>
                    </a:p>
                  </a:txBody>
                  <a:tcPr marL="0" marR="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endParaRPr lang="en-US" sz="1400" b="1" dirty="0">
                        <a:solidFill>
                          <a:schemeClr val="bg1"/>
                        </a:solidFil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400" b="1" dirty="0">
                        <a:solidFill>
                          <a:schemeClr val="bg1"/>
                        </a:solidFil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400" b="1" dirty="0">
                        <a:solidFill>
                          <a:schemeClr val="bg1"/>
                        </a:solidFil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400" b="1" dirty="0">
                        <a:solidFill>
                          <a:schemeClr val="bg1"/>
                        </a:solidFil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400" b="1" dirty="0">
                        <a:solidFill>
                          <a:schemeClr val="bg1"/>
                        </a:solidFil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400" b="1" dirty="0">
                        <a:solidFill>
                          <a:schemeClr val="bg1"/>
                        </a:solidFil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400" b="1" dirty="0">
                        <a:solidFill>
                          <a:schemeClr val="bg1"/>
                        </a:solidFil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640530">
                <a:tc>
                  <a:txBody>
                    <a:bodyPr/>
                    <a:lstStyle/>
                    <a:p>
                      <a:pPr algn="ctr">
                        <a:lnSpc>
                          <a:spcPct val="90000"/>
                        </a:lnSpc>
                      </a:pPr>
                      <a:r>
                        <a:rPr lang="en-US" sz="1600" b="0" dirty="0">
                          <a:solidFill>
                            <a:schemeClr val="tx1"/>
                          </a:solidFill>
                          <a:latin typeface="Amazon Ember" panose="02000000000000000000" pitchFamily="2" charset="0"/>
                          <a:ea typeface="Amazon Ember" panose="02000000000000000000" pitchFamily="2" charset="0"/>
                        </a:rPr>
                        <a:t>Analytics </a:t>
                      </a:r>
                    </a:p>
                    <a:p>
                      <a:pPr algn="ctr">
                        <a:lnSpc>
                          <a:spcPct val="90000"/>
                        </a:lnSpc>
                      </a:pPr>
                      <a:r>
                        <a:rPr lang="en-US" sz="1600" b="0" dirty="0">
                          <a:solidFill>
                            <a:schemeClr val="tx1"/>
                          </a:solidFill>
                          <a:latin typeface="Amazon Ember" panose="02000000000000000000" pitchFamily="2" charset="0"/>
                          <a:ea typeface="Amazon Ember" panose="02000000000000000000" pitchFamily="2" charset="0"/>
                        </a:rPr>
                        <a:t>DB</a:t>
                      </a:r>
                    </a:p>
                  </a:txBody>
                  <a:tcPr marL="0" marR="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endParaRPr lang="en-US" sz="1400" b="1" dirty="0">
                        <a:solidFill>
                          <a:schemeClr val="bg1"/>
                        </a:solidFil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400" b="1" dirty="0">
                        <a:solidFill>
                          <a:schemeClr val="bg1"/>
                        </a:solidFil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400" b="1" dirty="0">
                        <a:solidFill>
                          <a:schemeClr val="bg1"/>
                        </a:solidFil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400" b="1" dirty="0">
                        <a:solidFill>
                          <a:schemeClr val="bg1"/>
                        </a:solidFil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400" b="1" dirty="0">
                        <a:solidFill>
                          <a:schemeClr val="bg1"/>
                        </a:solidFil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400" b="1" dirty="0">
                        <a:solidFill>
                          <a:schemeClr val="bg1"/>
                        </a:solidFil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400" b="1" dirty="0">
                        <a:solidFill>
                          <a:schemeClr val="bg1"/>
                        </a:solidFil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640530">
                <a:tc>
                  <a:txBody>
                    <a:bodyPr/>
                    <a:lstStyle/>
                    <a:p>
                      <a:pPr algn="ctr">
                        <a:lnSpc>
                          <a:spcPct val="90000"/>
                        </a:lnSpc>
                      </a:pPr>
                      <a:r>
                        <a:rPr lang="en-US" sz="1600" b="0" dirty="0">
                          <a:solidFill>
                            <a:schemeClr val="tx1"/>
                          </a:solidFill>
                          <a:latin typeface="Amazon Ember" panose="02000000000000000000" pitchFamily="2" charset="0"/>
                          <a:ea typeface="Amazon Ember" panose="02000000000000000000" pitchFamily="2" charset="0"/>
                        </a:rPr>
                        <a:t>Queue</a:t>
                      </a:r>
                    </a:p>
                  </a:txBody>
                  <a:tcPr marL="0" marR="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endParaRPr lang="en-US" sz="1400" b="1" dirty="0">
                        <a:solidFill>
                          <a:schemeClr val="bg1"/>
                        </a:solidFil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400" b="1" dirty="0">
                        <a:solidFill>
                          <a:schemeClr val="bg1"/>
                        </a:solidFil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400" b="1" dirty="0">
                        <a:solidFill>
                          <a:schemeClr val="bg1"/>
                        </a:solidFil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400" b="1" dirty="0">
                        <a:solidFill>
                          <a:schemeClr val="bg1"/>
                        </a:solidFil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400" b="1" dirty="0">
                        <a:solidFill>
                          <a:schemeClr val="bg1"/>
                        </a:solidFil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400" b="1" dirty="0">
                        <a:solidFill>
                          <a:schemeClr val="bg1"/>
                        </a:solidFil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400" b="1" dirty="0">
                        <a:solidFill>
                          <a:schemeClr val="bg1"/>
                        </a:solidFil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637389">
                <a:tc>
                  <a:txBody>
                    <a:bodyPr/>
                    <a:lstStyle/>
                    <a:p>
                      <a:pPr algn="ctr"/>
                      <a:endParaRPr lang="en-US" sz="800" b="0" dirty="0">
                        <a:solidFill>
                          <a:schemeClr val="bg1"/>
                        </a:solidFill>
                      </a:endParaRP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b="0" dirty="0">
                          <a:solidFill>
                            <a:schemeClr val="tx1"/>
                          </a:solidFill>
                          <a:latin typeface="Amazon Ember" panose="02000000000000000000" pitchFamily="2" charset="0"/>
                          <a:ea typeface="Amazon Ember" panose="02000000000000000000" pitchFamily="2" charset="0"/>
                        </a:rPr>
                        <a:t>Dev VM</a:t>
                      </a:r>
                    </a:p>
                  </a:txBody>
                  <a:tcPr marL="0" marR="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pPr algn="ctr"/>
                      <a:r>
                        <a:rPr lang="en-US" sz="1600" b="0" dirty="0">
                          <a:solidFill>
                            <a:schemeClr val="tx1"/>
                          </a:solidFill>
                          <a:latin typeface="Amazon Ember" panose="02000000000000000000" pitchFamily="2" charset="0"/>
                          <a:ea typeface="Amazon Ember" panose="02000000000000000000" pitchFamily="2" charset="0"/>
                        </a:rPr>
                        <a:t>QA </a:t>
                      </a:r>
                      <a:r>
                        <a:rPr lang="en-US" sz="1600" b="0" u="none" dirty="0">
                          <a:solidFill>
                            <a:schemeClr val="tx1"/>
                          </a:solidFill>
                          <a:latin typeface="Amazon Ember" panose="02000000000000000000" pitchFamily="2" charset="0"/>
                          <a:ea typeface="Amazon Ember" panose="02000000000000000000" pitchFamily="2" charset="0"/>
                        </a:rPr>
                        <a:t>server</a:t>
                      </a:r>
                    </a:p>
                  </a:txBody>
                  <a:tcPr marL="0" marR="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pPr algn="ctr"/>
                      <a:r>
                        <a:rPr lang="en-US" sz="1600" b="0" dirty="0">
                          <a:solidFill>
                            <a:schemeClr val="tx1"/>
                          </a:solidFill>
                          <a:latin typeface="Amazon Ember" panose="02000000000000000000" pitchFamily="2" charset="0"/>
                          <a:ea typeface="Amazon Ember" panose="02000000000000000000" pitchFamily="2" charset="0"/>
                        </a:rPr>
                        <a:t>Single prod </a:t>
                      </a:r>
                      <a:r>
                        <a:rPr lang="en-US" sz="1600" b="0" u="none" dirty="0">
                          <a:solidFill>
                            <a:schemeClr val="tx1"/>
                          </a:solidFill>
                          <a:latin typeface="Amazon Ember" panose="02000000000000000000" pitchFamily="2" charset="0"/>
                          <a:ea typeface="Amazon Ember" panose="02000000000000000000" pitchFamily="2" charset="0"/>
                        </a:rPr>
                        <a:t>server</a:t>
                      </a:r>
                    </a:p>
                  </a:txBody>
                  <a:tcPr marL="0" marR="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pPr algn="ctr"/>
                      <a:r>
                        <a:rPr lang="en-US" sz="1600" b="0" dirty="0">
                          <a:solidFill>
                            <a:schemeClr val="tx1"/>
                          </a:solidFill>
                          <a:latin typeface="Amazon Ember" panose="02000000000000000000" pitchFamily="2" charset="0"/>
                          <a:ea typeface="Amazon Ember" panose="02000000000000000000" pitchFamily="2" charset="0"/>
                        </a:rPr>
                        <a:t>Onsite </a:t>
                      </a:r>
                      <a:r>
                        <a:rPr lang="en-US" sz="1600" b="0" u="none" dirty="0">
                          <a:solidFill>
                            <a:schemeClr val="tx1"/>
                          </a:solidFill>
                          <a:latin typeface="Amazon Ember" panose="02000000000000000000" pitchFamily="2" charset="0"/>
                          <a:ea typeface="Amazon Ember" panose="02000000000000000000" pitchFamily="2" charset="0"/>
                        </a:rPr>
                        <a:t>cluster</a:t>
                      </a:r>
                    </a:p>
                  </a:txBody>
                  <a:tcPr marL="0" marR="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pPr algn="ctr"/>
                      <a:r>
                        <a:rPr lang="en-US" sz="1600" b="0" u="none" dirty="0">
                          <a:solidFill>
                            <a:schemeClr val="tx1"/>
                          </a:solidFill>
                          <a:latin typeface="Amazon Ember" panose="02000000000000000000" pitchFamily="2" charset="0"/>
                          <a:ea typeface="Amazon Ember" panose="02000000000000000000" pitchFamily="2" charset="0"/>
                        </a:rPr>
                        <a:t>Public</a:t>
                      </a:r>
                      <a:r>
                        <a:rPr lang="en-US" sz="1600" b="0" dirty="0">
                          <a:solidFill>
                            <a:schemeClr val="tx1"/>
                          </a:solidFill>
                          <a:latin typeface="Amazon Ember" panose="02000000000000000000" pitchFamily="2" charset="0"/>
                          <a:ea typeface="Amazon Ember" panose="02000000000000000000" pitchFamily="2" charset="0"/>
                        </a:rPr>
                        <a:t> </a:t>
                      </a:r>
                      <a:r>
                        <a:rPr lang="en-US" sz="1600" b="0" u="none" dirty="0">
                          <a:solidFill>
                            <a:schemeClr val="tx1"/>
                          </a:solidFill>
                          <a:latin typeface="Amazon Ember" panose="02000000000000000000" pitchFamily="2" charset="0"/>
                          <a:ea typeface="Amazon Ember" panose="02000000000000000000" pitchFamily="2" charset="0"/>
                        </a:rPr>
                        <a:t>cloud</a:t>
                      </a:r>
                    </a:p>
                  </a:txBody>
                  <a:tcPr marL="0" marR="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pPr algn="ctr"/>
                      <a:r>
                        <a:rPr lang="en-US" sz="1600" b="0" dirty="0">
                          <a:solidFill>
                            <a:schemeClr val="tx1"/>
                          </a:solidFill>
                          <a:latin typeface="Amazon Ember" panose="02000000000000000000" pitchFamily="2" charset="0"/>
                          <a:ea typeface="Amazon Ember" panose="02000000000000000000" pitchFamily="2" charset="0"/>
                        </a:rPr>
                        <a:t>Dev laptop</a:t>
                      </a:r>
                    </a:p>
                  </a:txBody>
                  <a:tcPr marL="0" marR="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pPr algn="ctr"/>
                      <a:r>
                        <a:rPr lang="en-US" sz="1600" b="0" dirty="0">
                          <a:solidFill>
                            <a:schemeClr val="tx1"/>
                          </a:solidFill>
                          <a:latin typeface="Amazon Ember" panose="02000000000000000000" pitchFamily="2" charset="0"/>
                          <a:ea typeface="Amazon Ember" panose="02000000000000000000" pitchFamily="2" charset="0"/>
                        </a:rPr>
                        <a:t>Customer </a:t>
                      </a:r>
                      <a:r>
                        <a:rPr lang="en-US" sz="1600" b="0" u="none" dirty="0">
                          <a:solidFill>
                            <a:schemeClr val="tx1"/>
                          </a:solidFill>
                          <a:latin typeface="Amazon Ember" panose="02000000000000000000" pitchFamily="2" charset="0"/>
                          <a:ea typeface="Amazon Ember" panose="02000000000000000000" pitchFamily="2" charset="0"/>
                        </a:rPr>
                        <a:t>servers</a:t>
                      </a:r>
                    </a:p>
                  </a:txBody>
                  <a:tcPr marL="0" marR="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extLst>
                  <a:ext uri="{0D108BD9-81ED-4DB2-BD59-A6C34878D82A}">
                    <a16:rowId xmlns:a16="http://schemas.microsoft.com/office/drawing/2014/main" val="10006"/>
                  </a:ext>
                </a:extLst>
              </a:tr>
            </a:tbl>
          </a:graphicData>
        </a:graphic>
      </p:graphicFrame>
      <p:grpSp>
        <p:nvGrpSpPr>
          <p:cNvPr id="56" name="Group 55"/>
          <p:cNvGrpSpPr/>
          <p:nvPr/>
        </p:nvGrpSpPr>
        <p:grpSpPr>
          <a:xfrm>
            <a:off x="5906799" y="1552926"/>
            <a:ext cx="5684261" cy="365760"/>
            <a:chOff x="5906799" y="1552926"/>
            <a:chExt cx="5684261" cy="365760"/>
          </a:xfrm>
        </p:grpSpPr>
        <p:pic>
          <p:nvPicPr>
            <p:cNvPr id="12" name="Picture 11"/>
            <p:cNvPicPr>
              <a:picLocks noChangeAspect="1"/>
            </p:cNvPicPr>
            <p:nvPr/>
          </p:nvPicPr>
          <p:blipFill>
            <a:blip r:embed="rId4" cstate="print">
              <a:grayscl/>
              <a:extLst>
                <a:ext uri="{28A0092B-C50C-407E-A947-70E740481C1C}">
                  <a14:useLocalDpi xmlns:a14="http://schemas.microsoft.com/office/drawing/2010/main"/>
                </a:ext>
              </a:extLst>
            </a:blip>
            <a:stretch>
              <a:fillRect/>
            </a:stretch>
          </p:blipFill>
          <p:spPr>
            <a:xfrm>
              <a:off x="5906799" y="1552926"/>
              <a:ext cx="365760" cy="365760"/>
            </a:xfrm>
            <a:prstGeom prst="rect">
              <a:avLst/>
            </a:prstGeom>
          </p:spPr>
        </p:pic>
        <p:pic>
          <p:nvPicPr>
            <p:cNvPr id="13" name="Picture 12"/>
            <p:cNvPicPr>
              <a:picLocks noChangeAspect="1"/>
            </p:cNvPicPr>
            <p:nvPr/>
          </p:nvPicPr>
          <p:blipFill>
            <a:blip r:embed="rId4" cstate="print">
              <a:grayscl/>
              <a:extLst>
                <a:ext uri="{28A0092B-C50C-407E-A947-70E740481C1C}">
                  <a14:useLocalDpi xmlns:a14="http://schemas.microsoft.com/office/drawing/2010/main"/>
                </a:ext>
              </a:extLst>
            </a:blip>
            <a:stretch>
              <a:fillRect/>
            </a:stretch>
          </p:blipFill>
          <p:spPr>
            <a:xfrm>
              <a:off x="6750608" y="1552926"/>
              <a:ext cx="365760" cy="365760"/>
            </a:xfrm>
            <a:prstGeom prst="rect">
              <a:avLst/>
            </a:prstGeom>
          </p:spPr>
        </p:pic>
        <p:pic>
          <p:nvPicPr>
            <p:cNvPr id="14" name="Picture 13"/>
            <p:cNvPicPr>
              <a:picLocks noChangeAspect="1"/>
            </p:cNvPicPr>
            <p:nvPr/>
          </p:nvPicPr>
          <p:blipFill>
            <a:blip r:embed="rId4" cstate="print">
              <a:grayscl/>
              <a:extLst>
                <a:ext uri="{28A0092B-C50C-407E-A947-70E740481C1C}">
                  <a14:useLocalDpi xmlns:a14="http://schemas.microsoft.com/office/drawing/2010/main"/>
                </a:ext>
              </a:extLst>
            </a:blip>
            <a:stretch>
              <a:fillRect/>
            </a:stretch>
          </p:blipFill>
          <p:spPr>
            <a:xfrm>
              <a:off x="7625335" y="1552926"/>
              <a:ext cx="365760" cy="365760"/>
            </a:xfrm>
            <a:prstGeom prst="rect">
              <a:avLst/>
            </a:prstGeom>
          </p:spPr>
        </p:pic>
        <p:pic>
          <p:nvPicPr>
            <p:cNvPr id="15" name="Picture 14"/>
            <p:cNvPicPr>
              <a:picLocks noChangeAspect="1"/>
            </p:cNvPicPr>
            <p:nvPr/>
          </p:nvPicPr>
          <p:blipFill>
            <a:blip r:embed="rId4" cstate="print">
              <a:grayscl/>
              <a:extLst>
                <a:ext uri="{28A0092B-C50C-407E-A947-70E740481C1C}">
                  <a14:useLocalDpi xmlns:a14="http://schemas.microsoft.com/office/drawing/2010/main"/>
                </a:ext>
              </a:extLst>
            </a:blip>
            <a:stretch>
              <a:fillRect/>
            </a:stretch>
          </p:blipFill>
          <p:spPr>
            <a:xfrm>
              <a:off x="8500062" y="1552926"/>
              <a:ext cx="365760" cy="365760"/>
            </a:xfrm>
            <a:prstGeom prst="rect">
              <a:avLst/>
            </a:prstGeom>
          </p:spPr>
        </p:pic>
        <p:pic>
          <p:nvPicPr>
            <p:cNvPr id="16" name="Picture 15"/>
            <p:cNvPicPr>
              <a:picLocks noChangeAspect="1"/>
            </p:cNvPicPr>
            <p:nvPr/>
          </p:nvPicPr>
          <p:blipFill>
            <a:blip r:embed="rId4" cstate="print">
              <a:grayscl/>
              <a:extLst>
                <a:ext uri="{28A0092B-C50C-407E-A947-70E740481C1C}">
                  <a14:useLocalDpi xmlns:a14="http://schemas.microsoft.com/office/drawing/2010/main"/>
                </a:ext>
              </a:extLst>
            </a:blip>
            <a:stretch>
              <a:fillRect/>
            </a:stretch>
          </p:blipFill>
          <p:spPr>
            <a:xfrm>
              <a:off x="9394420" y="1552926"/>
              <a:ext cx="365760" cy="365760"/>
            </a:xfrm>
            <a:prstGeom prst="rect">
              <a:avLst/>
            </a:prstGeom>
          </p:spPr>
        </p:pic>
        <p:pic>
          <p:nvPicPr>
            <p:cNvPr id="17" name="Picture 16"/>
            <p:cNvPicPr>
              <a:picLocks noChangeAspect="1"/>
            </p:cNvPicPr>
            <p:nvPr/>
          </p:nvPicPr>
          <p:blipFill>
            <a:blip r:embed="rId4" cstate="print">
              <a:grayscl/>
              <a:extLst>
                <a:ext uri="{28A0092B-C50C-407E-A947-70E740481C1C}">
                  <a14:useLocalDpi xmlns:a14="http://schemas.microsoft.com/office/drawing/2010/main"/>
                </a:ext>
              </a:extLst>
            </a:blip>
            <a:stretch>
              <a:fillRect/>
            </a:stretch>
          </p:blipFill>
          <p:spPr>
            <a:xfrm>
              <a:off x="10218420" y="1552926"/>
              <a:ext cx="365760" cy="365760"/>
            </a:xfrm>
            <a:prstGeom prst="rect">
              <a:avLst/>
            </a:prstGeom>
          </p:spPr>
        </p:pic>
        <p:pic>
          <p:nvPicPr>
            <p:cNvPr id="18" name="Picture 17"/>
            <p:cNvPicPr>
              <a:picLocks noChangeAspect="1"/>
            </p:cNvPicPr>
            <p:nvPr/>
          </p:nvPicPr>
          <p:blipFill>
            <a:blip r:embed="rId4" cstate="print">
              <a:grayscl/>
              <a:extLst>
                <a:ext uri="{28A0092B-C50C-407E-A947-70E740481C1C}">
                  <a14:useLocalDpi xmlns:a14="http://schemas.microsoft.com/office/drawing/2010/main"/>
                </a:ext>
              </a:extLst>
            </a:blip>
            <a:stretch>
              <a:fillRect/>
            </a:stretch>
          </p:blipFill>
          <p:spPr>
            <a:xfrm>
              <a:off x="11225300" y="1552926"/>
              <a:ext cx="365760" cy="365760"/>
            </a:xfrm>
            <a:prstGeom prst="rect">
              <a:avLst/>
            </a:prstGeom>
          </p:spPr>
        </p:pic>
      </p:grpSp>
      <p:grpSp>
        <p:nvGrpSpPr>
          <p:cNvPr id="57" name="Group 56"/>
          <p:cNvGrpSpPr/>
          <p:nvPr/>
        </p:nvGrpSpPr>
        <p:grpSpPr>
          <a:xfrm>
            <a:off x="5906799" y="2212623"/>
            <a:ext cx="5684261" cy="365760"/>
            <a:chOff x="5906799" y="1552926"/>
            <a:chExt cx="5684261" cy="365760"/>
          </a:xfrm>
        </p:grpSpPr>
        <p:pic>
          <p:nvPicPr>
            <p:cNvPr id="58" name="Picture 57"/>
            <p:cNvPicPr>
              <a:picLocks noChangeAspect="1"/>
            </p:cNvPicPr>
            <p:nvPr/>
          </p:nvPicPr>
          <p:blipFill>
            <a:blip r:embed="rId4" cstate="print">
              <a:grayscl/>
              <a:extLst>
                <a:ext uri="{28A0092B-C50C-407E-A947-70E740481C1C}">
                  <a14:useLocalDpi xmlns:a14="http://schemas.microsoft.com/office/drawing/2010/main"/>
                </a:ext>
              </a:extLst>
            </a:blip>
            <a:stretch>
              <a:fillRect/>
            </a:stretch>
          </p:blipFill>
          <p:spPr>
            <a:xfrm>
              <a:off x="5906799" y="1552926"/>
              <a:ext cx="365760" cy="365760"/>
            </a:xfrm>
            <a:prstGeom prst="rect">
              <a:avLst/>
            </a:prstGeom>
          </p:spPr>
        </p:pic>
        <p:pic>
          <p:nvPicPr>
            <p:cNvPr id="59" name="Picture 58"/>
            <p:cNvPicPr>
              <a:picLocks noChangeAspect="1"/>
            </p:cNvPicPr>
            <p:nvPr/>
          </p:nvPicPr>
          <p:blipFill>
            <a:blip r:embed="rId4" cstate="print">
              <a:grayscl/>
              <a:extLst>
                <a:ext uri="{28A0092B-C50C-407E-A947-70E740481C1C}">
                  <a14:useLocalDpi xmlns:a14="http://schemas.microsoft.com/office/drawing/2010/main"/>
                </a:ext>
              </a:extLst>
            </a:blip>
            <a:stretch>
              <a:fillRect/>
            </a:stretch>
          </p:blipFill>
          <p:spPr>
            <a:xfrm>
              <a:off x="6750608" y="1552926"/>
              <a:ext cx="365760" cy="365760"/>
            </a:xfrm>
            <a:prstGeom prst="rect">
              <a:avLst/>
            </a:prstGeom>
          </p:spPr>
        </p:pic>
        <p:pic>
          <p:nvPicPr>
            <p:cNvPr id="60" name="Picture 59"/>
            <p:cNvPicPr>
              <a:picLocks noChangeAspect="1"/>
            </p:cNvPicPr>
            <p:nvPr/>
          </p:nvPicPr>
          <p:blipFill>
            <a:blip r:embed="rId4" cstate="print">
              <a:grayscl/>
              <a:extLst>
                <a:ext uri="{28A0092B-C50C-407E-A947-70E740481C1C}">
                  <a14:useLocalDpi xmlns:a14="http://schemas.microsoft.com/office/drawing/2010/main"/>
                </a:ext>
              </a:extLst>
            </a:blip>
            <a:stretch>
              <a:fillRect/>
            </a:stretch>
          </p:blipFill>
          <p:spPr>
            <a:xfrm>
              <a:off x="7625335" y="1552926"/>
              <a:ext cx="365760" cy="365760"/>
            </a:xfrm>
            <a:prstGeom prst="rect">
              <a:avLst/>
            </a:prstGeom>
          </p:spPr>
        </p:pic>
        <p:pic>
          <p:nvPicPr>
            <p:cNvPr id="61" name="Picture 60"/>
            <p:cNvPicPr>
              <a:picLocks noChangeAspect="1"/>
            </p:cNvPicPr>
            <p:nvPr/>
          </p:nvPicPr>
          <p:blipFill>
            <a:blip r:embed="rId4" cstate="print">
              <a:grayscl/>
              <a:extLst>
                <a:ext uri="{28A0092B-C50C-407E-A947-70E740481C1C}">
                  <a14:useLocalDpi xmlns:a14="http://schemas.microsoft.com/office/drawing/2010/main"/>
                </a:ext>
              </a:extLst>
            </a:blip>
            <a:stretch>
              <a:fillRect/>
            </a:stretch>
          </p:blipFill>
          <p:spPr>
            <a:xfrm>
              <a:off x="8500062" y="1552926"/>
              <a:ext cx="365760" cy="365760"/>
            </a:xfrm>
            <a:prstGeom prst="rect">
              <a:avLst/>
            </a:prstGeom>
          </p:spPr>
        </p:pic>
        <p:pic>
          <p:nvPicPr>
            <p:cNvPr id="62" name="Picture 61"/>
            <p:cNvPicPr>
              <a:picLocks noChangeAspect="1"/>
            </p:cNvPicPr>
            <p:nvPr/>
          </p:nvPicPr>
          <p:blipFill>
            <a:blip r:embed="rId4" cstate="print">
              <a:grayscl/>
              <a:extLst>
                <a:ext uri="{28A0092B-C50C-407E-A947-70E740481C1C}">
                  <a14:useLocalDpi xmlns:a14="http://schemas.microsoft.com/office/drawing/2010/main"/>
                </a:ext>
              </a:extLst>
            </a:blip>
            <a:stretch>
              <a:fillRect/>
            </a:stretch>
          </p:blipFill>
          <p:spPr>
            <a:xfrm>
              <a:off x="9394420" y="1552926"/>
              <a:ext cx="365760" cy="365760"/>
            </a:xfrm>
            <a:prstGeom prst="rect">
              <a:avLst/>
            </a:prstGeom>
          </p:spPr>
        </p:pic>
        <p:pic>
          <p:nvPicPr>
            <p:cNvPr id="63" name="Picture 62"/>
            <p:cNvPicPr>
              <a:picLocks noChangeAspect="1"/>
            </p:cNvPicPr>
            <p:nvPr/>
          </p:nvPicPr>
          <p:blipFill>
            <a:blip r:embed="rId4" cstate="print">
              <a:grayscl/>
              <a:extLst>
                <a:ext uri="{28A0092B-C50C-407E-A947-70E740481C1C}">
                  <a14:useLocalDpi xmlns:a14="http://schemas.microsoft.com/office/drawing/2010/main"/>
                </a:ext>
              </a:extLst>
            </a:blip>
            <a:stretch>
              <a:fillRect/>
            </a:stretch>
          </p:blipFill>
          <p:spPr>
            <a:xfrm>
              <a:off x="10218420" y="1552926"/>
              <a:ext cx="365760" cy="365760"/>
            </a:xfrm>
            <a:prstGeom prst="rect">
              <a:avLst/>
            </a:prstGeom>
          </p:spPr>
        </p:pic>
        <p:pic>
          <p:nvPicPr>
            <p:cNvPr id="64" name="Picture 63"/>
            <p:cNvPicPr>
              <a:picLocks noChangeAspect="1"/>
            </p:cNvPicPr>
            <p:nvPr/>
          </p:nvPicPr>
          <p:blipFill>
            <a:blip r:embed="rId4" cstate="print">
              <a:grayscl/>
              <a:extLst>
                <a:ext uri="{28A0092B-C50C-407E-A947-70E740481C1C}">
                  <a14:useLocalDpi xmlns:a14="http://schemas.microsoft.com/office/drawing/2010/main"/>
                </a:ext>
              </a:extLst>
            </a:blip>
            <a:stretch>
              <a:fillRect/>
            </a:stretch>
          </p:blipFill>
          <p:spPr>
            <a:xfrm>
              <a:off x="11225300" y="1552926"/>
              <a:ext cx="365760" cy="365760"/>
            </a:xfrm>
            <a:prstGeom prst="rect">
              <a:avLst/>
            </a:prstGeom>
          </p:spPr>
        </p:pic>
      </p:grpSp>
      <p:grpSp>
        <p:nvGrpSpPr>
          <p:cNvPr id="65" name="Group 64"/>
          <p:cNvGrpSpPr/>
          <p:nvPr/>
        </p:nvGrpSpPr>
        <p:grpSpPr>
          <a:xfrm>
            <a:off x="5906799" y="2836337"/>
            <a:ext cx="5684261" cy="365760"/>
            <a:chOff x="5906799" y="1552926"/>
            <a:chExt cx="5684261" cy="365760"/>
          </a:xfrm>
        </p:grpSpPr>
        <p:pic>
          <p:nvPicPr>
            <p:cNvPr id="66" name="Picture 65"/>
            <p:cNvPicPr>
              <a:picLocks noChangeAspect="1"/>
            </p:cNvPicPr>
            <p:nvPr/>
          </p:nvPicPr>
          <p:blipFill>
            <a:blip r:embed="rId4" cstate="print">
              <a:grayscl/>
              <a:extLst>
                <a:ext uri="{28A0092B-C50C-407E-A947-70E740481C1C}">
                  <a14:useLocalDpi xmlns:a14="http://schemas.microsoft.com/office/drawing/2010/main"/>
                </a:ext>
              </a:extLst>
            </a:blip>
            <a:stretch>
              <a:fillRect/>
            </a:stretch>
          </p:blipFill>
          <p:spPr>
            <a:xfrm>
              <a:off x="5906799" y="1552926"/>
              <a:ext cx="365760" cy="365760"/>
            </a:xfrm>
            <a:prstGeom prst="rect">
              <a:avLst/>
            </a:prstGeom>
          </p:spPr>
        </p:pic>
        <p:pic>
          <p:nvPicPr>
            <p:cNvPr id="67" name="Picture 66"/>
            <p:cNvPicPr>
              <a:picLocks noChangeAspect="1"/>
            </p:cNvPicPr>
            <p:nvPr/>
          </p:nvPicPr>
          <p:blipFill>
            <a:blip r:embed="rId4" cstate="print">
              <a:grayscl/>
              <a:extLst>
                <a:ext uri="{28A0092B-C50C-407E-A947-70E740481C1C}">
                  <a14:useLocalDpi xmlns:a14="http://schemas.microsoft.com/office/drawing/2010/main"/>
                </a:ext>
              </a:extLst>
            </a:blip>
            <a:stretch>
              <a:fillRect/>
            </a:stretch>
          </p:blipFill>
          <p:spPr>
            <a:xfrm>
              <a:off x="6750608" y="1552926"/>
              <a:ext cx="365760" cy="365760"/>
            </a:xfrm>
            <a:prstGeom prst="rect">
              <a:avLst/>
            </a:prstGeom>
          </p:spPr>
        </p:pic>
        <p:pic>
          <p:nvPicPr>
            <p:cNvPr id="68" name="Picture 67"/>
            <p:cNvPicPr>
              <a:picLocks noChangeAspect="1"/>
            </p:cNvPicPr>
            <p:nvPr/>
          </p:nvPicPr>
          <p:blipFill>
            <a:blip r:embed="rId4" cstate="print">
              <a:grayscl/>
              <a:extLst>
                <a:ext uri="{28A0092B-C50C-407E-A947-70E740481C1C}">
                  <a14:useLocalDpi xmlns:a14="http://schemas.microsoft.com/office/drawing/2010/main"/>
                </a:ext>
              </a:extLst>
            </a:blip>
            <a:stretch>
              <a:fillRect/>
            </a:stretch>
          </p:blipFill>
          <p:spPr>
            <a:xfrm>
              <a:off x="7625335" y="1552926"/>
              <a:ext cx="365760" cy="365760"/>
            </a:xfrm>
            <a:prstGeom prst="rect">
              <a:avLst/>
            </a:prstGeom>
          </p:spPr>
        </p:pic>
        <p:pic>
          <p:nvPicPr>
            <p:cNvPr id="69" name="Picture 68"/>
            <p:cNvPicPr>
              <a:picLocks noChangeAspect="1"/>
            </p:cNvPicPr>
            <p:nvPr/>
          </p:nvPicPr>
          <p:blipFill>
            <a:blip r:embed="rId4" cstate="print">
              <a:grayscl/>
              <a:extLst>
                <a:ext uri="{28A0092B-C50C-407E-A947-70E740481C1C}">
                  <a14:useLocalDpi xmlns:a14="http://schemas.microsoft.com/office/drawing/2010/main"/>
                </a:ext>
              </a:extLst>
            </a:blip>
            <a:stretch>
              <a:fillRect/>
            </a:stretch>
          </p:blipFill>
          <p:spPr>
            <a:xfrm>
              <a:off x="8500062" y="1552926"/>
              <a:ext cx="365760" cy="365760"/>
            </a:xfrm>
            <a:prstGeom prst="rect">
              <a:avLst/>
            </a:prstGeom>
          </p:spPr>
        </p:pic>
        <p:pic>
          <p:nvPicPr>
            <p:cNvPr id="70" name="Picture 69"/>
            <p:cNvPicPr>
              <a:picLocks noChangeAspect="1"/>
            </p:cNvPicPr>
            <p:nvPr/>
          </p:nvPicPr>
          <p:blipFill>
            <a:blip r:embed="rId4" cstate="print">
              <a:grayscl/>
              <a:extLst>
                <a:ext uri="{28A0092B-C50C-407E-A947-70E740481C1C}">
                  <a14:useLocalDpi xmlns:a14="http://schemas.microsoft.com/office/drawing/2010/main"/>
                </a:ext>
              </a:extLst>
            </a:blip>
            <a:stretch>
              <a:fillRect/>
            </a:stretch>
          </p:blipFill>
          <p:spPr>
            <a:xfrm>
              <a:off x="9394420" y="1552926"/>
              <a:ext cx="365760" cy="365760"/>
            </a:xfrm>
            <a:prstGeom prst="rect">
              <a:avLst/>
            </a:prstGeom>
          </p:spPr>
        </p:pic>
        <p:pic>
          <p:nvPicPr>
            <p:cNvPr id="71" name="Picture 70"/>
            <p:cNvPicPr>
              <a:picLocks noChangeAspect="1"/>
            </p:cNvPicPr>
            <p:nvPr/>
          </p:nvPicPr>
          <p:blipFill>
            <a:blip r:embed="rId4" cstate="print">
              <a:grayscl/>
              <a:extLst>
                <a:ext uri="{28A0092B-C50C-407E-A947-70E740481C1C}">
                  <a14:useLocalDpi xmlns:a14="http://schemas.microsoft.com/office/drawing/2010/main"/>
                </a:ext>
              </a:extLst>
            </a:blip>
            <a:stretch>
              <a:fillRect/>
            </a:stretch>
          </p:blipFill>
          <p:spPr>
            <a:xfrm>
              <a:off x="10218420" y="1552926"/>
              <a:ext cx="365760" cy="365760"/>
            </a:xfrm>
            <a:prstGeom prst="rect">
              <a:avLst/>
            </a:prstGeom>
          </p:spPr>
        </p:pic>
        <p:pic>
          <p:nvPicPr>
            <p:cNvPr id="72" name="Picture 71"/>
            <p:cNvPicPr>
              <a:picLocks noChangeAspect="1"/>
            </p:cNvPicPr>
            <p:nvPr/>
          </p:nvPicPr>
          <p:blipFill>
            <a:blip r:embed="rId4" cstate="print">
              <a:grayscl/>
              <a:extLst>
                <a:ext uri="{28A0092B-C50C-407E-A947-70E740481C1C}">
                  <a14:useLocalDpi xmlns:a14="http://schemas.microsoft.com/office/drawing/2010/main"/>
                </a:ext>
              </a:extLst>
            </a:blip>
            <a:stretch>
              <a:fillRect/>
            </a:stretch>
          </p:blipFill>
          <p:spPr>
            <a:xfrm>
              <a:off x="11225300" y="1552926"/>
              <a:ext cx="365760" cy="365760"/>
            </a:xfrm>
            <a:prstGeom prst="rect">
              <a:avLst/>
            </a:prstGeom>
          </p:spPr>
        </p:pic>
      </p:grpSp>
      <p:grpSp>
        <p:nvGrpSpPr>
          <p:cNvPr id="73" name="Group 72"/>
          <p:cNvGrpSpPr/>
          <p:nvPr/>
        </p:nvGrpSpPr>
        <p:grpSpPr>
          <a:xfrm>
            <a:off x="5906799" y="3522778"/>
            <a:ext cx="5684261" cy="365760"/>
            <a:chOff x="5906799" y="1552926"/>
            <a:chExt cx="5684261" cy="365760"/>
          </a:xfrm>
        </p:grpSpPr>
        <p:pic>
          <p:nvPicPr>
            <p:cNvPr id="74" name="Picture 73"/>
            <p:cNvPicPr>
              <a:picLocks noChangeAspect="1"/>
            </p:cNvPicPr>
            <p:nvPr/>
          </p:nvPicPr>
          <p:blipFill>
            <a:blip r:embed="rId4" cstate="print">
              <a:grayscl/>
              <a:extLst>
                <a:ext uri="{28A0092B-C50C-407E-A947-70E740481C1C}">
                  <a14:useLocalDpi xmlns:a14="http://schemas.microsoft.com/office/drawing/2010/main"/>
                </a:ext>
              </a:extLst>
            </a:blip>
            <a:stretch>
              <a:fillRect/>
            </a:stretch>
          </p:blipFill>
          <p:spPr>
            <a:xfrm>
              <a:off x="5906799" y="1552926"/>
              <a:ext cx="365760" cy="365760"/>
            </a:xfrm>
            <a:prstGeom prst="rect">
              <a:avLst/>
            </a:prstGeom>
          </p:spPr>
        </p:pic>
        <p:pic>
          <p:nvPicPr>
            <p:cNvPr id="75" name="Picture 74"/>
            <p:cNvPicPr>
              <a:picLocks noChangeAspect="1"/>
            </p:cNvPicPr>
            <p:nvPr/>
          </p:nvPicPr>
          <p:blipFill>
            <a:blip r:embed="rId4" cstate="print">
              <a:grayscl/>
              <a:extLst>
                <a:ext uri="{28A0092B-C50C-407E-A947-70E740481C1C}">
                  <a14:useLocalDpi xmlns:a14="http://schemas.microsoft.com/office/drawing/2010/main"/>
                </a:ext>
              </a:extLst>
            </a:blip>
            <a:stretch>
              <a:fillRect/>
            </a:stretch>
          </p:blipFill>
          <p:spPr>
            <a:xfrm>
              <a:off x="6750608" y="1552926"/>
              <a:ext cx="365760" cy="365760"/>
            </a:xfrm>
            <a:prstGeom prst="rect">
              <a:avLst/>
            </a:prstGeom>
          </p:spPr>
        </p:pic>
        <p:pic>
          <p:nvPicPr>
            <p:cNvPr id="76" name="Picture 75"/>
            <p:cNvPicPr>
              <a:picLocks noChangeAspect="1"/>
            </p:cNvPicPr>
            <p:nvPr/>
          </p:nvPicPr>
          <p:blipFill>
            <a:blip r:embed="rId4" cstate="print">
              <a:grayscl/>
              <a:extLst>
                <a:ext uri="{28A0092B-C50C-407E-A947-70E740481C1C}">
                  <a14:useLocalDpi xmlns:a14="http://schemas.microsoft.com/office/drawing/2010/main"/>
                </a:ext>
              </a:extLst>
            </a:blip>
            <a:stretch>
              <a:fillRect/>
            </a:stretch>
          </p:blipFill>
          <p:spPr>
            <a:xfrm>
              <a:off x="7625335" y="1552926"/>
              <a:ext cx="365760" cy="365760"/>
            </a:xfrm>
            <a:prstGeom prst="rect">
              <a:avLst/>
            </a:prstGeom>
          </p:spPr>
        </p:pic>
        <p:pic>
          <p:nvPicPr>
            <p:cNvPr id="77" name="Picture 76"/>
            <p:cNvPicPr>
              <a:picLocks noChangeAspect="1"/>
            </p:cNvPicPr>
            <p:nvPr/>
          </p:nvPicPr>
          <p:blipFill>
            <a:blip r:embed="rId4" cstate="print">
              <a:grayscl/>
              <a:extLst>
                <a:ext uri="{28A0092B-C50C-407E-A947-70E740481C1C}">
                  <a14:useLocalDpi xmlns:a14="http://schemas.microsoft.com/office/drawing/2010/main"/>
                </a:ext>
              </a:extLst>
            </a:blip>
            <a:stretch>
              <a:fillRect/>
            </a:stretch>
          </p:blipFill>
          <p:spPr>
            <a:xfrm>
              <a:off x="8500062" y="1552926"/>
              <a:ext cx="365760" cy="365760"/>
            </a:xfrm>
            <a:prstGeom prst="rect">
              <a:avLst/>
            </a:prstGeom>
          </p:spPr>
        </p:pic>
        <p:pic>
          <p:nvPicPr>
            <p:cNvPr id="78" name="Picture 77"/>
            <p:cNvPicPr>
              <a:picLocks noChangeAspect="1"/>
            </p:cNvPicPr>
            <p:nvPr/>
          </p:nvPicPr>
          <p:blipFill>
            <a:blip r:embed="rId4" cstate="print">
              <a:grayscl/>
              <a:extLst>
                <a:ext uri="{28A0092B-C50C-407E-A947-70E740481C1C}">
                  <a14:useLocalDpi xmlns:a14="http://schemas.microsoft.com/office/drawing/2010/main"/>
                </a:ext>
              </a:extLst>
            </a:blip>
            <a:stretch>
              <a:fillRect/>
            </a:stretch>
          </p:blipFill>
          <p:spPr>
            <a:xfrm>
              <a:off x="9394420" y="1552926"/>
              <a:ext cx="365760" cy="365760"/>
            </a:xfrm>
            <a:prstGeom prst="rect">
              <a:avLst/>
            </a:prstGeom>
          </p:spPr>
        </p:pic>
        <p:pic>
          <p:nvPicPr>
            <p:cNvPr id="79" name="Picture 78"/>
            <p:cNvPicPr>
              <a:picLocks noChangeAspect="1"/>
            </p:cNvPicPr>
            <p:nvPr/>
          </p:nvPicPr>
          <p:blipFill>
            <a:blip r:embed="rId4" cstate="print">
              <a:grayscl/>
              <a:extLst>
                <a:ext uri="{28A0092B-C50C-407E-A947-70E740481C1C}">
                  <a14:useLocalDpi xmlns:a14="http://schemas.microsoft.com/office/drawing/2010/main"/>
                </a:ext>
              </a:extLst>
            </a:blip>
            <a:stretch>
              <a:fillRect/>
            </a:stretch>
          </p:blipFill>
          <p:spPr>
            <a:xfrm>
              <a:off x="10218420" y="1552926"/>
              <a:ext cx="365760" cy="365760"/>
            </a:xfrm>
            <a:prstGeom prst="rect">
              <a:avLst/>
            </a:prstGeom>
          </p:spPr>
        </p:pic>
        <p:pic>
          <p:nvPicPr>
            <p:cNvPr id="80" name="Picture 79"/>
            <p:cNvPicPr>
              <a:picLocks noChangeAspect="1"/>
            </p:cNvPicPr>
            <p:nvPr/>
          </p:nvPicPr>
          <p:blipFill>
            <a:blip r:embed="rId4" cstate="print">
              <a:grayscl/>
              <a:extLst>
                <a:ext uri="{28A0092B-C50C-407E-A947-70E740481C1C}">
                  <a14:useLocalDpi xmlns:a14="http://schemas.microsoft.com/office/drawing/2010/main"/>
                </a:ext>
              </a:extLst>
            </a:blip>
            <a:stretch>
              <a:fillRect/>
            </a:stretch>
          </p:blipFill>
          <p:spPr>
            <a:xfrm>
              <a:off x="11225300" y="1552926"/>
              <a:ext cx="365760" cy="365760"/>
            </a:xfrm>
            <a:prstGeom prst="rect">
              <a:avLst/>
            </a:prstGeom>
          </p:spPr>
        </p:pic>
      </p:grpSp>
      <p:grpSp>
        <p:nvGrpSpPr>
          <p:cNvPr id="81" name="Group 80"/>
          <p:cNvGrpSpPr/>
          <p:nvPr/>
        </p:nvGrpSpPr>
        <p:grpSpPr>
          <a:xfrm>
            <a:off x="5906799" y="4124146"/>
            <a:ext cx="5684261" cy="365760"/>
            <a:chOff x="5906799" y="1552926"/>
            <a:chExt cx="5684261" cy="365760"/>
          </a:xfrm>
        </p:grpSpPr>
        <p:pic>
          <p:nvPicPr>
            <p:cNvPr id="82" name="Picture 81"/>
            <p:cNvPicPr>
              <a:picLocks noChangeAspect="1"/>
            </p:cNvPicPr>
            <p:nvPr/>
          </p:nvPicPr>
          <p:blipFill>
            <a:blip r:embed="rId4" cstate="print">
              <a:grayscl/>
              <a:extLst>
                <a:ext uri="{28A0092B-C50C-407E-A947-70E740481C1C}">
                  <a14:useLocalDpi xmlns:a14="http://schemas.microsoft.com/office/drawing/2010/main"/>
                </a:ext>
              </a:extLst>
            </a:blip>
            <a:stretch>
              <a:fillRect/>
            </a:stretch>
          </p:blipFill>
          <p:spPr>
            <a:xfrm>
              <a:off x="5906799" y="1552926"/>
              <a:ext cx="365760" cy="365760"/>
            </a:xfrm>
            <a:prstGeom prst="rect">
              <a:avLst/>
            </a:prstGeom>
          </p:spPr>
        </p:pic>
        <p:pic>
          <p:nvPicPr>
            <p:cNvPr id="83" name="Picture 82"/>
            <p:cNvPicPr>
              <a:picLocks noChangeAspect="1"/>
            </p:cNvPicPr>
            <p:nvPr/>
          </p:nvPicPr>
          <p:blipFill>
            <a:blip r:embed="rId4" cstate="print">
              <a:grayscl/>
              <a:extLst>
                <a:ext uri="{28A0092B-C50C-407E-A947-70E740481C1C}">
                  <a14:useLocalDpi xmlns:a14="http://schemas.microsoft.com/office/drawing/2010/main"/>
                </a:ext>
              </a:extLst>
            </a:blip>
            <a:stretch>
              <a:fillRect/>
            </a:stretch>
          </p:blipFill>
          <p:spPr>
            <a:xfrm>
              <a:off x="6750608" y="1552926"/>
              <a:ext cx="365760" cy="365760"/>
            </a:xfrm>
            <a:prstGeom prst="rect">
              <a:avLst/>
            </a:prstGeom>
          </p:spPr>
        </p:pic>
        <p:pic>
          <p:nvPicPr>
            <p:cNvPr id="84" name="Picture 83"/>
            <p:cNvPicPr>
              <a:picLocks noChangeAspect="1"/>
            </p:cNvPicPr>
            <p:nvPr/>
          </p:nvPicPr>
          <p:blipFill>
            <a:blip r:embed="rId4" cstate="print">
              <a:grayscl/>
              <a:extLst>
                <a:ext uri="{28A0092B-C50C-407E-A947-70E740481C1C}">
                  <a14:useLocalDpi xmlns:a14="http://schemas.microsoft.com/office/drawing/2010/main"/>
                </a:ext>
              </a:extLst>
            </a:blip>
            <a:stretch>
              <a:fillRect/>
            </a:stretch>
          </p:blipFill>
          <p:spPr>
            <a:xfrm>
              <a:off x="7625335" y="1552926"/>
              <a:ext cx="365760" cy="365760"/>
            </a:xfrm>
            <a:prstGeom prst="rect">
              <a:avLst/>
            </a:prstGeom>
          </p:spPr>
        </p:pic>
        <p:pic>
          <p:nvPicPr>
            <p:cNvPr id="85" name="Picture 84"/>
            <p:cNvPicPr>
              <a:picLocks noChangeAspect="1"/>
            </p:cNvPicPr>
            <p:nvPr/>
          </p:nvPicPr>
          <p:blipFill>
            <a:blip r:embed="rId4" cstate="print">
              <a:grayscl/>
              <a:extLst>
                <a:ext uri="{28A0092B-C50C-407E-A947-70E740481C1C}">
                  <a14:useLocalDpi xmlns:a14="http://schemas.microsoft.com/office/drawing/2010/main"/>
                </a:ext>
              </a:extLst>
            </a:blip>
            <a:stretch>
              <a:fillRect/>
            </a:stretch>
          </p:blipFill>
          <p:spPr>
            <a:xfrm>
              <a:off x="8500062" y="1552926"/>
              <a:ext cx="365760" cy="365760"/>
            </a:xfrm>
            <a:prstGeom prst="rect">
              <a:avLst/>
            </a:prstGeom>
          </p:spPr>
        </p:pic>
        <p:pic>
          <p:nvPicPr>
            <p:cNvPr id="86" name="Picture 85"/>
            <p:cNvPicPr>
              <a:picLocks noChangeAspect="1"/>
            </p:cNvPicPr>
            <p:nvPr/>
          </p:nvPicPr>
          <p:blipFill>
            <a:blip r:embed="rId4" cstate="print">
              <a:grayscl/>
              <a:extLst>
                <a:ext uri="{28A0092B-C50C-407E-A947-70E740481C1C}">
                  <a14:useLocalDpi xmlns:a14="http://schemas.microsoft.com/office/drawing/2010/main"/>
                </a:ext>
              </a:extLst>
            </a:blip>
            <a:stretch>
              <a:fillRect/>
            </a:stretch>
          </p:blipFill>
          <p:spPr>
            <a:xfrm>
              <a:off x="9394420" y="1552926"/>
              <a:ext cx="365760" cy="365760"/>
            </a:xfrm>
            <a:prstGeom prst="rect">
              <a:avLst/>
            </a:prstGeom>
          </p:spPr>
        </p:pic>
        <p:pic>
          <p:nvPicPr>
            <p:cNvPr id="87" name="Picture 86"/>
            <p:cNvPicPr>
              <a:picLocks noChangeAspect="1"/>
            </p:cNvPicPr>
            <p:nvPr/>
          </p:nvPicPr>
          <p:blipFill>
            <a:blip r:embed="rId4" cstate="print">
              <a:grayscl/>
              <a:extLst>
                <a:ext uri="{28A0092B-C50C-407E-A947-70E740481C1C}">
                  <a14:useLocalDpi xmlns:a14="http://schemas.microsoft.com/office/drawing/2010/main"/>
                </a:ext>
              </a:extLst>
            </a:blip>
            <a:stretch>
              <a:fillRect/>
            </a:stretch>
          </p:blipFill>
          <p:spPr>
            <a:xfrm>
              <a:off x="10218420" y="1552926"/>
              <a:ext cx="365760" cy="365760"/>
            </a:xfrm>
            <a:prstGeom prst="rect">
              <a:avLst/>
            </a:prstGeom>
          </p:spPr>
        </p:pic>
        <p:pic>
          <p:nvPicPr>
            <p:cNvPr id="88" name="Picture 87"/>
            <p:cNvPicPr>
              <a:picLocks noChangeAspect="1"/>
            </p:cNvPicPr>
            <p:nvPr/>
          </p:nvPicPr>
          <p:blipFill>
            <a:blip r:embed="rId4" cstate="print">
              <a:grayscl/>
              <a:extLst>
                <a:ext uri="{28A0092B-C50C-407E-A947-70E740481C1C}">
                  <a14:useLocalDpi xmlns:a14="http://schemas.microsoft.com/office/drawing/2010/main"/>
                </a:ext>
              </a:extLst>
            </a:blip>
            <a:stretch>
              <a:fillRect/>
            </a:stretch>
          </p:blipFill>
          <p:spPr>
            <a:xfrm>
              <a:off x="11225300" y="1552926"/>
              <a:ext cx="365760" cy="365760"/>
            </a:xfrm>
            <a:prstGeom prst="rect">
              <a:avLst/>
            </a:prstGeom>
          </p:spPr>
        </p:pic>
      </p:grpSp>
      <p:grpSp>
        <p:nvGrpSpPr>
          <p:cNvPr id="89" name="Group 88"/>
          <p:cNvGrpSpPr/>
          <p:nvPr/>
        </p:nvGrpSpPr>
        <p:grpSpPr>
          <a:xfrm>
            <a:off x="5906799" y="4747860"/>
            <a:ext cx="5684261" cy="365760"/>
            <a:chOff x="5906799" y="1552926"/>
            <a:chExt cx="5684261" cy="365760"/>
          </a:xfrm>
        </p:grpSpPr>
        <p:pic>
          <p:nvPicPr>
            <p:cNvPr id="90" name="Picture 89"/>
            <p:cNvPicPr>
              <a:picLocks noChangeAspect="1"/>
            </p:cNvPicPr>
            <p:nvPr/>
          </p:nvPicPr>
          <p:blipFill>
            <a:blip r:embed="rId4" cstate="print">
              <a:grayscl/>
              <a:extLst>
                <a:ext uri="{28A0092B-C50C-407E-A947-70E740481C1C}">
                  <a14:useLocalDpi xmlns:a14="http://schemas.microsoft.com/office/drawing/2010/main"/>
                </a:ext>
              </a:extLst>
            </a:blip>
            <a:stretch>
              <a:fillRect/>
            </a:stretch>
          </p:blipFill>
          <p:spPr>
            <a:xfrm>
              <a:off x="5906799" y="1552926"/>
              <a:ext cx="365760" cy="365760"/>
            </a:xfrm>
            <a:prstGeom prst="rect">
              <a:avLst/>
            </a:prstGeom>
          </p:spPr>
        </p:pic>
        <p:pic>
          <p:nvPicPr>
            <p:cNvPr id="91" name="Picture 90"/>
            <p:cNvPicPr>
              <a:picLocks noChangeAspect="1"/>
            </p:cNvPicPr>
            <p:nvPr/>
          </p:nvPicPr>
          <p:blipFill>
            <a:blip r:embed="rId4" cstate="print">
              <a:grayscl/>
              <a:extLst>
                <a:ext uri="{28A0092B-C50C-407E-A947-70E740481C1C}">
                  <a14:useLocalDpi xmlns:a14="http://schemas.microsoft.com/office/drawing/2010/main"/>
                </a:ext>
              </a:extLst>
            </a:blip>
            <a:stretch>
              <a:fillRect/>
            </a:stretch>
          </p:blipFill>
          <p:spPr>
            <a:xfrm>
              <a:off x="6750608" y="1552926"/>
              <a:ext cx="365760" cy="365760"/>
            </a:xfrm>
            <a:prstGeom prst="rect">
              <a:avLst/>
            </a:prstGeom>
          </p:spPr>
        </p:pic>
        <p:pic>
          <p:nvPicPr>
            <p:cNvPr id="92" name="Picture 91"/>
            <p:cNvPicPr>
              <a:picLocks noChangeAspect="1"/>
            </p:cNvPicPr>
            <p:nvPr/>
          </p:nvPicPr>
          <p:blipFill>
            <a:blip r:embed="rId4" cstate="print">
              <a:grayscl/>
              <a:extLst>
                <a:ext uri="{28A0092B-C50C-407E-A947-70E740481C1C}">
                  <a14:useLocalDpi xmlns:a14="http://schemas.microsoft.com/office/drawing/2010/main"/>
                </a:ext>
              </a:extLst>
            </a:blip>
            <a:stretch>
              <a:fillRect/>
            </a:stretch>
          </p:blipFill>
          <p:spPr>
            <a:xfrm>
              <a:off x="7625335" y="1552926"/>
              <a:ext cx="365760" cy="365760"/>
            </a:xfrm>
            <a:prstGeom prst="rect">
              <a:avLst/>
            </a:prstGeom>
          </p:spPr>
        </p:pic>
        <p:pic>
          <p:nvPicPr>
            <p:cNvPr id="93" name="Picture 92"/>
            <p:cNvPicPr>
              <a:picLocks noChangeAspect="1"/>
            </p:cNvPicPr>
            <p:nvPr/>
          </p:nvPicPr>
          <p:blipFill>
            <a:blip r:embed="rId4" cstate="print">
              <a:grayscl/>
              <a:extLst>
                <a:ext uri="{28A0092B-C50C-407E-A947-70E740481C1C}">
                  <a14:useLocalDpi xmlns:a14="http://schemas.microsoft.com/office/drawing/2010/main"/>
                </a:ext>
              </a:extLst>
            </a:blip>
            <a:stretch>
              <a:fillRect/>
            </a:stretch>
          </p:blipFill>
          <p:spPr>
            <a:xfrm>
              <a:off x="8500062" y="1552926"/>
              <a:ext cx="365760" cy="365760"/>
            </a:xfrm>
            <a:prstGeom prst="rect">
              <a:avLst/>
            </a:prstGeom>
          </p:spPr>
        </p:pic>
        <p:pic>
          <p:nvPicPr>
            <p:cNvPr id="94" name="Picture 93"/>
            <p:cNvPicPr>
              <a:picLocks noChangeAspect="1"/>
            </p:cNvPicPr>
            <p:nvPr/>
          </p:nvPicPr>
          <p:blipFill>
            <a:blip r:embed="rId4" cstate="print">
              <a:grayscl/>
              <a:extLst>
                <a:ext uri="{28A0092B-C50C-407E-A947-70E740481C1C}">
                  <a14:useLocalDpi xmlns:a14="http://schemas.microsoft.com/office/drawing/2010/main"/>
                </a:ext>
              </a:extLst>
            </a:blip>
            <a:stretch>
              <a:fillRect/>
            </a:stretch>
          </p:blipFill>
          <p:spPr>
            <a:xfrm>
              <a:off x="9394420" y="1552926"/>
              <a:ext cx="365760" cy="365760"/>
            </a:xfrm>
            <a:prstGeom prst="rect">
              <a:avLst/>
            </a:prstGeom>
          </p:spPr>
        </p:pic>
        <p:pic>
          <p:nvPicPr>
            <p:cNvPr id="95" name="Picture 94"/>
            <p:cNvPicPr>
              <a:picLocks noChangeAspect="1"/>
            </p:cNvPicPr>
            <p:nvPr/>
          </p:nvPicPr>
          <p:blipFill>
            <a:blip r:embed="rId4" cstate="print">
              <a:grayscl/>
              <a:extLst>
                <a:ext uri="{28A0092B-C50C-407E-A947-70E740481C1C}">
                  <a14:useLocalDpi xmlns:a14="http://schemas.microsoft.com/office/drawing/2010/main"/>
                </a:ext>
              </a:extLst>
            </a:blip>
            <a:stretch>
              <a:fillRect/>
            </a:stretch>
          </p:blipFill>
          <p:spPr>
            <a:xfrm>
              <a:off x="10218420" y="1552926"/>
              <a:ext cx="365760" cy="365760"/>
            </a:xfrm>
            <a:prstGeom prst="rect">
              <a:avLst/>
            </a:prstGeom>
          </p:spPr>
        </p:pic>
        <p:pic>
          <p:nvPicPr>
            <p:cNvPr id="96" name="Picture 95"/>
            <p:cNvPicPr>
              <a:picLocks noChangeAspect="1"/>
            </p:cNvPicPr>
            <p:nvPr/>
          </p:nvPicPr>
          <p:blipFill>
            <a:blip r:embed="rId4" cstate="print">
              <a:grayscl/>
              <a:extLst>
                <a:ext uri="{28A0092B-C50C-407E-A947-70E740481C1C}">
                  <a14:useLocalDpi xmlns:a14="http://schemas.microsoft.com/office/drawing/2010/main"/>
                </a:ext>
              </a:extLst>
            </a:blip>
            <a:stretch>
              <a:fillRect/>
            </a:stretch>
          </p:blipFill>
          <p:spPr>
            <a:xfrm>
              <a:off x="11225300" y="1552926"/>
              <a:ext cx="365760" cy="365760"/>
            </a:xfrm>
            <a:prstGeom prst="rect">
              <a:avLst/>
            </a:prstGeom>
          </p:spPr>
        </p:pic>
      </p:grpSp>
    </p:spTree>
    <p:custDataLst>
      <p:tags r:id="rId1"/>
    </p:custDataLst>
    <p:extLst>
      <p:ext uri="{BB962C8B-B14F-4D97-AF65-F5344CB8AC3E}">
        <p14:creationId xmlns:p14="http://schemas.microsoft.com/office/powerpoint/2010/main" val="14738908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844084-22A3-1D43-9201-96598ECED07F}"/>
              </a:ext>
            </a:extLst>
          </p:cNvPr>
          <p:cNvSpPr>
            <a:spLocks noGrp="1"/>
          </p:cNvSpPr>
          <p:nvPr>
            <p:ph type="title"/>
          </p:nvPr>
        </p:nvSpPr>
        <p:spPr/>
        <p:txBody>
          <a:bodyPr>
            <a:noAutofit/>
          </a:bodyPr>
          <a:lstStyle/>
          <a:p>
            <a:r>
              <a:rPr lang="en-US" dirty="0"/>
              <a:t>Comparing monolithic and </a:t>
            </a:r>
            <a:r>
              <a:rPr lang="en-US" dirty="0">
                <a:solidFill>
                  <a:srgbClr val="FFFFFF"/>
                </a:solidFill>
              </a:rPr>
              <a:t>microservice builds</a:t>
            </a:r>
            <a:endParaRPr lang="en-US" dirty="0">
              <a:solidFill>
                <a:srgbClr val="FFFFFF"/>
              </a:solidFill>
              <a:latin typeface="Amazon Ember Light" panose="020B0403020204020204"/>
            </a:endParaRPr>
          </a:p>
        </p:txBody>
      </p:sp>
      <p:sp>
        <p:nvSpPr>
          <p:cNvPr id="3" name="Slide Number Placeholder 2"/>
          <p:cNvSpPr>
            <a:spLocks noGrp="1"/>
          </p:cNvSpPr>
          <p:nvPr>
            <p:ph type="sldNum" sz="quarter" idx="12"/>
          </p:nvPr>
        </p:nvSpPr>
        <p:spPr/>
        <p:txBody>
          <a:bodyPr/>
          <a:lstStyle/>
          <a:p>
            <a:fld id="{9FC43BFD-8FF7-A343-A8A6-E2338FCE8046}" type="slidenum">
              <a:rPr lang="en-US" smtClean="0"/>
              <a:pPr/>
              <a:t>6</a:t>
            </a:fld>
            <a:endParaRPr lang="en-US" dirty="0"/>
          </a:p>
        </p:txBody>
      </p:sp>
      <p:sp>
        <p:nvSpPr>
          <p:cNvPr id="16" name="Rectangle 15">
            <a:extLst>
              <a:ext uri="{FF2B5EF4-FFF2-40B4-BE49-F238E27FC236}">
                <a16:creationId xmlns:a16="http://schemas.microsoft.com/office/drawing/2014/main" id="{114AF52B-9D7D-8D45-A79C-A30900ADC6FC}"/>
              </a:ext>
            </a:extLst>
          </p:cNvPr>
          <p:cNvSpPr/>
          <p:nvPr/>
        </p:nvSpPr>
        <p:spPr>
          <a:xfrm>
            <a:off x="953729" y="1357945"/>
            <a:ext cx="3689950" cy="4998405"/>
          </a:xfrm>
          <a:prstGeom prst="rect">
            <a:avLst/>
          </a:prstGeom>
          <a:solidFill>
            <a:schemeClr val="accent4"/>
          </a:solidFill>
          <a:ln w="12700" cap="flat" cmpd="sng" algn="ctr">
            <a:solidFill>
              <a:srgbClr val="474746"/>
            </a:solidFill>
            <a:prstDash val="solid"/>
          </a:ln>
          <a:effectLst/>
        </p:spPr>
        <p:txBody>
          <a:bodyPr rtlCol="0" anchor="b"/>
          <a:lstStyle/>
          <a:p>
            <a:pPr algn="ctr" defTabSz="1219170">
              <a:defRPr/>
            </a:pPr>
            <a:r>
              <a:rPr lang="en-US" sz="2200" kern="0" dirty="0">
                <a:solidFill>
                  <a:schemeClr val="bg2"/>
                </a:solidFill>
                <a:latin typeface="Amazon Ember" panose="02000000000000000000" pitchFamily="2" charset="0"/>
                <a:ea typeface="Amazon Ember" panose="02000000000000000000" pitchFamily="2" charset="0"/>
              </a:rPr>
              <a:t>webserver</a:t>
            </a:r>
          </a:p>
        </p:txBody>
      </p:sp>
      <p:sp>
        <p:nvSpPr>
          <p:cNvPr id="17" name="Rectangle 16">
            <a:extLst>
              <a:ext uri="{FF2B5EF4-FFF2-40B4-BE49-F238E27FC236}">
                <a16:creationId xmlns:a16="http://schemas.microsoft.com/office/drawing/2014/main" id="{BAF2CE93-FFA9-B54C-AD6F-3A11C8D10AEA}"/>
              </a:ext>
            </a:extLst>
          </p:cNvPr>
          <p:cNvSpPr/>
          <p:nvPr/>
        </p:nvSpPr>
        <p:spPr>
          <a:xfrm>
            <a:off x="1238937" y="1673532"/>
            <a:ext cx="3113557" cy="4121773"/>
          </a:xfrm>
          <a:prstGeom prst="rect">
            <a:avLst/>
          </a:prstGeom>
          <a:solidFill>
            <a:schemeClr val="accent2"/>
          </a:solidFill>
          <a:ln w="12700" cap="flat" cmpd="sng" algn="ctr">
            <a:solidFill>
              <a:srgbClr val="474746"/>
            </a:solidFill>
            <a:prstDash val="solid"/>
          </a:ln>
          <a:effectLst/>
        </p:spPr>
        <p:txBody>
          <a:bodyPr rtlCol="0" anchor="b"/>
          <a:lstStyle/>
          <a:p>
            <a:pPr algn="ctr" defTabSz="1219170">
              <a:defRPr/>
            </a:pPr>
            <a:r>
              <a:rPr lang="en-US" sz="2200" kern="0" dirty="0">
                <a:latin typeface="Amazon Ember" panose="02000000000000000000" pitchFamily="2" charset="0"/>
                <a:ea typeface="Amazon Ember" panose="02000000000000000000" pitchFamily="2" charset="0"/>
              </a:rPr>
              <a:t>.package</a:t>
            </a:r>
          </a:p>
        </p:txBody>
      </p:sp>
      <p:sp>
        <p:nvSpPr>
          <p:cNvPr id="18" name="Rectangle 17">
            <a:extLst>
              <a:ext uri="{FF2B5EF4-FFF2-40B4-BE49-F238E27FC236}">
                <a16:creationId xmlns:a16="http://schemas.microsoft.com/office/drawing/2014/main" id="{EC014413-6CFD-9842-861F-6D765777C574}"/>
              </a:ext>
            </a:extLst>
          </p:cNvPr>
          <p:cNvSpPr/>
          <p:nvPr/>
        </p:nvSpPr>
        <p:spPr>
          <a:xfrm>
            <a:off x="1720276" y="1918990"/>
            <a:ext cx="2216833" cy="774625"/>
          </a:xfrm>
          <a:prstGeom prst="rect">
            <a:avLst/>
          </a:prstGeom>
          <a:solidFill>
            <a:sysClr val="window" lastClr="FFFFFF"/>
          </a:solidFill>
          <a:ln w="12700" cap="flat" cmpd="sng" algn="ctr">
            <a:solidFill>
              <a:srgbClr val="474746"/>
            </a:solidFill>
            <a:prstDash val="solid"/>
          </a:ln>
          <a:effectLst/>
        </p:spPr>
        <p:txBody>
          <a:bodyPr lIns="91440" rIns="91440" rtlCol="0" anchor="ctr"/>
          <a:lstStyle/>
          <a:p>
            <a:pPr algn="ctr" defTabSz="1219170">
              <a:defRPr/>
            </a:pPr>
            <a:r>
              <a:rPr lang="en-US" sz="2200" kern="0" dirty="0">
                <a:latin typeface="Amazon Ember" panose="02000000000000000000" pitchFamily="2" charset="0"/>
                <a:ea typeface="Amazon Ember" panose="02000000000000000000" pitchFamily="2" charset="0"/>
              </a:rPr>
              <a:t>Order UI</a:t>
            </a:r>
          </a:p>
        </p:txBody>
      </p:sp>
      <p:sp>
        <p:nvSpPr>
          <p:cNvPr id="19" name="Rectangle 18">
            <a:extLst>
              <a:ext uri="{FF2B5EF4-FFF2-40B4-BE49-F238E27FC236}">
                <a16:creationId xmlns:a16="http://schemas.microsoft.com/office/drawing/2014/main" id="{334E03B8-1915-5C42-9846-B69753113B6D}"/>
              </a:ext>
            </a:extLst>
          </p:cNvPr>
          <p:cNvSpPr/>
          <p:nvPr/>
        </p:nvSpPr>
        <p:spPr>
          <a:xfrm>
            <a:off x="1720275" y="2825906"/>
            <a:ext cx="2216833" cy="774625"/>
          </a:xfrm>
          <a:prstGeom prst="rect">
            <a:avLst/>
          </a:prstGeom>
          <a:solidFill>
            <a:sysClr val="window" lastClr="FFFFFF"/>
          </a:solidFill>
          <a:ln w="12700" cap="flat" cmpd="sng" algn="ctr">
            <a:solidFill>
              <a:srgbClr val="474746"/>
            </a:solidFill>
            <a:prstDash val="solid"/>
          </a:ln>
          <a:effectLst/>
        </p:spPr>
        <p:txBody>
          <a:bodyPr lIns="91440" rIns="91440" rtlCol="0" anchor="ctr"/>
          <a:lstStyle/>
          <a:p>
            <a:pPr algn="ctr" defTabSz="1219170">
              <a:defRPr/>
            </a:pPr>
            <a:r>
              <a:rPr lang="en-US" sz="2200" kern="0" dirty="0">
                <a:latin typeface="Amazon Ember" panose="02000000000000000000" pitchFamily="2" charset="0"/>
                <a:ea typeface="Amazon Ember" panose="02000000000000000000" pitchFamily="2" charset="0"/>
              </a:rPr>
              <a:t>Order service</a:t>
            </a:r>
          </a:p>
        </p:txBody>
      </p:sp>
      <p:sp>
        <p:nvSpPr>
          <p:cNvPr id="20" name="Rectangle 19">
            <a:extLst>
              <a:ext uri="{FF2B5EF4-FFF2-40B4-BE49-F238E27FC236}">
                <a16:creationId xmlns:a16="http://schemas.microsoft.com/office/drawing/2014/main" id="{0F9913AE-A79C-644C-BCE1-5BA498A05129}"/>
              </a:ext>
            </a:extLst>
          </p:cNvPr>
          <p:cNvSpPr/>
          <p:nvPr/>
        </p:nvSpPr>
        <p:spPr>
          <a:xfrm>
            <a:off x="1703840" y="3732823"/>
            <a:ext cx="2216833" cy="774625"/>
          </a:xfrm>
          <a:prstGeom prst="rect">
            <a:avLst/>
          </a:prstGeom>
          <a:solidFill>
            <a:sysClr val="window" lastClr="FFFFFF"/>
          </a:solidFill>
          <a:ln w="12700" cap="flat" cmpd="sng" algn="ctr">
            <a:solidFill>
              <a:srgbClr val="474746"/>
            </a:solidFill>
            <a:prstDash val="solid"/>
          </a:ln>
          <a:effectLst/>
        </p:spPr>
        <p:txBody>
          <a:bodyPr lIns="91440" rIns="91440" rtlCol="0" anchor="ctr"/>
          <a:lstStyle/>
          <a:p>
            <a:pPr algn="ctr" defTabSz="1219170">
              <a:defRPr/>
            </a:pPr>
            <a:r>
              <a:rPr lang="en-US" sz="2200" kern="0" dirty="0">
                <a:latin typeface="Amazon Ember" panose="02000000000000000000" pitchFamily="2" charset="0"/>
                <a:ea typeface="Amazon Ember" panose="02000000000000000000" pitchFamily="2" charset="0"/>
              </a:rPr>
              <a:t>Inventory service</a:t>
            </a:r>
          </a:p>
        </p:txBody>
      </p:sp>
      <p:sp>
        <p:nvSpPr>
          <p:cNvPr id="21" name="Rectangle 20">
            <a:extLst>
              <a:ext uri="{FF2B5EF4-FFF2-40B4-BE49-F238E27FC236}">
                <a16:creationId xmlns:a16="http://schemas.microsoft.com/office/drawing/2014/main" id="{5138D909-B325-AC4E-8331-A4F59C2BB51C}"/>
              </a:ext>
            </a:extLst>
          </p:cNvPr>
          <p:cNvSpPr/>
          <p:nvPr/>
        </p:nvSpPr>
        <p:spPr>
          <a:xfrm>
            <a:off x="1703840" y="4595113"/>
            <a:ext cx="2216833" cy="774625"/>
          </a:xfrm>
          <a:prstGeom prst="rect">
            <a:avLst/>
          </a:prstGeom>
          <a:solidFill>
            <a:sysClr val="window" lastClr="FFFFFF"/>
          </a:solidFill>
          <a:ln w="12700" cap="flat" cmpd="sng" algn="ctr">
            <a:solidFill>
              <a:srgbClr val="474746"/>
            </a:solidFill>
            <a:prstDash val="solid"/>
          </a:ln>
          <a:effectLst/>
        </p:spPr>
        <p:txBody>
          <a:bodyPr lIns="91440" rIns="91440" rtlCol="0" anchor="ctr"/>
          <a:lstStyle/>
          <a:p>
            <a:pPr algn="ctr" defTabSz="1219170">
              <a:defRPr/>
            </a:pPr>
            <a:r>
              <a:rPr lang="en-US" sz="2200" kern="0" dirty="0">
                <a:latin typeface="Amazon Ember" panose="02000000000000000000" pitchFamily="2" charset="0"/>
                <a:ea typeface="Amazon Ember" panose="02000000000000000000" pitchFamily="2" charset="0"/>
              </a:rPr>
              <a:t>Shipping service</a:t>
            </a:r>
          </a:p>
        </p:txBody>
      </p:sp>
      <p:grpSp>
        <p:nvGrpSpPr>
          <p:cNvPr id="10" name="Group 9"/>
          <p:cNvGrpSpPr/>
          <p:nvPr/>
        </p:nvGrpSpPr>
        <p:grpSpPr>
          <a:xfrm>
            <a:off x="7955800" y="2376344"/>
            <a:ext cx="3122261" cy="3024735"/>
            <a:chOff x="8053891" y="2237925"/>
            <a:chExt cx="3122261" cy="3024735"/>
          </a:xfrm>
        </p:grpSpPr>
        <p:sp>
          <p:nvSpPr>
            <p:cNvPr id="22" name="Oval 21">
              <a:extLst>
                <a:ext uri="{FF2B5EF4-FFF2-40B4-BE49-F238E27FC236}">
                  <a16:creationId xmlns:a16="http://schemas.microsoft.com/office/drawing/2014/main" id="{ED67F408-4516-D842-92CF-9763BFAFD97A}"/>
                </a:ext>
              </a:extLst>
            </p:cNvPr>
            <p:cNvSpPr/>
            <p:nvPr/>
          </p:nvSpPr>
          <p:spPr>
            <a:xfrm>
              <a:off x="8053891" y="2237925"/>
              <a:ext cx="1463040" cy="1463040"/>
            </a:xfrm>
            <a:prstGeom prst="ellipse">
              <a:avLst/>
            </a:prstGeom>
            <a:ln>
              <a:tailEnd type="triangle"/>
            </a:ln>
          </p:spPr>
          <p:style>
            <a:lnRef idx="2">
              <a:schemeClr val="dk1"/>
            </a:lnRef>
            <a:fillRef idx="1">
              <a:schemeClr val="lt1"/>
            </a:fillRef>
            <a:effectRef idx="0">
              <a:schemeClr val="dk1"/>
            </a:effectRef>
            <a:fontRef idx="minor">
              <a:schemeClr val="dk1"/>
            </a:fontRef>
          </p:style>
          <p:txBody>
            <a:bodyPr lIns="0" tIns="0" rIns="0" bIns="0" rtlCol="0" anchor="ctr"/>
            <a:lstStyle/>
            <a:p>
              <a:pPr algn="ctr" defTabSz="1219170">
                <a:defRPr/>
              </a:pPr>
              <a:r>
                <a:rPr lang="en-US" kern="0">
                  <a:solidFill>
                    <a:schemeClr val="tx1"/>
                  </a:solidFill>
                  <a:latin typeface="Amazon Ember" panose="02000000000000000000" pitchFamily="2" charset="0"/>
                  <a:ea typeface="Amazon Ember" panose="02000000000000000000" pitchFamily="2" charset="0"/>
                </a:rPr>
                <a:t>Order UI</a:t>
              </a:r>
              <a:endParaRPr lang="en-US" kern="0" dirty="0">
                <a:solidFill>
                  <a:schemeClr val="tx1"/>
                </a:solidFill>
                <a:latin typeface="Amazon Ember" panose="02000000000000000000" pitchFamily="2" charset="0"/>
                <a:ea typeface="Amazon Ember" panose="02000000000000000000" pitchFamily="2" charset="0"/>
              </a:endParaRPr>
            </a:p>
          </p:txBody>
        </p:sp>
        <p:sp>
          <p:nvSpPr>
            <p:cNvPr id="23" name="Oval 22">
              <a:extLst>
                <a:ext uri="{FF2B5EF4-FFF2-40B4-BE49-F238E27FC236}">
                  <a16:creationId xmlns:a16="http://schemas.microsoft.com/office/drawing/2014/main" id="{9DFE6DF3-80A1-0643-82D3-B9D4F5105471}"/>
                </a:ext>
              </a:extLst>
            </p:cNvPr>
            <p:cNvSpPr/>
            <p:nvPr/>
          </p:nvSpPr>
          <p:spPr>
            <a:xfrm>
              <a:off x="8053891" y="3799620"/>
              <a:ext cx="1463040" cy="1463040"/>
            </a:xfrm>
            <a:prstGeom prst="ellipse">
              <a:avLst/>
            </a:prstGeom>
            <a:ln>
              <a:tailEnd type="triangle"/>
            </a:ln>
          </p:spPr>
          <p:style>
            <a:lnRef idx="2">
              <a:schemeClr val="dk1"/>
            </a:lnRef>
            <a:fillRef idx="1">
              <a:schemeClr val="lt1"/>
            </a:fillRef>
            <a:effectRef idx="0">
              <a:schemeClr val="dk1"/>
            </a:effectRef>
            <a:fontRef idx="minor">
              <a:schemeClr val="dk1"/>
            </a:fontRef>
          </p:style>
          <p:txBody>
            <a:bodyPr lIns="0" tIns="0" rIns="0" bIns="0" rtlCol="0" anchor="ctr"/>
            <a:lstStyle/>
            <a:p>
              <a:pPr algn="ctr" defTabSz="1219170">
                <a:defRPr/>
              </a:pPr>
              <a:r>
                <a:rPr lang="en-US" kern="0" dirty="0">
                  <a:solidFill>
                    <a:schemeClr val="tx1"/>
                  </a:solidFill>
                  <a:latin typeface="Amazon Ember" panose="02000000000000000000" pitchFamily="2" charset="0"/>
                  <a:ea typeface="Amazon Ember" panose="02000000000000000000" pitchFamily="2" charset="0"/>
                </a:rPr>
                <a:t>Inventory service</a:t>
              </a:r>
            </a:p>
          </p:txBody>
        </p:sp>
        <p:sp>
          <p:nvSpPr>
            <p:cNvPr id="24" name="Oval 23">
              <a:extLst>
                <a:ext uri="{FF2B5EF4-FFF2-40B4-BE49-F238E27FC236}">
                  <a16:creationId xmlns:a16="http://schemas.microsoft.com/office/drawing/2014/main" id="{FA8FDA75-5306-E148-BA17-26DEB08D487C}"/>
                </a:ext>
              </a:extLst>
            </p:cNvPr>
            <p:cNvSpPr/>
            <p:nvPr/>
          </p:nvSpPr>
          <p:spPr>
            <a:xfrm>
              <a:off x="9713112" y="3799620"/>
              <a:ext cx="1463040" cy="1463040"/>
            </a:xfrm>
            <a:prstGeom prst="ellipse">
              <a:avLst/>
            </a:prstGeom>
            <a:ln>
              <a:tailEnd type="triangle"/>
            </a:ln>
          </p:spPr>
          <p:style>
            <a:lnRef idx="2">
              <a:schemeClr val="dk1"/>
            </a:lnRef>
            <a:fillRef idx="1">
              <a:schemeClr val="lt1"/>
            </a:fillRef>
            <a:effectRef idx="0">
              <a:schemeClr val="dk1"/>
            </a:effectRef>
            <a:fontRef idx="minor">
              <a:schemeClr val="dk1"/>
            </a:fontRef>
          </p:style>
          <p:txBody>
            <a:bodyPr lIns="0" tIns="0" rIns="0" bIns="0" rtlCol="0" anchor="ctr"/>
            <a:lstStyle/>
            <a:p>
              <a:pPr algn="ctr" defTabSz="1219170">
                <a:defRPr/>
              </a:pPr>
              <a:r>
                <a:rPr lang="en-US" kern="0" dirty="0">
                  <a:solidFill>
                    <a:schemeClr val="tx1"/>
                  </a:solidFill>
                  <a:latin typeface="Amazon Ember" panose="02000000000000000000" pitchFamily="2" charset="0"/>
                  <a:ea typeface="Amazon Ember" panose="02000000000000000000" pitchFamily="2" charset="0"/>
                </a:rPr>
                <a:t>Order service</a:t>
              </a:r>
            </a:p>
          </p:txBody>
        </p:sp>
        <p:sp>
          <p:nvSpPr>
            <p:cNvPr id="25" name="Oval 24">
              <a:extLst>
                <a:ext uri="{FF2B5EF4-FFF2-40B4-BE49-F238E27FC236}">
                  <a16:creationId xmlns:a16="http://schemas.microsoft.com/office/drawing/2014/main" id="{65D042B6-FA0A-3347-8F89-824A047D5FCB}"/>
                </a:ext>
              </a:extLst>
            </p:cNvPr>
            <p:cNvSpPr/>
            <p:nvPr/>
          </p:nvSpPr>
          <p:spPr>
            <a:xfrm>
              <a:off x="9713112" y="2237925"/>
              <a:ext cx="1463040" cy="1463040"/>
            </a:xfrm>
            <a:prstGeom prst="ellipse">
              <a:avLst/>
            </a:prstGeom>
            <a:ln>
              <a:tailEnd type="triangle"/>
            </a:ln>
          </p:spPr>
          <p:style>
            <a:lnRef idx="2">
              <a:schemeClr val="dk1"/>
            </a:lnRef>
            <a:fillRef idx="1">
              <a:schemeClr val="lt1"/>
            </a:fillRef>
            <a:effectRef idx="0">
              <a:schemeClr val="dk1"/>
            </a:effectRef>
            <a:fontRef idx="minor">
              <a:schemeClr val="dk1"/>
            </a:fontRef>
          </p:style>
          <p:txBody>
            <a:bodyPr lIns="0" tIns="0" rIns="0" bIns="0" rtlCol="0" anchor="ctr"/>
            <a:lstStyle/>
            <a:p>
              <a:pPr algn="ctr" defTabSz="1219170">
                <a:defRPr/>
              </a:pPr>
              <a:r>
                <a:rPr lang="en-US" kern="0" dirty="0">
                  <a:solidFill>
                    <a:schemeClr val="tx1"/>
                  </a:solidFill>
                  <a:latin typeface="Amazon Ember" panose="02000000000000000000" pitchFamily="2" charset="0"/>
                  <a:ea typeface="Amazon Ember" panose="02000000000000000000" pitchFamily="2" charset="0"/>
                </a:rPr>
                <a:t>Shipping service</a:t>
              </a:r>
            </a:p>
          </p:txBody>
        </p:sp>
      </p:grpSp>
      <p:sp>
        <p:nvSpPr>
          <p:cNvPr id="6" name="Footer Placeholder 5"/>
          <p:cNvSpPr>
            <a:spLocks noGrp="1"/>
          </p:cNvSpPr>
          <p:nvPr>
            <p:ph type="ftr" sz="quarter" idx="3"/>
          </p:nvPr>
        </p:nvSpPr>
        <p:spPr/>
        <p:txBody>
          <a:bodyPr/>
          <a:lstStyle/>
          <a:p>
            <a:r>
              <a:rPr lang="en-US"/>
              <a:t>© 2020 Amazon Web Services, Inc. or its Affiliates. All rights reserved.</a:t>
            </a:r>
            <a:endParaRPr lang="en-US" dirty="0"/>
          </a:p>
        </p:txBody>
      </p:sp>
      <p:cxnSp>
        <p:nvCxnSpPr>
          <p:cNvPr id="8" name="Straight Arrow Connector 7"/>
          <p:cNvCxnSpPr/>
          <p:nvPr/>
        </p:nvCxnSpPr>
        <p:spPr>
          <a:xfrm>
            <a:off x="4936236" y="3888712"/>
            <a:ext cx="2873829" cy="0"/>
          </a:xfrm>
          <a:prstGeom prst="straightConnector1">
            <a:avLst/>
          </a:prstGeom>
          <a:ln>
            <a:tailEnd type="arrow" w="med" len="sm"/>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2735722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Autofit/>
          </a:bodyPr>
          <a:lstStyle/>
          <a:p>
            <a:r>
              <a:rPr lang="en-US" dirty="0"/>
              <a:t>Solution: Docker </a:t>
            </a:r>
            <a:r>
              <a:rPr lang="en-US" dirty="0">
                <a:solidFill>
                  <a:srgbClr val="FFFFFF"/>
                </a:solidFill>
              </a:rPr>
              <a:t>containers</a:t>
            </a:r>
            <a:endParaRPr lang="en-US" dirty="0">
              <a:solidFill>
                <a:srgbClr val="FFFFFF"/>
              </a:solidFill>
              <a:latin typeface="Amazon Ember Light" panose="020B0403020204020204"/>
            </a:endParaRPr>
          </a:p>
        </p:txBody>
      </p:sp>
      <p:sp>
        <p:nvSpPr>
          <p:cNvPr id="2" name="Slide Number Placeholder 1"/>
          <p:cNvSpPr>
            <a:spLocks noGrp="1"/>
          </p:cNvSpPr>
          <p:nvPr>
            <p:ph type="sldNum" sz="quarter" idx="12"/>
          </p:nvPr>
        </p:nvSpPr>
        <p:spPr/>
        <p:txBody>
          <a:bodyPr/>
          <a:lstStyle/>
          <a:p>
            <a:fld id="{9FC43BFD-8FF7-A343-A8A6-E2338FCE8046}" type="slidenum">
              <a:rPr lang="en-US" smtClean="0"/>
              <a:pPr/>
              <a:t>7</a:t>
            </a:fld>
            <a:endParaRPr lang="en-US" dirty="0"/>
          </a:p>
        </p:txBody>
      </p:sp>
      <p:sp>
        <p:nvSpPr>
          <p:cNvPr id="31" name="TextBox 30"/>
          <p:cNvSpPr txBox="1"/>
          <p:nvPr/>
        </p:nvSpPr>
        <p:spPr>
          <a:xfrm>
            <a:off x="1395318" y="2125030"/>
            <a:ext cx="2497649" cy="461665"/>
          </a:xfrm>
          <a:prstGeom prst="rect">
            <a:avLst/>
          </a:prstGeom>
          <a:noFill/>
        </p:spPr>
        <p:txBody>
          <a:bodyPr wrap="square" rtlCol="0">
            <a:spAutoFit/>
          </a:bodyPr>
          <a:lstStyle/>
          <a:p>
            <a:r>
              <a:rPr lang="en-US" sz="2400" dirty="0">
                <a:latin typeface="Amazon Ember" panose="02000000000000000000" pitchFamily="2" charset="0"/>
                <a:ea typeface="Amazon Ember" panose="02000000000000000000" pitchFamily="2" charset="0"/>
              </a:rPr>
              <a:t>Runtime engine</a:t>
            </a:r>
          </a:p>
        </p:txBody>
      </p:sp>
      <p:sp>
        <p:nvSpPr>
          <p:cNvPr id="32" name="TextBox 31"/>
          <p:cNvSpPr txBox="1"/>
          <p:nvPr/>
        </p:nvSpPr>
        <p:spPr>
          <a:xfrm>
            <a:off x="2843847" y="4972422"/>
            <a:ext cx="1049120" cy="461665"/>
          </a:xfrm>
          <a:prstGeom prst="rect">
            <a:avLst/>
          </a:prstGeom>
          <a:noFill/>
        </p:spPr>
        <p:txBody>
          <a:bodyPr wrap="square" rtlCol="0">
            <a:spAutoFit/>
          </a:bodyPr>
          <a:lstStyle/>
          <a:p>
            <a:r>
              <a:rPr lang="en-US" sz="2400" dirty="0">
                <a:latin typeface="Amazon Ember" panose="02000000000000000000" pitchFamily="2" charset="0"/>
                <a:ea typeface="Amazon Ember" panose="02000000000000000000" pitchFamily="2" charset="0"/>
              </a:rPr>
              <a:t>Code</a:t>
            </a:r>
          </a:p>
        </p:txBody>
      </p:sp>
      <p:sp>
        <p:nvSpPr>
          <p:cNvPr id="33" name="TextBox 32"/>
          <p:cNvSpPr txBox="1"/>
          <p:nvPr/>
        </p:nvSpPr>
        <p:spPr>
          <a:xfrm>
            <a:off x="9447098" y="3436093"/>
            <a:ext cx="2341189" cy="461665"/>
          </a:xfrm>
          <a:prstGeom prst="rect">
            <a:avLst/>
          </a:prstGeom>
          <a:noFill/>
        </p:spPr>
        <p:txBody>
          <a:bodyPr wrap="square" rtlCol="0">
            <a:spAutoFit/>
          </a:bodyPr>
          <a:lstStyle/>
          <a:p>
            <a:r>
              <a:rPr lang="en-US" sz="2400" dirty="0">
                <a:solidFill>
                  <a:srgbClr val="000000"/>
                </a:solidFill>
                <a:latin typeface="Amazon Ember" panose="02000000000000000000" pitchFamily="2" charset="0"/>
                <a:ea typeface="Amazon Ember" panose="02000000000000000000" pitchFamily="2" charset="0"/>
              </a:rPr>
              <a:t>docker</a:t>
            </a:r>
            <a:endParaRPr lang="en-US" sz="2400" dirty="0">
              <a:solidFill>
                <a:srgbClr val="000000"/>
              </a:solidFill>
              <a:latin typeface="Amazon Ember" panose="02000000000000000000"/>
              <a:ea typeface="Amazon Ember" panose="02000000000000000000" pitchFamily="2" charset="0"/>
            </a:endParaRPr>
          </a:p>
        </p:txBody>
      </p:sp>
      <p:pic>
        <p:nvPicPr>
          <p:cNvPr id="15" name="Picture 14"/>
          <p:cNvPicPr>
            <a:picLocks noChangeAspect="1"/>
          </p:cNvPicPr>
          <p:nvPr/>
        </p:nvPicPr>
        <p:blipFill>
          <a:blip r:embed="rId4"/>
          <a:stretch>
            <a:fillRect/>
          </a:stretch>
        </p:blipFill>
        <p:spPr>
          <a:xfrm>
            <a:off x="7096621" y="2891140"/>
            <a:ext cx="2209756" cy="1753774"/>
          </a:xfrm>
          <a:prstGeom prst="rect">
            <a:avLst/>
          </a:prstGeom>
        </p:spPr>
      </p:pic>
      <p:sp>
        <p:nvSpPr>
          <p:cNvPr id="16" name="TextBox 15"/>
          <p:cNvSpPr txBox="1"/>
          <p:nvPr/>
        </p:nvSpPr>
        <p:spPr>
          <a:xfrm>
            <a:off x="1871343" y="3537195"/>
            <a:ext cx="2341189" cy="461665"/>
          </a:xfrm>
          <a:prstGeom prst="rect">
            <a:avLst/>
          </a:prstGeom>
          <a:noFill/>
        </p:spPr>
        <p:txBody>
          <a:bodyPr wrap="square" rtlCol="0">
            <a:spAutoFit/>
          </a:bodyPr>
          <a:lstStyle/>
          <a:p>
            <a:r>
              <a:rPr lang="en-US" sz="2400" dirty="0">
                <a:latin typeface="Amazon Ember" panose="02000000000000000000" pitchFamily="2" charset="0"/>
                <a:ea typeface="Amazon Ember" panose="02000000000000000000" pitchFamily="2" charset="0"/>
              </a:rPr>
              <a:t>Dependencies</a:t>
            </a:r>
          </a:p>
        </p:txBody>
      </p:sp>
      <p:sp>
        <p:nvSpPr>
          <p:cNvPr id="3" name="Footer Placeholder 2"/>
          <p:cNvSpPr>
            <a:spLocks noGrp="1"/>
          </p:cNvSpPr>
          <p:nvPr>
            <p:ph type="ftr" sz="quarter" idx="3"/>
          </p:nvPr>
        </p:nvSpPr>
        <p:spPr/>
        <p:txBody>
          <a:bodyPr/>
          <a:lstStyle/>
          <a:p>
            <a:r>
              <a:rPr lang="en-US"/>
              <a:t>© 2020 Amazon Web Services, Inc. or its Affiliates. All rights reserved.</a:t>
            </a:r>
            <a:endParaRPr lang="en-US" dirty="0"/>
          </a:p>
        </p:txBody>
      </p:sp>
      <p:pic>
        <p:nvPicPr>
          <p:cNvPr id="17" name="Picture 1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918359" y="1670062"/>
            <a:ext cx="1364776" cy="1371600"/>
          </a:xfrm>
          <a:prstGeom prst="rect">
            <a:avLst/>
          </a:prstGeom>
        </p:spPr>
      </p:pic>
      <p:pic>
        <p:nvPicPr>
          <p:cNvPr id="18" name="Picture 1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914947" y="3082227"/>
            <a:ext cx="1371600" cy="1371600"/>
          </a:xfrm>
          <a:prstGeom prst="rect">
            <a:avLst/>
          </a:prstGeom>
        </p:spPr>
      </p:pic>
      <p:pic>
        <p:nvPicPr>
          <p:cNvPr id="19" name="Picture 18"/>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918359" y="4517454"/>
            <a:ext cx="1364776" cy="1371600"/>
          </a:xfrm>
          <a:prstGeom prst="rect">
            <a:avLst/>
          </a:prstGeom>
        </p:spPr>
      </p:pic>
      <p:cxnSp>
        <p:nvCxnSpPr>
          <p:cNvPr id="13" name="Straight Arrow Connector 12"/>
          <p:cNvCxnSpPr>
            <a:cxnSpLocks/>
          </p:cNvCxnSpPr>
          <p:nvPr/>
        </p:nvCxnSpPr>
        <p:spPr>
          <a:xfrm>
            <a:off x="5486678" y="3750572"/>
            <a:ext cx="906470" cy="2115"/>
          </a:xfrm>
          <a:prstGeom prst="straightConnector1">
            <a:avLst/>
          </a:prstGeom>
          <a:ln w="12700">
            <a:headEnd type="arrow" w="med" len="sm"/>
            <a:tailEnd type="none" w="med" len="sm"/>
          </a:ln>
        </p:spPr>
        <p:style>
          <a:lnRef idx="1">
            <a:schemeClr val="accent1"/>
          </a:lnRef>
          <a:fillRef idx="0">
            <a:schemeClr val="accent1"/>
          </a:fillRef>
          <a:effectRef idx="0">
            <a:schemeClr val="accent1"/>
          </a:effectRef>
          <a:fontRef idx="minor">
            <a:schemeClr val="tx1"/>
          </a:fontRef>
        </p:style>
      </p:cxnSp>
      <p:grpSp>
        <p:nvGrpSpPr>
          <p:cNvPr id="20" name="Group 19">
            <a:extLst>
              <a:ext uri="{FF2B5EF4-FFF2-40B4-BE49-F238E27FC236}">
                <a16:creationId xmlns:a16="http://schemas.microsoft.com/office/drawing/2014/main" id="{0F7A8665-1D25-444D-8830-7F9604E381F9}"/>
              </a:ext>
            </a:extLst>
          </p:cNvPr>
          <p:cNvGrpSpPr/>
          <p:nvPr/>
        </p:nvGrpSpPr>
        <p:grpSpPr>
          <a:xfrm>
            <a:off x="5486678" y="2382619"/>
            <a:ext cx="1469222" cy="2766156"/>
            <a:chOff x="2684662" y="1051134"/>
            <a:chExt cx="1483636" cy="331243"/>
          </a:xfrm>
        </p:grpSpPr>
        <p:sp>
          <p:nvSpPr>
            <p:cNvPr id="22" name="Freeform 21">
              <a:extLst>
                <a:ext uri="{FF2B5EF4-FFF2-40B4-BE49-F238E27FC236}">
                  <a16:creationId xmlns:a16="http://schemas.microsoft.com/office/drawing/2014/main" id="{31C3D1B0-0DA3-BF4D-A631-69FD5F72D9F0}"/>
                </a:ext>
              </a:extLst>
            </p:cNvPr>
            <p:cNvSpPr/>
            <p:nvPr/>
          </p:nvSpPr>
          <p:spPr>
            <a:xfrm>
              <a:off x="2684662" y="1051134"/>
              <a:ext cx="915363" cy="331243"/>
            </a:xfrm>
            <a:custGeom>
              <a:avLst/>
              <a:gdLst>
                <a:gd name="connsiteX0" fmla="*/ 0 w 622300"/>
                <a:gd name="connsiteY0" fmla="*/ 0 h 1574800"/>
                <a:gd name="connsiteX1" fmla="*/ 622300 w 622300"/>
                <a:gd name="connsiteY1" fmla="*/ 0 h 1574800"/>
                <a:gd name="connsiteX2" fmla="*/ 622300 w 622300"/>
                <a:gd name="connsiteY2" fmla="*/ 1574800 h 1574800"/>
                <a:gd name="connsiteX3" fmla="*/ 482600 w 622300"/>
                <a:gd name="connsiteY3" fmla="*/ 1574800 h 1574800"/>
                <a:gd name="connsiteX4" fmla="*/ 0 w 622300"/>
                <a:gd name="connsiteY4" fmla="*/ 1574800 h 1574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2300" h="1574800">
                  <a:moveTo>
                    <a:pt x="0" y="0"/>
                  </a:moveTo>
                  <a:lnTo>
                    <a:pt x="622300" y="0"/>
                  </a:lnTo>
                  <a:lnTo>
                    <a:pt x="622300" y="1574800"/>
                  </a:lnTo>
                  <a:lnTo>
                    <a:pt x="482600" y="1574800"/>
                  </a:lnTo>
                  <a:lnTo>
                    <a:pt x="0" y="1574800"/>
                  </a:lnTo>
                </a:path>
              </a:pathLst>
            </a:custGeom>
            <a:noFill/>
            <a:ln w="12700">
              <a:solidFill>
                <a:schemeClr val="accent1"/>
              </a:solidFill>
              <a:headEnd type="arrow"/>
              <a:tailEnd type="arrow" w="med"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Arrow Connector 22">
              <a:extLst>
                <a:ext uri="{FF2B5EF4-FFF2-40B4-BE49-F238E27FC236}">
                  <a16:creationId xmlns:a16="http://schemas.microsoft.com/office/drawing/2014/main" id="{3E65DC20-99BD-D54C-9536-EFAE2B384D86}"/>
                </a:ext>
              </a:extLst>
            </p:cNvPr>
            <p:cNvCxnSpPr>
              <a:cxnSpLocks/>
            </p:cNvCxnSpPr>
            <p:nvPr/>
          </p:nvCxnSpPr>
          <p:spPr>
            <a:xfrm>
              <a:off x="3595221" y="1216272"/>
              <a:ext cx="573077" cy="0"/>
            </a:xfrm>
            <a:prstGeom prst="straightConnector1">
              <a:avLst/>
            </a:prstGeom>
            <a:ln w="12700">
              <a:solidFill>
                <a:srgbClr val="545B64"/>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41947708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a:blip r:embed="rId4"/>
          <a:stretch>
            <a:fillRect/>
          </a:stretch>
        </p:blipFill>
        <p:spPr>
          <a:xfrm>
            <a:off x="580498" y="1437568"/>
            <a:ext cx="2209756" cy="1753774"/>
          </a:xfrm>
          <a:prstGeom prst="rect">
            <a:avLst/>
          </a:prstGeom>
        </p:spPr>
      </p:pic>
      <p:sp>
        <p:nvSpPr>
          <p:cNvPr id="11" name="Title 10"/>
          <p:cNvSpPr>
            <a:spLocks noGrp="1"/>
          </p:cNvSpPr>
          <p:nvPr>
            <p:ph type="title"/>
          </p:nvPr>
        </p:nvSpPr>
        <p:spPr/>
        <p:txBody>
          <a:bodyPr>
            <a:noAutofit/>
          </a:bodyPr>
          <a:lstStyle/>
          <a:p>
            <a:r>
              <a:rPr lang="en-US" dirty="0"/>
              <a:t>Docker </a:t>
            </a:r>
            <a:r>
              <a:rPr lang="en-US" dirty="0">
                <a:solidFill>
                  <a:srgbClr val="FFFFFF"/>
                </a:solidFill>
              </a:rPr>
              <a:t>containers</a:t>
            </a:r>
            <a:endParaRPr lang="en-US" dirty="0">
              <a:solidFill>
                <a:srgbClr val="FFFFFF"/>
              </a:solidFill>
              <a:latin typeface="Amazon Ember Light" panose="020B0403020204020204"/>
            </a:endParaRPr>
          </a:p>
        </p:txBody>
      </p:sp>
      <p:sp>
        <p:nvSpPr>
          <p:cNvPr id="2" name="Slide Number Placeholder 1"/>
          <p:cNvSpPr>
            <a:spLocks noGrp="1"/>
          </p:cNvSpPr>
          <p:nvPr>
            <p:ph type="sldNum" sz="quarter" idx="12"/>
          </p:nvPr>
        </p:nvSpPr>
        <p:spPr/>
        <p:txBody>
          <a:bodyPr/>
          <a:lstStyle/>
          <a:p>
            <a:fld id="{9FC43BFD-8FF7-A343-A8A6-E2338FCE8046}" type="slidenum">
              <a:rPr lang="en-US" smtClean="0"/>
              <a:pPr/>
              <a:t>8</a:t>
            </a:fld>
            <a:endParaRPr lang="en-US" dirty="0"/>
          </a:p>
        </p:txBody>
      </p:sp>
      <p:sp>
        <p:nvSpPr>
          <p:cNvPr id="13" name="Content Placeholder 12"/>
          <p:cNvSpPr>
            <a:spLocks noGrp="1"/>
          </p:cNvSpPr>
          <p:nvPr>
            <p:ph idx="4294967295"/>
          </p:nvPr>
        </p:nvSpPr>
        <p:spPr>
          <a:xfrm>
            <a:off x="5664200" y="1439863"/>
            <a:ext cx="6527800" cy="4913312"/>
          </a:xfrm>
        </p:spPr>
        <p:txBody>
          <a:bodyPr>
            <a:normAutofit lnSpcReduction="10000"/>
          </a:bodyPr>
          <a:lstStyle/>
          <a:p>
            <a:r>
              <a:rPr lang="en-US" dirty="0"/>
              <a:t> </a:t>
            </a:r>
            <a:r>
              <a:rPr lang="en-US" dirty="0">
                <a:solidFill>
                  <a:srgbClr val="000000"/>
                </a:solidFill>
              </a:rPr>
              <a:t>Simple</a:t>
            </a:r>
            <a:r>
              <a:rPr lang="en-US" dirty="0"/>
              <a:t> to model services</a:t>
            </a:r>
          </a:p>
          <a:p>
            <a:endParaRPr lang="en-US" dirty="0"/>
          </a:p>
          <a:p>
            <a:r>
              <a:rPr lang="en-US" dirty="0"/>
              <a:t> Lightweight, portable, consistent</a:t>
            </a:r>
          </a:p>
          <a:p>
            <a:endParaRPr lang="en-US" dirty="0"/>
          </a:p>
          <a:p>
            <a:r>
              <a:rPr lang="en-US" dirty="0"/>
              <a:t> Any </a:t>
            </a:r>
            <a:r>
              <a:rPr lang="en-US" dirty="0">
                <a:solidFill>
                  <a:srgbClr val="000000"/>
                </a:solidFill>
              </a:rPr>
              <a:t>app</a:t>
            </a:r>
            <a:r>
              <a:rPr lang="en-US" dirty="0"/>
              <a:t>, any language</a:t>
            </a:r>
          </a:p>
          <a:p>
            <a:endParaRPr lang="en-US" dirty="0"/>
          </a:p>
          <a:p>
            <a:r>
              <a:rPr lang="en-US" dirty="0"/>
              <a:t> Write and package once and </a:t>
            </a:r>
            <a:r>
              <a:rPr lang="en-US" dirty="0">
                <a:solidFill>
                  <a:srgbClr val="000000"/>
                </a:solidFill>
              </a:rPr>
              <a:t>run anywhere</a:t>
            </a:r>
            <a:endParaRPr lang="en-US" dirty="0"/>
          </a:p>
          <a:p>
            <a:pPr marL="0" indent="0">
              <a:buNone/>
            </a:pPr>
            <a:endParaRPr lang="en-US" dirty="0"/>
          </a:p>
          <a:p>
            <a:r>
              <a:rPr lang="en-US" dirty="0"/>
              <a:t> Makes it </a:t>
            </a:r>
            <a:r>
              <a:rPr lang="en-US" dirty="0">
                <a:solidFill>
                  <a:srgbClr val="000000"/>
                </a:solidFill>
              </a:rPr>
              <a:t>easier</a:t>
            </a:r>
            <a:r>
              <a:rPr lang="en-US" dirty="0"/>
              <a:t> to decompose your </a:t>
            </a:r>
            <a:r>
              <a:rPr lang="en-US" dirty="0">
                <a:solidFill>
                  <a:srgbClr val="000000"/>
                </a:solidFill>
              </a:rPr>
              <a:t>apps</a:t>
            </a:r>
            <a:r>
              <a:rPr lang="en-US" dirty="0"/>
              <a:t> into microservices</a:t>
            </a:r>
          </a:p>
          <a:p>
            <a:endParaRPr lang="en-US" dirty="0"/>
          </a:p>
          <a:p>
            <a:endParaRPr lang="en-US" dirty="0"/>
          </a:p>
          <a:p>
            <a:endParaRPr lang="en-US" dirty="0"/>
          </a:p>
          <a:p>
            <a:endParaRPr lang="en-US" dirty="0"/>
          </a:p>
        </p:txBody>
      </p:sp>
      <p:sp>
        <p:nvSpPr>
          <p:cNvPr id="9" name="TextBox 8"/>
          <p:cNvSpPr txBox="1"/>
          <p:nvPr/>
        </p:nvSpPr>
        <p:spPr>
          <a:xfrm>
            <a:off x="2930975" y="1982521"/>
            <a:ext cx="2341189" cy="461665"/>
          </a:xfrm>
          <a:prstGeom prst="rect">
            <a:avLst/>
          </a:prstGeom>
          <a:noFill/>
        </p:spPr>
        <p:txBody>
          <a:bodyPr wrap="square" rtlCol="0">
            <a:spAutoFit/>
          </a:bodyPr>
          <a:lstStyle/>
          <a:p>
            <a:r>
              <a:rPr lang="en-US" sz="2400" dirty="0">
                <a:solidFill>
                  <a:srgbClr val="000000"/>
                </a:solidFill>
                <a:latin typeface="Amazon Ember" panose="02000000000000000000" pitchFamily="2" charset="0"/>
                <a:ea typeface="Amazon Ember" panose="02000000000000000000" pitchFamily="2" charset="0"/>
              </a:rPr>
              <a:t>docker</a:t>
            </a:r>
            <a:endParaRPr lang="en-US" sz="2400" dirty="0">
              <a:solidFill>
                <a:srgbClr val="000000"/>
              </a:solidFill>
              <a:latin typeface="Amazon Ember" panose="02000000000000000000"/>
              <a:ea typeface="Amazon Ember" panose="02000000000000000000" pitchFamily="2" charset="0"/>
            </a:endParaRPr>
          </a:p>
        </p:txBody>
      </p:sp>
      <p:sp>
        <p:nvSpPr>
          <p:cNvPr id="3" name="Down Arrow 2"/>
          <p:cNvSpPr/>
          <p:nvPr/>
        </p:nvSpPr>
        <p:spPr>
          <a:xfrm>
            <a:off x="2234047" y="2883539"/>
            <a:ext cx="392983" cy="615606"/>
          </a:xfrm>
          <a:prstGeom prst="downArrow">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38539" y="3325031"/>
            <a:ext cx="4343527" cy="2895685"/>
          </a:xfrm>
          <a:prstGeom prst="rect">
            <a:avLst/>
          </a:prstGeom>
        </p:spPr>
      </p:pic>
      <p:sp>
        <p:nvSpPr>
          <p:cNvPr id="5" name="Footer Placeholder 4"/>
          <p:cNvSpPr>
            <a:spLocks noGrp="1"/>
          </p:cNvSpPr>
          <p:nvPr>
            <p:ph type="ftr" sz="quarter" idx="3"/>
          </p:nvPr>
        </p:nvSpPr>
        <p:spPr/>
        <p:txBody>
          <a:bodyPr/>
          <a:lstStyle/>
          <a:p>
            <a:r>
              <a:rPr lang="en-US"/>
              <a:t>© 2020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5823077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Are virtual machines and </a:t>
            </a:r>
            <a:r>
              <a:rPr lang="en-US" dirty="0">
                <a:solidFill>
                  <a:srgbClr val="FFFFFF"/>
                </a:solidFill>
              </a:rPr>
              <a:t>containers</a:t>
            </a:r>
            <a:r>
              <a:rPr lang="en-US" dirty="0"/>
              <a:t> similar?</a:t>
            </a:r>
          </a:p>
        </p:txBody>
      </p:sp>
      <p:sp>
        <p:nvSpPr>
          <p:cNvPr id="4" name="Slide Number Placeholder 3"/>
          <p:cNvSpPr>
            <a:spLocks noGrp="1"/>
          </p:cNvSpPr>
          <p:nvPr>
            <p:ph type="sldNum" sz="quarter" idx="12"/>
          </p:nvPr>
        </p:nvSpPr>
        <p:spPr/>
        <p:txBody>
          <a:bodyPr/>
          <a:lstStyle/>
          <a:p>
            <a:fld id="{9FC43BFD-8FF7-A343-A8A6-E2338FCE8046}" type="slidenum">
              <a:rPr lang="en-US" smtClean="0"/>
              <a:pPr/>
              <a:t>9</a:t>
            </a:fld>
            <a:endParaRPr lang="en-US" dirty="0"/>
          </a:p>
        </p:txBody>
      </p:sp>
      <p:sp>
        <p:nvSpPr>
          <p:cNvPr id="3" name="Rectangle 2"/>
          <p:cNvSpPr/>
          <p:nvPr/>
        </p:nvSpPr>
        <p:spPr>
          <a:xfrm>
            <a:off x="1646229" y="5262252"/>
            <a:ext cx="3860268" cy="406400"/>
          </a:xfrm>
          <a:prstGeom prst="rect">
            <a:avLst/>
          </a:prstGeom>
          <a:solidFill>
            <a:schemeClr val="accent2"/>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latin typeface="Amazon Ember" panose="02000000000000000000" pitchFamily="2" charset="0"/>
                <a:ea typeface="Amazon Ember" panose="02000000000000000000" pitchFamily="2" charset="0"/>
                <a:cs typeface="Amazon Ember" charset="0"/>
              </a:rPr>
              <a:t>Server</a:t>
            </a:r>
          </a:p>
        </p:txBody>
      </p:sp>
      <p:sp>
        <p:nvSpPr>
          <p:cNvPr id="5" name="Rectangle 4"/>
          <p:cNvSpPr/>
          <p:nvPr/>
        </p:nvSpPr>
        <p:spPr>
          <a:xfrm>
            <a:off x="1646230" y="4859916"/>
            <a:ext cx="3860268" cy="406400"/>
          </a:xfrm>
          <a:prstGeom prst="rect">
            <a:avLst/>
          </a:prstGeom>
          <a:solidFill>
            <a:schemeClr val="accent2"/>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solidFill>
                <a:latin typeface="Amazon Ember" panose="02000000000000000000" pitchFamily="2" charset="0"/>
                <a:ea typeface="Amazon Ember" panose="02000000000000000000" pitchFamily="2" charset="0"/>
                <a:cs typeface="Amazon Ember" charset="0"/>
              </a:rPr>
              <a:t>Host OS</a:t>
            </a:r>
            <a:endParaRPr lang="en-US" dirty="0">
              <a:solidFill>
                <a:schemeClr val="tx1"/>
              </a:solidFill>
              <a:latin typeface="Amazon Ember" panose="02000000000000000000" pitchFamily="2" charset="0"/>
              <a:ea typeface="Amazon Ember" panose="02000000000000000000" pitchFamily="2" charset="0"/>
              <a:cs typeface="Amazon Ember" charset="0"/>
            </a:endParaRPr>
          </a:p>
        </p:txBody>
      </p:sp>
      <p:sp>
        <p:nvSpPr>
          <p:cNvPr id="6" name="Rectangle 5"/>
          <p:cNvSpPr/>
          <p:nvPr/>
        </p:nvSpPr>
        <p:spPr>
          <a:xfrm>
            <a:off x="1646230" y="4456412"/>
            <a:ext cx="3860268" cy="406400"/>
          </a:xfrm>
          <a:prstGeom prst="rect">
            <a:avLst/>
          </a:prstGeom>
          <a:solidFill>
            <a:schemeClr val="accent2"/>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latin typeface="Amazon Ember" panose="02000000000000000000" pitchFamily="2" charset="0"/>
                <a:ea typeface="Amazon Ember" panose="02000000000000000000" pitchFamily="2" charset="0"/>
                <a:cs typeface="Amazon Ember" charset="0"/>
              </a:rPr>
              <a:t>Hypervisor</a:t>
            </a:r>
          </a:p>
        </p:txBody>
      </p:sp>
      <p:grpSp>
        <p:nvGrpSpPr>
          <p:cNvPr id="25" name="Group 24"/>
          <p:cNvGrpSpPr/>
          <p:nvPr/>
        </p:nvGrpSpPr>
        <p:grpSpPr>
          <a:xfrm>
            <a:off x="1638589" y="1988044"/>
            <a:ext cx="1097280" cy="2462608"/>
            <a:chOff x="1638589" y="1977996"/>
            <a:chExt cx="1097280" cy="2462608"/>
          </a:xfrm>
          <a:solidFill>
            <a:schemeClr val="accent3"/>
          </a:solidFill>
        </p:grpSpPr>
        <p:sp>
          <p:nvSpPr>
            <p:cNvPr id="7" name="Rectangle 6"/>
            <p:cNvSpPr/>
            <p:nvPr/>
          </p:nvSpPr>
          <p:spPr>
            <a:xfrm>
              <a:off x="1638589" y="3289137"/>
              <a:ext cx="1097280" cy="1151467"/>
            </a:xfrm>
            <a:prstGeom prst="rect">
              <a:avLst/>
            </a:prstGeom>
            <a:grp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n-US" dirty="0">
                  <a:solidFill>
                    <a:schemeClr val="tx1"/>
                  </a:solidFill>
                  <a:latin typeface="Amazon Ember" panose="02000000000000000000" pitchFamily="2" charset="0"/>
                  <a:ea typeface="Amazon Ember" panose="02000000000000000000" pitchFamily="2" charset="0"/>
                  <a:cs typeface="Amazon Ember" charset="0"/>
                </a:rPr>
                <a:t>Guest OS</a:t>
              </a:r>
            </a:p>
          </p:txBody>
        </p:sp>
        <p:sp>
          <p:nvSpPr>
            <p:cNvPr id="12" name="Rectangle 11"/>
            <p:cNvSpPr/>
            <p:nvPr/>
          </p:nvSpPr>
          <p:spPr>
            <a:xfrm>
              <a:off x="1638589" y="2792426"/>
              <a:ext cx="1097280" cy="545123"/>
            </a:xfrm>
            <a:prstGeom prst="rect">
              <a:avLst/>
            </a:prstGeom>
            <a:grp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n-US" dirty="0">
                  <a:solidFill>
                    <a:schemeClr val="tx1"/>
                  </a:solidFill>
                  <a:latin typeface="Amazon Ember" panose="02000000000000000000" pitchFamily="2" charset="0"/>
                  <a:ea typeface="Amazon Ember" panose="02000000000000000000" pitchFamily="2" charset="0"/>
                  <a:cs typeface="Amazon Ember" charset="0"/>
                </a:rPr>
                <a:t>Bins and</a:t>
              </a:r>
            </a:p>
            <a:p>
              <a:pPr algn="ctr"/>
              <a:r>
                <a:rPr lang="en-US" dirty="0">
                  <a:solidFill>
                    <a:schemeClr val="tx1"/>
                  </a:solidFill>
                  <a:latin typeface="Amazon Ember" panose="02000000000000000000" pitchFamily="2" charset="0"/>
                  <a:ea typeface="Amazon Ember" panose="02000000000000000000" pitchFamily="2" charset="0"/>
                  <a:cs typeface="Amazon Ember" charset="0"/>
                </a:rPr>
                <a:t>libs</a:t>
              </a:r>
            </a:p>
          </p:txBody>
        </p:sp>
        <p:sp>
          <p:nvSpPr>
            <p:cNvPr id="15" name="Rectangle 14"/>
            <p:cNvSpPr/>
            <p:nvPr/>
          </p:nvSpPr>
          <p:spPr>
            <a:xfrm>
              <a:off x="1638589" y="1977996"/>
              <a:ext cx="1097280" cy="814426"/>
            </a:xfrm>
            <a:prstGeom prst="rect">
              <a:avLst/>
            </a:prstGeom>
            <a:grp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n-US" dirty="0">
                  <a:solidFill>
                    <a:schemeClr val="tx1"/>
                  </a:solidFill>
                  <a:latin typeface="Amazon Ember" panose="02000000000000000000" pitchFamily="2" charset="0"/>
                  <a:ea typeface="Amazon Ember" panose="02000000000000000000" pitchFamily="2" charset="0"/>
                  <a:cs typeface="Amazon Ember" charset="0"/>
                </a:rPr>
                <a:t>App</a:t>
              </a:r>
            </a:p>
            <a:p>
              <a:pPr algn="ctr"/>
              <a:r>
                <a:rPr lang="en-US" dirty="0">
                  <a:solidFill>
                    <a:schemeClr val="tx1"/>
                  </a:solidFill>
                  <a:latin typeface="Amazon Ember" panose="02000000000000000000" pitchFamily="2" charset="0"/>
                  <a:ea typeface="Amazon Ember" panose="02000000000000000000" pitchFamily="2" charset="0"/>
                  <a:cs typeface="Amazon Ember" charset="0"/>
                </a:rPr>
                <a:t>A</a:t>
              </a:r>
            </a:p>
          </p:txBody>
        </p:sp>
      </p:grpSp>
      <p:grpSp>
        <p:nvGrpSpPr>
          <p:cNvPr id="21" name="Group 20"/>
          <p:cNvGrpSpPr/>
          <p:nvPr/>
        </p:nvGrpSpPr>
        <p:grpSpPr>
          <a:xfrm>
            <a:off x="2789252" y="1988044"/>
            <a:ext cx="1097280" cy="2462605"/>
            <a:chOff x="2672112" y="1977996"/>
            <a:chExt cx="1097280" cy="2462605"/>
          </a:xfrm>
          <a:solidFill>
            <a:schemeClr val="accent3"/>
          </a:solidFill>
        </p:grpSpPr>
        <p:sp>
          <p:nvSpPr>
            <p:cNvPr id="10" name="Rectangle 9"/>
            <p:cNvSpPr/>
            <p:nvPr/>
          </p:nvSpPr>
          <p:spPr>
            <a:xfrm>
              <a:off x="2672112" y="3289134"/>
              <a:ext cx="1097280" cy="1151467"/>
            </a:xfrm>
            <a:prstGeom prst="rect">
              <a:avLst/>
            </a:prstGeom>
            <a:grp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n-US" dirty="0">
                  <a:solidFill>
                    <a:schemeClr val="tx1"/>
                  </a:solidFill>
                  <a:latin typeface="Amazon Ember" panose="02000000000000000000" pitchFamily="2" charset="0"/>
                  <a:ea typeface="Amazon Ember" panose="02000000000000000000" pitchFamily="2" charset="0"/>
                  <a:cs typeface="Amazon Ember" charset="0"/>
                </a:rPr>
                <a:t>Guest OS</a:t>
              </a:r>
            </a:p>
          </p:txBody>
        </p:sp>
        <p:sp>
          <p:nvSpPr>
            <p:cNvPr id="13" name="Rectangle 12"/>
            <p:cNvSpPr/>
            <p:nvPr/>
          </p:nvSpPr>
          <p:spPr>
            <a:xfrm>
              <a:off x="2672112" y="2792425"/>
              <a:ext cx="1097280" cy="545123"/>
            </a:xfrm>
            <a:prstGeom prst="rect">
              <a:avLst/>
            </a:prstGeom>
            <a:grp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n-US" dirty="0">
                  <a:solidFill>
                    <a:schemeClr val="tx1"/>
                  </a:solidFill>
                  <a:latin typeface="Amazon Ember" panose="02000000000000000000" pitchFamily="2" charset="0"/>
                  <a:ea typeface="Amazon Ember" panose="02000000000000000000" pitchFamily="2" charset="0"/>
                  <a:cs typeface="Amazon Ember" charset="0"/>
                </a:rPr>
                <a:t>Bins and</a:t>
              </a:r>
            </a:p>
            <a:p>
              <a:pPr algn="ctr"/>
              <a:r>
                <a:rPr lang="en-US" dirty="0">
                  <a:solidFill>
                    <a:schemeClr val="tx1"/>
                  </a:solidFill>
                  <a:latin typeface="Amazon Ember" panose="02000000000000000000" pitchFamily="2" charset="0"/>
                  <a:ea typeface="Amazon Ember" panose="02000000000000000000" pitchFamily="2" charset="0"/>
                  <a:cs typeface="Amazon Ember" charset="0"/>
                </a:rPr>
                <a:t>libs</a:t>
              </a:r>
            </a:p>
          </p:txBody>
        </p:sp>
        <p:sp>
          <p:nvSpPr>
            <p:cNvPr id="16" name="Rectangle 15"/>
            <p:cNvSpPr/>
            <p:nvPr/>
          </p:nvSpPr>
          <p:spPr>
            <a:xfrm>
              <a:off x="2672112" y="1977996"/>
              <a:ext cx="1097280" cy="814426"/>
            </a:xfrm>
            <a:prstGeom prst="rect">
              <a:avLst/>
            </a:prstGeom>
            <a:grp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n-US" dirty="0">
                  <a:solidFill>
                    <a:schemeClr val="tx1"/>
                  </a:solidFill>
                  <a:latin typeface="Amazon Ember" panose="02000000000000000000" pitchFamily="2" charset="0"/>
                  <a:ea typeface="Amazon Ember" panose="02000000000000000000" pitchFamily="2" charset="0"/>
                  <a:cs typeface="Amazon Ember" charset="0"/>
                </a:rPr>
                <a:t>App</a:t>
              </a:r>
            </a:p>
            <a:p>
              <a:pPr algn="ctr"/>
              <a:r>
                <a:rPr lang="en-US" dirty="0">
                  <a:solidFill>
                    <a:schemeClr val="tx1"/>
                  </a:solidFill>
                  <a:latin typeface="Amazon Ember" panose="02000000000000000000" pitchFamily="2" charset="0"/>
                  <a:ea typeface="Amazon Ember" panose="02000000000000000000" pitchFamily="2" charset="0"/>
                  <a:cs typeface="Amazon Ember" charset="0"/>
                </a:rPr>
                <a:t>A’</a:t>
              </a:r>
            </a:p>
          </p:txBody>
        </p:sp>
      </p:grpSp>
      <p:grpSp>
        <p:nvGrpSpPr>
          <p:cNvPr id="20" name="Group 19"/>
          <p:cNvGrpSpPr/>
          <p:nvPr/>
        </p:nvGrpSpPr>
        <p:grpSpPr>
          <a:xfrm>
            <a:off x="3953837" y="1984550"/>
            <a:ext cx="1097280" cy="2462606"/>
            <a:chOff x="3692573" y="1977996"/>
            <a:chExt cx="1097280" cy="2462606"/>
          </a:xfrm>
          <a:solidFill>
            <a:schemeClr val="accent3"/>
          </a:solidFill>
        </p:grpSpPr>
        <p:sp>
          <p:nvSpPr>
            <p:cNvPr id="11" name="Rectangle 10"/>
            <p:cNvSpPr/>
            <p:nvPr/>
          </p:nvSpPr>
          <p:spPr>
            <a:xfrm>
              <a:off x="3692573" y="3289135"/>
              <a:ext cx="1097280" cy="1151467"/>
            </a:xfrm>
            <a:prstGeom prst="rect">
              <a:avLst/>
            </a:prstGeom>
            <a:grp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n-US" dirty="0">
                  <a:solidFill>
                    <a:schemeClr val="tx1"/>
                  </a:solidFill>
                  <a:latin typeface="Amazon Ember" panose="02000000000000000000" pitchFamily="2" charset="0"/>
                  <a:ea typeface="Amazon Ember" panose="02000000000000000000" pitchFamily="2" charset="0"/>
                  <a:cs typeface="Amazon Ember" charset="0"/>
                </a:rPr>
                <a:t>Guest OS</a:t>
              </a:r>
            </a:p>
          </p:txBody>
        </p:sp>
        <p:sp>
          <p:nvSpPr>
            <p:cNvPr id="14" name="Rectangle 13"/>
            <p:cNvSpPr/>
            <p:nvPr/>
          </p:nvSpPr>
          <p:spPr>
            <a:xfrm>
              <a:off x="3692573" y="2792425"/>
              <a:ext cx="1097280" cy="545123"/>
            </a:xfrm>
            <a:prstGeom prst="rect">
              <a:avLst/>
            </a:prstGeom>
            <a:grp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n-US" dirty="0">
                  <a:solidFill>
                    <a:schemeClr val="tx1"/>
                  </a:solidFill>
                  <a:latin typeface="Amazon Ember" panose="02000000000000000000" pitchFamily="2" charset="0"/>
                  <a:ea typeface="Amazon Ember" panose="02000000000000000000" pitchFamily="2" charset="0"/>
                  <a:cs typeface="Amazon Ember" charset="0"/>
                </a:rPr>
                <a:t>Bins and libs</a:t>
              </a:r>
            </a:p>
          </p:txBody>
        </p:sp>
        <p:sp>
          <p:nvSpPr>
            <p:cNvPr id="17" name="Rectangle 16"/>
            <p:cNvSpPr/>
            <p:nvPr/>
          </p:nvSpPr>
          <p:spPr>
            <a:xfrm>
              <a:off x="3692573" y="1977996"/>
              <a:ext cx="1097280" cy="814426"/>
            </a:xfrm>
            <a:prstGeom prst="rect">
              <a:avLst/>
            </a:prstGeom>
            <a:grp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n-US" dirty="0">
                  <a:solidFill>
                    <a:schemeClr val="tx1"/>
                  </a:solidFill>
                  <a:latin typeface="Amazon Ember" panose="02000000000000000000" pitchFamily="2" charset="0"/>
                  <a:ea typeface="Amazon Ember" panose="02000000000000000000" pitchFamily="2" charset="0"/>
                  <a:cs typeface="Amazon Ember" charset="0"/>
                </a:rPr>
                <a:t>App</a:t>
              </a:r>
            </a:p>
            <a:p>
              <a:pPr algn="ctr"/>
              <a:r>
                <a:rPr lang="en-US" dirty="0">
                  <a:solidFill>
                    <a:schemeClr val="tx1"/>
                  </a:solidFill>
                  <a:latin typeface="Amazon Ember" panose="02000000000000000000" pitchFamily="2" charset="0"/>
                  <a:ea typeface="Amazon Ember" panose="02000000000000000000" pitchFamily="2" charset="0"/>
                  <a:cs typeface="Amazon Ember" charset="0"/>
                </a:rPr>
                <a:t>B</a:t>
              </a:r>
            </a:p>
          </p:txBody>
        </p:sp>
      </p:grpSp>
      <p:sp>
        <p:nvSpPr>
          <p:cNvPr id="31" name="Left Brace 30"/>
          <p:cNvSpPr/>
          <p:nvPr/>
        </p:nvSpPr>
        <p:spPr>
          <a:xfrm>
            <a:off x="1070631" y="1946097"/>
            <a:ext cx="447437" cy="2461794"/>
          </a:xfrm>
          <a:prstGeom prst="lef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latin typeface="Amazon Ember" charset="0"/>
              <a:ea typeface="Amazon Ember" charset="0"/>
              <a:cs typeface="Amazon Ember" charset="0"/>
            </a:endParaRPr>
          </a:p>
        </p:txBody>
      </p:sp>
      <p:sp>
        <p:nvSpPr>
          <p:cNvPr id="32" name="TextBox 31"/>
          <p:cNvSpPr txBox="1"/>
          <p:nvPr/>
        </p:nvSpPr>
        <p:spPr>
          <a:xfrm>
            <a:off x="62766" y="2900521"/>
            <a:ext cx="1172116" cy="646331"/>
          </a:xfrm>
          <a:prstGeom prst="rect">
            <a:avLst/>
          </a:prstGeom>
          <a:noFill/>
        </p:spPr>
        <p:txBody>
          <a:bodyPr wrap="none" rtlCol="0">
            <a:spAutoFit/>
          </a:bodyPr>
          <a:lstStyle/>
          <a:p>
            <a:pPr algn="ctr"/>
            <a:r>
              <a:rPr lang="en-US" dirty="0">
                <a:latin typeface="Amazon Ember" charset="0"/>
                <a:ea typeface="Amazon Ember" charset="0"/>
                <a:cs typeface="Amazon Ember" charset="0"/>
              </a:rPr>
              <a:t>Virtual </a:t>
            </a:r>
            <a:br>
              <a:rPr lang="en-US" dirty="0">
                <a:latin typeface="Amazon Ember" charset="0"/>
                <a:ea typeface="Amazon Ember" charset="0"/>
                <a:cs typeface="Amazon Ember" charset="0"/>
              </a:rPr>
            </a:br>
            <a:r>
              <a:rPr lang="en-US" dirty="0">
                <a:latin typeface="Amazon Ember" charset="0"/>
                <a:ea typeface="Amazon Ember" charset="0"/>
                <a:cs typeface="Amazon Ember" charset="0"/>
              </a:rPr>
              <a:t>machines</a:t>
            </a:r>
          </a:p>
        </p:txBody>
      </p:sp>
      <p:sp>
        <p:nvSpPr>
          <p:cNvPr id="27" name="Rectangle 26"/>
          <p:cNvSpPr/>
          <p:nvPr/>
        </p:nvSpPr>
        <p:spPr>
          <a:xfrm>
            <a:off x="8051216" y="3239057"/>
            <a:ext cx="640080" cy="814426"/>
          </a:xfrm>
          <a:prstGeom prst="rect">
            <a:avLst/>
          </a:prstGeom>
          <a:solidFill>
            <a:schemeClr val="accent4"/>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solidFill>
                <a:latin typeface="Amazon Ember" panose="02000000000000000000" pitchFamily="2" charset="0"/>
                <a:ea typeface="Amazon Ember" panose="02000000000000000000" pitchFamily="2" charset="0"/>
                <a:cs typeface="Amazon Ember" charset="0"/>
              </a:rPr>
              <a:t>App</a:t>
            </a:r>
            <a:endParaRPr lang="en-US" dirty="0">
              <a:solidFill>
                <a:schemeClr val="tx1"/>
              </a:solidFill>
              <a:latin typeface="Amazon Ember" panose="02000000000000000000" pitchFamily="2" charset="0"/>
              <a:ea typeface="Amazon Ember" panose="02000000000000000000" pitchFamily="2" charset="0"/>
              <a:cs typeface="Amazon Ember" charset="0"/>
            </a:endParaRPr>
          </a:p>
          <a:p>
            <a:pPr algn="ctr"/>
            <a:r>
              <a:rPr lang="en-US" dirty="0">
                <a:solidFill>
                  <a:schemeClr val="tx1"/>
                </a:solidFill>
                <a:latin typeface="Amazon Ember" panose="02000000000000000000" pitchFamily="2" charset="0"/>
                <a:ea typeface="Amazon Ember" panose="02000000000000000000" pitchFamily="2" charset="0"/>
                <a:cs typeface="Amazon Ember" charset="0"/>
              </a:rPr>
              <a:t>A’</a:t>
            </a:r>
          </a:p>
        </p:txBody>
      </p:sp>
      <p:sp>
        <p:nvSpPr>
          <p:cNvPr id="18" name="Rectangle 17"/>
          <p:cNvSpPr/>
          <p:nvPr/>
        </p:nvSpPr>
        <p:spPr>
          <a:xfrm>
            <a:off x="7126920" y="5266316"/>
            <a:ext cx="4222044" cy="402336"/>
          </a:xfrm>
          <a:prstGeom prst="rect">
            <a:avLst/>
          </a:prstGeom>
          <a:solidFill>
            <a:schemeClr val="accent2"/>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latin typeface="Amazon Ember" panose="02000000000000000000" pitchFamily="2" charset="0"/>
                <a:ea typeface="Amazon Ember" panose="02000000000000000000" pitchFamily="2" charset="0"/>
                <a:cs typeface="Amazon Ember" charset="0"/>
              </a:rPr>
              <a:t>Server</a:t>
            </a:r>
          </a:p>
        </p:txBody>
      </p:sp>
      <p:sp>
        <p:nvSpPr>
          <p:cNvPr id="19" name="Rectangle 18"/>
          <p:cNvSpPr/>
          <p:nvPr/>
        </p:nvSpPr>
        <p:spPr>
          <a:xfrm>
            <a:off x="7126920" y="4863980"/>
            <a:ext cx="4222044" cy="402336"/>
          </a:xfrm>
          <a:prstGeom prst="rect">
            <a:avLst/>
          </a:prstGeom>
          <a:solidFill>
            <a:schemeClr val="accent2"/>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latin typeface="Amazon Ember" panose="02000000000000000000" pitchFamily="2" charset="0"/>
                <a:ea typeface="Amazon Ember" panose="02000000000000000000" pitchFamily="2" charset="0"/>
                <a:cs typeface="Amazon Ember" charset="0"/>
              </a:rPr>
              <a:t>Host OS</a:t>
            </a:r>
          </a:p>
        </p:txBody>
      </p:sp>
      <p:sp>
        <p:nvSpPr>
          <p:cNvPr id="22" name="Rectangle 21"/>
          <p:cNvSpPr/>
          <p:nvPr/>
        </p:nvSpPr>
        <p:spPr>
          <a:xfrm>
            <a:off x="7122776" y="4054294"/>
            <a:ext cx="1574959" cy="406403"/>
          </a:xfrm>
          <a:prstGeom prst="rect">
            <a:avLst/>
          </a:prstGeom>
          <a:solidFill>
            <a:schemeClr val="accent4"/>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latin typeface="Amazon Ember" panose="02000000000000000000" pitchFamily="2" charset="0"/>
                <a:ea typeface="Amazon Ember" panose="02000000000000000000" pitchFamily="2" charset="0"/>
                <a:cs typeface="Amazon Ember" charset="0"/>
              </a:rPr>
              <a:t>Bins and libs</a:t>
            </a:r>
          </a:p>
        </p:txBody>
      </p:sp>
      <p:sp>
        <p:nvSpPr>
          <p:cNvPr id="23" name="Rectangle 22"/>
          <p:cNvSpPr/>
          <p:nvPr/>
        </p:nvSpPr>
        <p:spPr>
          <a:xfrm>
            <a:off x="8921057" y="4054294"/>
            <a:ext cx="2210571" cy="406403"/>
          </a:xfrm>
          <a:prstGeom prst="rect">
            <a:avLst/>
          </a:prstGeom>
          <a:solidFill>
            <a:schemeClr val="accent4"/>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latin typeface="Amazon Ember" panose="02000000000000000000" pitchFamily="2" charset="0"/>
                <a:ea typeface="Amazon Ember" panose="02000000000000000000" pitchFamily="2" charset="0"/>
                <a:cs typeface="Amazon Ember" charset="0"/>
              </a:rPr>
              <a:t>Bins and libs</a:t>
            </a:r>
          </a:p>
        </p:txBody>
      </p:sp>
      <p:sp>
        <p:nvSpPr>
          <p:cNvPr id="24" name="Rectangle 23"/>
          <p:cNvSpPr/>
          <p:nvPr/>
        </p:nvSpPr>
        <p:spPr>
          <a:xfrm>
            <a:off x="7126920" y="4460476"/>
            <a:ext cx="4225133" cy="402336"/>
          </a:xfrm>
          <a:prstGeom prst="rect">
            <a:avLst/>
          </a:prstGeom>
          <a:solidFill>
            <a:schemeClr val="accent3"/>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latin typeface="Amazon Ember" panose="02000000000000000000" pitchFamily="2" charset="0"/>
                <a:ea typeface="Amazon Ember" panose="02000000000000000000" pitchFamily="2" charset="0"/>
                <a:cs typeface="Amazon Ember" charset="0"/>
              </a:rPr>
              <a:t>Docker</a:t>
            </a:r>
          </a:p>
        </p:txBody>
      </p:sp>
      <p:sp>
        <p:nvSpPr>
          <p:cNvPr id="26" name="Rectangle 25"/>
          <p:cNvSpPr/>
          <p:nvPr/>
        </p:nvSpPr>
        <p:spPr>
          <a:xfrm>
            <a:off x="7122776" y="3239057"/>
            <a:ext cx="640080" cy="814426"/>
          </a:xfrm>
          <a:prstGeom prst="rect">
            <a:avLst/>
          </a:prstGeom>
          <a:solidFill>
            <a:schemeClr val="accent4"/>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latin typeface="Amazon Ember" panose="02000000000000000000" pitchFamily="2" charset="0"/>
                <a:ea typeface="Amazon Ember" panose="02000000000000000000" pitchFamily="2" charset="0"/>
                <a:cs typeface="Amazon Ember" charset="0"/>
              </a:rPr>
              <a:t>App</a:t>
            </a:r>
          </a:p>
          <a:p>
            <a:pPr algn="ctr"/>
            <a:r>
              <a:rPr lang="en-US" dirty="0">
                <a:solidFill>
                  <a:schemeClr val="tx1"/>
                </a:solidFill>
                <a:latin typeface="Amazon Ember" panose="02000000000000000000" pitchFamily="2" charset="0"/>
                <a:ea typeface="Amazon Ember" panose="02000000000000000000" pitchFamily="2" charset="0"/>
                <a:cs typeface="Amazon Ember" charset="0"/>
              </a:rPr>
              <a:t>A</a:t>
            </a:r>
          </a:p>
        </p:txBody>
      </p:sp>
      <p:sp>
        <p:nvSpPr>
          <p:cNvPr id="28" name="Rectangle 27"/>
          <p:cNvSpPr/>
          <p:nvPr/>
        </p:nvSpPr>
        <p:spPr>
          <a:xfrm>
            <a:off x="8921056" y="3239057"/>
            <a:ext cx="640080" cy="814426"/>
          </a:xfrm>
          <a:prstGeom prst="rect">
            <a:avLst/>
          </a:prstGeom>
          <a:solidFill>
            <a:schemeClr val="accent4"/>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solidFill>
                <a:latin typeface="Amazon Ember" panose="02000000000000000000" pitchFamily="2" charset="0"/>
                <a:ea typeface="Amazon Ember" panose="02000000000000000000" pitchFamily="2" charset="0"/>
                <a:cs typeface="Amazon Ember" charset="0"/>
              </a:rPr>
              <a:t>App</a:t>
            </a:r>
            <a:endParaRPr lang="en-US" dirty="0">
              <a:solidFill>
                <a:schemeClr val="tx1"/>
              </a:solidFill>
              <a:latin typeface="Amazon Ember" panose="02000000000000000000" pitchFamily="2" charset="0"/>
              <a:ea typeface="Amazon Ember" panose="02000000000000000000" pitchFamily="2" charset="0"/>
              <a:cs typeface="Amazon Ember" charset="0"/>
            </a:endParaRPr>
          </a:p>
          <a:p>
            <a:pPr algn="ctr"/>
            <a:r>
              <a:rPr lang="en-US" dirty="0">
                <a:solidFill>
                  <a:schemeClr val="tx1"/>
                </a:solidFill>
                <a:latin typeface="Amazon Ember" panose="02000000000000000000" pitchFamily="2" charset="0"/>
                <a:ea typeface="Amazon Ember" panose="02000000000000000000" pitchFamily="2" charset="0"/>
                <a:cs typeface="Amazon Ember" charset="0"/>
              </a:rPr>
              <a:t>B</a:t>
            </a:r>
          </a:p>
        </p:txBody>
      </p:sp>
      <p:sp>
        <p:nvSpPr>
          <p:cNvPr id="29" name="Rectangle 28"/>
          <p:cNvSpPr/>
          <p:nvPr/>
        </p:nvSpPr>
        <p:spPr>
          <a:xfrm>
            <a:off x="9706302" y="3239057"/>
            <a:ext cx="640080" cy="814426"/>
          </a:xfrm>
          <a:prstGeom prst="rect">
            <a:avLst/>
          </a:prstGeom>
          <a:solidFill>
            <a:schemeClr val="accent4"/>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solidFill>
                <a:latin typeface="Amazon Ember" panose="02000000000000000000" pitchFamily="2" charset="0"/>
                <a:ea typeface="Amazon Ember" panose="02000000000000000000" pitchFamily="2" charset="0"/>
                <a:cs typeface="Amazon Ember" charset="0"/>
              </a:rPr>
              <a:t>App</a:t>
            </a:r>
            <a:endParaRPr lang="en-US" dirty="0">
              <a:solidFill>
                <a:schemeClr val="tx1"/>
              </a:solidFill>
              <a:latin typeface="Amazon Ember" panose="02000000000000000000" pitchFamily="2" charset="0"/>
              <a:ea typeface="Amazon Ember" panose="02000000000000000000" pitchFamily="2" charset="0"/>
              <a:cs typeface="Amazon Ember" charset="0"/>
            </a:endParaRPr>
          </a:p>
          <a:p>
            <a:pPr algn="ctr"/>
            <a:r>
              <a:rPr lang="en-US" dirty="0">
                <a:solidFill>
                  <a:schemeClr val="tx1"/>
                </a:solidFill>
                <a:latin typeface="Amazon Ember" panose="02000000000000000000" pitchFamily="2" charset="0"/>
                <a:ea typeface="Amazon Ember" panose="02000000000000000000" pitchFamily="2" charset="0"/>
                <a:cs typeface="Amazon Ember" charset="0"/>
              </a:rPr>
              <a:t>B’</a:t>
            </a:r>
          </a:p>
        </p:txBody>
      </p:sp>
      <p:sp>
        <p:nvSpPr>
          <p:cNvPr id="30" name="Rectangle 29"/>
          <p:cNvSpPr/>
          <p:nvPr/>
        </p:nvSpPr>
        <p:spPr>
          <a:xfrm>
            <a:off x="10491548" y="3239057"/>
            <a:ext cx="640080" cy="814426"/>
          </a:xfrm>
          <a:prstGeom prst="rect">
            <a:avLst/>
          </a:prstGeom>
          <a:solidFill>
            <a:schemeClr val="accent4"/>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latin typeface="Amazon Ember" panose="02000000000000000000" pitchFamily="2" charset="0"/>
                <a:ea typeface="Amazon Ember" panose="02000000000000000000" pitchFamily="2" charset="0"/>
                <a:cs typeface="Amazon Ember" charset="0"/>
              </a:rPr>
              <a:t>App</a:t>
            </a:r>
          </a:p>
          <a:p>
            <a:pPr algn="ctr"/>
            <a:r>
              <a:rPr lang="en-US" dirty="0">
                <a:solidFill>
                  <a:schemeClr val="tx1"/>
                </a:solidFill>
                <a:latin typeface="Amazon Ember" panose="02000000000000000000" pitchFamily="2" charset="0"/>
                <a:ea typeface="Amazon Ember" panose="02000000000000000000" pitchFamily="2" charset="0"/>
                <a:cs typeface="Amazon Ember" charset="0"/>
              </a:rPr>
              <a:t>B’</a:t>
            </a:r>
          </a:p>
        </p:txBody>
      </p:sp>
      <p:sp>
        <p:nvSpPr>
          <p:cNvPr id="33" name="Left Brace 32"/>
          <p:cNvSpPr/>
          <p:nvPr/>
        </p:nvSpPr>
        <p:spPr>
          <a:xfrm>
            <a:off x="6728030" y="3261662"/>
            <a:ext cx="255545" cy="1221638"/>
          </a:xfrm>
          <a:prstGeom prst="leftBrace">
            <a:avLst/>
          </a:prstGeom>
          <a:ln w="12700">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latin typeface="Amazon Ember" charset="0"/>
              <a:ea typeface="Amazon Ember" charset="0"/>
              <a:cs typeface="Amazon Ember" charset="0"/>
            </a:endParaRPr>
          </a:p>
        </p:txBody>
      </p:sp>
      <p:sp>
        <p:nvSpPr>
          <p:cNvPr id="34" name="TextBox 33"/>
          <p:cNvSpPr txBox="1"/>
          <p:nvPr/>
        </p:nvSpPr>
        <p:spPr>
          <a:xfrm>
            <a:off x="5515480" y="3740075"/>
            <a:ext cx="1208985" cy="369332"/>
          </a:xfrm>
          <a:prstGeom prst="rect">
            <a:avLst/>
          </a:prstGeom>
          <a:noFill/>
          <a:ln w="12700">
            <a:noFill/>
          </a:ln>
        </p:spPr>
        <p:txBody>
          <a:bodyPr wrap="none" rtlCol="0">
            <a:spAutoFit/>
          </a:bodyPr>
          <a:lstStyle/>
          <a:p>
            <a:r>
              <a:rPr lang="en-US" dirty="0">
                <a:latin typeface="Amazon Ember" charset="0"/>
                <a:ea typeface="Amazon Ember" charset="0"/>
                <a:cs typeface="Amazon Ember" charset="0"/>
              </a:rPr>
              <a:t>Container</a:t>
            </a:r>
          </a:p>
        </p:txBody>
      </p:sp>
      <p:sp>
        <p:nvSpPr>
          <p:cNvPr id="35" name="TextBox 34"/>
          <p:cNvSpPr txBox="1"/>
          <p:nvPr/>
        </p:nvSpPr>
        <p:spPr>
          <a:xfrm>
            <a:off x="7030648" y="1732617"/>
            <a:ext cx="4765190" cy="1200329"/>
          </a:xfrm>
          <a:prstGeom prst="rect">
            <a:avLst/>
          </a:prstGeom>
          <a:noFill/>
        </p:spPr>
        <p:txBody>
          <a:bodyPr wrap="square" rtlCol="0">
            <a:spAutoFit/>
          </a:bodyPr>
          <a:lstStyle/>
          <a:p>
            <a:r>
              <a:rPr lang="en-US" sz="2400" dirty="0">
                <a:latin typeface="Amazon Ember" charset="0"/>
                <a:ea typeface="Amazon Ember" charset="0"/>
                <a:cs typeface="Amazon Ember" charset="0"/>
              </a:rPr>
              <a:t>Containers are isolated, but share OS and, where appropriate, bins and libraries.</a:t>
            </a:r>
          </a:p>
        </p:txBody>
      </p:sp>
      <p:sp>
        <p:nvSpPr>
          <p:cNvPr id="37" name="Left Brace 36"/>
          <p:cNvSpPr/>
          <p:nvPr/>
        </p:nvSpPr>
        <p:spPr>
          <a:xfrm>
            <a:off x="1212550" y="4447014"/>
            <a:ext cx="255545" cy="1221638"/>
          </a:xfrm>
          <a:prstGeom prst="lef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latin typeface="Amazon Ember" charset="0"/>
              <a:ea typeface="Amazon Ember" charset="0"/>
              <a:cs typeface="Amazon Ember" charset="0"/>
            </a:endParaRPr>
          </a:p>
        </p:txBody>
      </p:sp>
      <p:sp>
        <p:nvSpPr>
          <p:cNvPr id="38" name="TextBox 37"/>
          <p:cNvSpPr txBox="1"/>
          <p:nvPr/>
        </p:nvSpPr>
        <p:spPr>
          <a:xfrm>
            <a:off x="34046" y="4847662"/>
            <a:ext cx="1229556" cy="646331"/>
          </a:xfrm>
          <a:prstGeom prst="rect">
            <a:avLst/>
          </a:prstGeom>
          <a:noFill/>
        </p:spPr>
        <p:txBody>
          <a:bodyPr wrap="square" rtlCol="0">
            <a:spAutoFit/>
          </a:bodyPr>
          <a:lstStyle/>
          <a:p>
            <a:pPr algn="ctr"/>
            <a:r>
              <a:rPr lang="en-US" dirty="0">
                <a:latin typeface="Amazon Ember" charset="0"/>
                <a:ea typeface="Amazon Ember" charset="0"/>
                <a:cs typeface="Amazon Ember" charset="0"/>
              </a:rPr>
              <a:t>Host</a:t>
            </a:r>
            <a:br>
              <a:rPr lang="en-US" dirty="0">
                <a:latin typeface="Amazon Ember" charset="0"/>
                <a:ea typeface="Amazon Ember" charset="0"/>
                <a:cs typeface="Amazon Ember" charset="0"/>
              </a:rPr>
            </a:br>
            <a:r>
              <a:rPr lang="en-US" dirty="0">
                <a:latin typeface="Amazon Ember" charset="0"/>
                <a:ea typeface="Amazon Ember" charset="0"/>
                <a:cs typeface="Amazon Ember" charset="0"/>
              </a:rPr>
              <a:t>Machine</a:t>
            </a:r>
          </a:p>
        </p:txBody>
      </p:sp>
      <p:sp>
        <p:nvSpPr>
          <p:cNvPr id="9" name="Footer Placeholder 8"/>
          <p:cNvSpPr>
            <a:spLocks noGrp="1"/>
          </p:cNvSpPr>
          <p:nvPr>
            <p:ph type="ftr" sz="quarter" idx="3"/>
          </p:nvPr>
        </p:nvSpPr>
        <p:spPr/>
        <p:txBody>
          <a:bodyPr/>
          <a:lstStyle/>
          <a:p>
            <a:r>
              <a:rPr lang="en-US"/>
              <a:t>© 2020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32576317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18" grpId="0" animBg="1"/>
      <p:bldP spid="19" grpId="0" animBg="1"/>
      <p:bldP spid="22" grpId="0" animBg="1"/>
      <p:bldP spid="23" grpId="0" animBg="1"/>
      <p:bldP spid="24" grpId="0" animBg="1"/>
      <p:bldP spid="26" grpId="0" animBg="1"/>
      <p:bldP spid="28" grpId="0" animBg="1"/>
      <p:bldP spid="29" grpId="0" animBg="1"/>
      <p:bldP spid="30" grpId="0" animBg="1"/>
      <p:bldP spid="33" grpId="0" animBg="1"/>
      <p:bldP spid="34" grpId="0"/>
      <p:bldP spid="3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Introduction to</a:t>
            </a:r>
            <a:br>
              <a:rPr lang="en-US" dirty="0"/>
            </a:br>
            <a:r>
              <a:rPr lang="en-US" dirty="0"/>
              <a:t>Docker </a:t>
            </a:r>
            <a:r>
              <a:rPr lang="en-US" dirty="0">
                <a:solidFill>
                  <a:srgbClr val="FFFFFF"/>
                </a:solidFill>
              </a:rPr>
              <a:t>containers</a:t>
            </a:r>
            <a:endParaRPr lang="en-US" dirty="0">
              <a:solidFill>
                <a:srgbClr val="FFFFFF"/>
              </a:solidFill>
              <a:latin typeface="Amazon Ember Light" panose="020B0403020204020204"/>
            </a:endParaRPr>
          </a:p>
        </p:txBody>
      </p:sp>
      <p:sp>
        <p:nvSpPr>
          <p:cNvPr id="3" name="Slide Number Placeholder 2"/>
          <p:cNvSpPr>
            <a:spLocks noGrp="1"/>
          </p:cNvSpPr>
          <p:nvPr>
            <p:ph type="sldNum" sz="quarter" idx="4294967295"/>
          </p:nvPr>
        </p:nvSpPr>
        <p:spPr>
          <a:xfrm>
            <a:off x="9448800" y="6356350"/>
            <a:ext cx="2743200" cy="365125"/>
          </a:xfrm>
        </p:spPr>
        <p:txBody>
          <a:bodyPr/>
          <a:lstStyle/>
          <a:p>
            <a:fld id="{9FC43BFD-8FF7-A343-A8A6-E2338FCE8046}" type="slidenum">
              <a:rPr lang="en-US" smtClean="0"/>
              <a:pPr/>
              <a:t>10</a:t>
            </a:fld>
            <a:endParaRPr lang="en-US" dirty="0"/>
          </a:p>
        </p:txBody>
      </p:sp>
      <p:sp>
        <p:nvSpPr>
          <p:cNvPr id="5" name="Footer Placeholder 4"/>
          <p:cNvSpPr>
            <a:spLocks noGrp="1"/>
          </p:cNvSpPr>
          <p:nvPr>
            <p:ph type="ftr" sz="quarter" idx="3"/>
          </p:nvPr>
        </p:nvSpPr>
        <p:spPr/>
        <p:txBody>
          <a:bodyPr/>
          <a:lstStyle/>
          <a:p>
            <a:r>
              <a:rPr lang="en-US"/>
              <a:t>© 2020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9691103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When to use Docker </a:t>
            </a:r>
            <a:r>
              <a:rPr lang="en-US" dirty="0">
                <a:solidFill>
                  <a:srgbClr val="FFFFFF"/>
                </a:solidFill>
              </a:rPr>
              <a:t>containers</a:t>
            </a:r>
            <a:endParaRPr lang="en-US" dirty="0">
              <a:solidFill>
                <a:srgbClr val="FFFFFF"/>
              </a:solidFill>
              <a:latin typeface="Amazon Ember Light" panose="020B0403020204020204"/>
            </a:endParaRPr>
          </a:p>
        </p:txBody>
      </p:sp>
      <p:sp>
        <p:nvSpPr>
          <p:cNvPr id="4" name="Slide Number Placeholder 3"/>
          <p:cNvSpPr>
            <a:spLocks noGrp="1"/>
          </p:cNvSpPr>
          <p:nvPr>
            <p:ph type="sldNum" sz="quarter" idx="12"/>
          </p:nvPr>
        </p:nvSpPr>
        <p:spPr/>
        <p:txBody>
          <a:bodyPr/>
          <a:lstStyle/>
          <a:p>
            <a:fld id="{9FC43BFD-8FF7-A343-A8A6-E2338FCE8046}" type="slidenum">
              <a:rPr lang="en-US" smtClean="0"/>
              <a:pPr/>
              <a:t>11</a:t>
            </a:fld>
            <a:endParaRPr lang="en-US" dirty="0"/>
          </a:p>
        </p:txBody>
      </p:sp>
      <p:sp>
        <p:nvSpPr>
          <p:cNvPr id="7" name="Rounded Rectangle 6"/>
          <p:cNvSpPr/>
          <p:nvPr/>
        </p:nvSpPr>
        <p:spPr>
          <a:xfrm>
            <a:off x="422790" y="2093639"/>
            <a:ext cx="3392129" cy="1168724"/>
          </a:xfrm>
          <a:prstGeom prst="roundRect">
            <a:avLst>
              <a:gd name="adj" fmla="val 0"/>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Content Placeholder 2"/>
          <p:cNvSpPr txBox="1">
            <a:spLocks/>
          </p:cNvSpPr>
          <p:nvPr/>
        </p:nvSpPr>
        <p:spPr>
          <a:xfrm>
            <a:off x="223097" y="2984503"/>
            <a:ext cx="3791513" cy="25734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Tx/>
              <a:buBlip>
                <a:blip r:embed="rId4"/>
              </a:buBlip>
              <a:defRPr sz="2800" b="0" i="0" kern="1200">
                <a:solidFill>
                  <a:schemeClr val="tx1"/>
                </a:solidFill>
                <a:latin typeface="Amazon Ember Light" charset="0"/>
                <a:ea typeface="Amazon Ember Light" charset="0"/>
                <a:cs typeface="Amazon Ember Light" charset="0"/>
              </a:defRPr>
            </a:lvl1pPr>
            <a:lvl2pPr marL="685800" indent="-228600" algn="l" defTabSz="914400" rtl="0" eaLnBrk="1" latinLnBrk="0" hangingPunct="1">
              <a:lnSpc>
                <a:spcPct val="90000"/>
              </a:lnSpc>
              <a:spcBef>
                <a:spcPts val="500"/>
              </a:spcBef>
              <a:buFontTx/>
              <a:buBlip>
                <a:blip r:embed="rId4"/>
              </a:buBlip>
              <a:defRPr sz="2400" b="0" i="0" kern="1200">
                <a:solidFill>
                  <a:schemeClr val="tx1"/>
                </a:solidFill>
                <a:latin typeface="Amazon Ember Light" charset="0"/>
                <a:ea typeface="Amazon Ember Light" charset="0"/>
                <a:cs typeface="Amazon Ember Light" charset="0"/>
              </a:defRPr>
            </a:lvl2pPr>
            <a:lvl3pPr marL="1143000" indent="-228600" algn="l" defTabSz="914400" rtl="0" eaLnBrk="1" latinLnBrk="0" hangingPunct="1">
              <a:lnSpc>
                <a:spcPct val="90000"/>
              </a:lnSpc>
              <a:spcBef>
                <a:spcPts val="500"/>
              </a:spcBef>
              <a:buFontTx/>
              <a:buBlip>
                <a:blip r:embed="rId4"/>
              </a:buBlip>
              <a:defRPr sz="2000" b="0" i="0" kern="1200">
                <a:solidFill>
                  <a:schemeClr val="tx1"/>
                </a:solidFill>
                <a:latin typeface="Amazon Ember Light" charset="0"/>
                <a:ea typeface="Amazon Ember Light" charset="0"/>
                <a:cs typeface="Amazon Ember Light" charset="0"/>
              </a:defRPr>
            </a:lvl3pPr>
            <a:lvl4pPr marL="1600200" indent="-228600" algn="l" defTabSz="914400" rtl="0" eaLnBrk="1" latinLnBrk="0" hangingPunct="1">
              <a:lnSpc>
                <a:spcPct val="90000"/>
              </a:lnSpc>
              <a:spcBef>
                <a:spcPts val="500"/>
              </a:spcBef>
              <a:buFontTx/>
              <a:buBlip>
                <a:blip r:embed="rId4"/>
              </a:buBlip>
              <a:defRPr sz="1800" b="0" i="0" kern="1200">
                <a:solidFill>
                  <a:schemeClr val="tx1"/>
                </a:solidFill>
                <a:latin typeface="Amazon Ember Light" charset="0"/>
                <a:ea typeface="Amazon Ember Light" charset="0"/>
                <a:cs typeface="Amazon Ember Light" charset="0"/>
              </a:defRPr>
            </a:lvl4pPr>
            <a:lvl5pPr marL="2057400" indent="-228600" algn="l" defTabSz="914400" rtl="0" eaLnBrk="1" latinLnBrk="0" hangingPunct="1">
              <a:lnSpc>
                <a:spcPct val="90000"/>
              </a:lnSpc>
              <a:spcBef>
                <a:spcPts val="500"/>
              </a:spcBef>
              <a:buFontTx/>
              <a:buBlip>
                <a:blip r:embed="rId4"/>
              </a:buBlip>
              <a:defRPr sz="1800" b="0" i="0" kern="1200">
                <a:solidFill>
                  <a:schemeClr val="tx1"/>
                </a:solidFill>
                <a:latin typeface="Amazon Ember Light" charset="0"/>
                <a:ea typeface="Amazon Ember Light" charset="0"/>
                <a:cs typeface="Amazon Ember Light"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804863" indent="-457200">
              <a:buFont typeface="Arial" panose="020B0604020202020204" pitchFamily="34" charset="0"/>
              <a:buChar char="•"/>
            </a:pPr>
            <a:endParaRPr lang="en-US" dirty="0"/>
          </a:p>
          <a:p>
            <a:pPr lvl="1">
              <a:buFont typeface="Arial" panose="020B0604020202020204" pitchFamily="34" charset="0"/>
              <a:buChar char="•"/>
            </a:pPr>
            <a:r>
              <a:rPr lang="en-US" dirty="0"/>
              <a:t>Breaking up monoliths</a:t>
            </a:r>
          </a:p>
          <a:p>
            <a:pPr lvl="1">
              <a:buFont typeface="Arial" panose="020B0604020202020204" pitchFamily="34" charset="0"/>
              <a:buChar char="•"/>
            </a:pPr>
            <a:r>
              <a:rPr lang="en-US" dirty="0">
                <a:solidFill>
                  <a:srgbClr val="000000"/>
                </a:solidFill>
              </a:rPr>
              <a:t>Service-oriented architecture</a:t>
            </a:r>
            <a:endParaRPr lang="en-US" b="1" dirty="0">
              <a:solidFill>
                <a:srgbClr val="000000"/>
              </a:solidFill>
              <a:latin typeface="Amazon Ember Light" panose="020B0403020204020204"/>
            </a:endParaRPr>
          </a:p>
        </p:txBody>
      </p:sp>
      <p:sp>
        <p:nvSpPr>
          <p:cNvPr id="10" name="Rounded Rectangle 9"/>
          <p:cNvSpPr/>
          <p:nvPr/>
        </p:nvSpPr>
        <p:spPr>
          <a:xfrm>
            <a:off x="4395662" y="2093639"/>
            <a:ext cx="3392129" cy="1168724"/>
          </a:xfrm>
          <a:prstGeom prst="roundRect">
            <a:avLst>
              <a:gd name="adj" fmla="val 0"/>
            </a:avLst>
          </a:prstGeom>
          <a:noFill/>
          <a:ln w="127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ounded Rectangle 11"/>
          <p:cNvSpPr/>
          <p:nvPr/>
        </p:nvSpPr>
        <p:spPr>
          <a:xfrm>
            <a:off x="8368535" y="2093639"/>
            <a:ext cx="3392129" cy="1168724"/>
          </a:xfrm>
          <a:prstGeom prst="roundRect">
            <a:avLst>
              <a:gd name="adj" fmla="val 0"/>
            </a:avLst>
          </a:prstGeom>
          <a:noFill/>
          <a:ln w="127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Content Placeholder 2"/>
          <p:cNvSpPr txBox="1">
            <a:spLocks/>
          </p:cNvSpPr>
          <p:nvPr/>
        </p:nvSpPr>
        <p:spPr>
          <a:xfrm>
            <a:off x="4167010" y="2984503"/>
            <a:ext cx="3791513" cy="25734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Tx/>
              <a:buBlip>
                <a:blip r:embed="rId4"/>
              </a:buBlip>
              <a:defRPr sz="2800" b="0" i="0" kern="1200">
                <a:solidFill>
                  <a:schemeClr val="tx1"/>
                </a:solidFill>
                <a:latin typeface="Amazon Ember Light" charset="0"/>
                <a:ea typeface="Amazon Ember Light" charset="0"/>
                <a:cs typeface="Amazon Ember Light" charset="0"/>
              </a:defRPr>
            </a:lvl1pPr>
            <a:lvl2pPr marL="685800" indent="-228600" algn="l" defTabSz="914400" rtl="0" eaLnBrk="1" latinLnBrk="0" hangingPunct="1">
              <a:lnSpc>
                <a:spcPct val="90000"/>
              </a:lnSpc>
              <a:spcBef>
                <a:spcPts val="500"/>
              </a:spcBef>
              <a:buFontTx/>
              <a:buBlip>
                <a:blip r:embed="rId4"/>
              </a:buBlip>
              <a:defRPr sz="2400" b="0" i="0" kern="1200">
                <a:solidFill>
                  <a:schemeClr val="tx1"/>
                </a:solidFill>
                <a:latin typeface="Amazon Ember Light" charset="0"/>
                <a:ea typeface="Amazon Ember Light" charset="0"/>
                <a:cs typeface="Amazon Ember Light" charset="0"/>
              </a:defRPr>
            </a:lvl2pPr>
            <a:lvl3pPr marL="1143000" indent="-228600" algn="l" defTabSz="914400" rtl="0" eaLnBrk="1" latinLnBrk="0" hangingPunct="1">
              <a:lnSpc>
                <a:spcPct val="90000"/>
              </a:lnSpc>
              <a:spcBef>
                <a:spcPts val="500"/>
              </a:spcBef>
              <a:buFontTx/>
              <a:buBlip>
                <a:blip r:embed="rId4"/>
              </a:buBlip>
              <a:defRPr sz="2000" b="0" i="0" kern="1200">
                <a:solidFill>
                  <a:schemeClr val="tx1"/>
                </a:solidFill>
                <a:latin typeface="Amazon Ember Light" charset="0"/>
                <a:ea typeface="Amazon Ember Light" charset="0"/>
                <a:cs typeface="Amazon Ember Light" charset="0"/>
              </a:defRPr>
            </a:lvl3pPr>
            <a:lvl4pPr marL="1600200" indent="-228600" algn="l" defTabSz="914400" rtl="0" eaLnBrk="1" latinLnBrk="0" hangingPunct="1">
              <a:lnSpc>
                <a:spcPct val="90000"/>
              </a:lnSpc>
              <a:spcBef>
                <a:spcPts val="500"/>
              </a:spcBef>
              <a:buFontTx/>
              <a:buBlip>
                <a:blip r:embed="rId4"/>
              </a:buBlip>
              <a:defRPr sz="1800" b="0" i="0" kern="1200">
                <a:solidFill>
                  <a:schemeClr val="tx1"/>
                </a:solidFill>
                <a:latin typeface="Amazon Ember Light" charset="0"/>
                <a:ea typeface="Amazon Ember Light" charset="0"/>
                <a:cs typeface="Amazon Ember Light" charset="0"/>
              </a:defRPr>
            </a:lvl4pPr>
            <a:lvl5pPr marL="2057400" indent="-228600" algn="l" defTabSz="914400" rtl="0" eaLnBrk="1" latinLnBrk="0" hangingPunct="1">
              <a:lnSpc>
                <a:spcPct val="90000"/>
              </a:lnSpc>
              <a:spcBef>
                <a:spcPts val="500"/>
              </a:spcBef>
              <a:buFontTx/>
              <a:buBlip>
                <a:blip r:embed="rId4"/>
              </a:buBlip>
              <a:defRPr sz="1800" b="0" i="0" kern="1200">
                <a:solidFill>
                  <a:schemeClr val="tx1"/>
                </a:solidFill>
                <a:latin typeface="Amazon Ember Light" charset="0"/>
                <a:ea typeface="Amazon Ember Light" charset="0"/>
                <a:cs typeface="Amazon Ember Light"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804863" indent="-457200">
              <a:buFont typeface="Arial" panose="020B0604020202020204" pitchFamily="34" charset="0"/>
              <a:buChar char="•"/>
            </a:pPr>
            <a:endParaRPr lang="en-US" dirty="0"/>
          </a:p>
          <a:p>
            <a:pPr lvl="1">
              <a:buFont typeface="Arial" panose="020B0604020202020204" pitchFamily="34" charset="0"/>
              <a:buChar char="•"/>
            </a:pPr>
            <a:r>
              <a:rPr lang="en-US" dirty="0"/>
              <a:t>Short-lived jobs</a:t>
            </a:r>
          </a:p>
          <a:p>
            <a:pPr lvl="1">
              <a:buFont typeface="Arial" panose="020B0604020202020204" pitchFamily="34" charset="0"/>
              <a:buChar char="•"/>
            </a:pPr>
            <a:r>
              <a:rPr lang="en-US" dirty="0"/>
              <a:t>Variety and flexibility</a:t>
            </a:r>
          </a:p>
          <a:p>
            <a:pPr lvl="1">
              <a:buFont typeface="Arial" panose="020B0604020202020204" pitchFamily="34" charset="0"/>
              <a:buChar char="•"/>
            </a:pPr>
            <a:r>
              <a:rPr lang="en-US" dirty="0"/>
              <a:t>Elastic</a:t>
            </a:r>
          </a:p>
        </p:txBody>
      </p:sp>
      <p:sp>
        <p:nvSpPr>
          <p:cNvPr id="14" name="Content Placeholder 2"/>
          <p:cNvSpPr txBox="1">
            <a:spLocks/>
          </p:cNvSpPr>
          <p:nvPr/>
        </p:nvSpPr>
        <p:spPr>
          <a:xfrm>
            <a:off x="8187175" y="2984503"/>
            <a:ext cx="3791513" cy="257344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Tx/>
              <a:buBlip>
                <a:blip r:embed="rId4"/>
              </a:buBlip>
              <a:defRPr sz="2800" b="0" i="0" kern="1200">
                <a:solidFill>
                  <a:schemeClr val="tx1"/>
                </a:solidFill>
                <a:latin typeface="Amazon Ember Light" charset="0"/>
                <a:ea typeface="Amazon Ember Light" charset="0"/>
                <a:cs typeface="Amazon Ember Light" charset="0"/>
              </a:defRPr>
            </a:lvl1pPr>
            <a:lvl2pPr marL="685800" indent="-228600" algn="l" defTabSz="914400" rtl="0" eaLnBrk="1" latinLnBrk="0" hangingPunct="1">
              <a:lnSpc>
                <a:spcPct val="90000"/>
              </a:lnSpc>
              <a:spcBef>
                <a:spcPts val="500"/>
              </a:spcBef>
              <a:buFontTx/>
              <a:buBlip>
                <a:blip r:embed="rId4"/>
              </a:buBlip>
              <a:defRPr sz="2400" b="0" i="0" kern="1200">
                <a:solidFill>
                  <a:schemeClr val="tx1"/>
                </a:solidFill>
                <a:latin typeface="Amazon Ember Light" charset="0"/>
                <a:ea typeface="Amazon Ember Light" charset="0"/>
                <a:cs typeface="Amazon Ember Light" charset="0"/>
              </a:defRPr>
            </a:lvl2pPr>
            <a:lvl3pPr marL="1143000" indent="-228600" algn="l" defTabSz="914400" rtl="0" eaLnBrk="1" latinLnBrk="0" hangingPunct="1">
              <a:lnSpc>
                <a:spcPct val="90000"/>
              </a:lnSpc>
              <a:spcBef>
                <a:spcPts val="500"/>
              </a:spcBef>
              <a:buFontTx/>
              <a:buBlip>
                <a:blip r:embed="rId4"/>
              </a:buBlip>
              <a:defRPr sz="2000" b="0" i="0" kern="1200">
                <a:solidFill>
                  <a:schemeClr val="tx1"/>
                </a:solidFill>
                <a:latin typeface="Amazon Ember Light" charset="0"/>
                <a:ea typeface="Amazon Ember Light" charset="0"/>
                <a:cs typeface="Amazon Ember Light" charset="0"/>
              </a:defRPr>
            </a:lvl3pPr>
            <a:lvl4pPr marL="1600200" indent="-228600" algn="l" defTabSz="914400" rtl="0" eaLnBrk="1" latinLnBrk="0" hangingPunct="1">
              <a:lnSpc>
                <a:spcPct val="90000"/>
              </a:lnSpc>
              <a:spcBef>
                <a:spcPts val="500"/>
              </a:spcBef>
              <a:buFontTx/>
              <a:buBlip>
                <a:blip r:embed="rId4"/>
              </a:buBlip>
              <a:defRPr sz="1800" b="0" i="0" kern="1200">
                <a:solidFill>
                  <a:schemeClr val="tx1"/>
                </a:solidFill>
                <a:latin typeface="Amazon Ember Light" charset="0"/>
                <a:ea typeface="Amazon Ember Light" charset="0"/>
                <a:cs typeface="Amazon Ember Light" charset="0"/>
              </a:defRPr>
            </a:lvl4pPr>
            <a:lvl5pPr marL="2057400" indent="-228600" algn="l" defTabSz="914400" rtl="0" eaLnBrk="1" latinLnBrk="0" hangingPunct="1">
              <a:lnSpc>
                <a:spcPct val="90000"/>
              </a:lnSpc>
              <a:spcBef>
                <a:spcPts val="500"/>
              </a:spcBef>
              <a:buFontTx/>
              <a:buBlip>
                <a:blip r:embed="rId4"/>
              </a:buBlip>
              <a:defRPr sz="1800" b="0" i="0" kern="1200">
                <a:solidFill>
                  <a:schemeClr val="tx1"/>
                </a:solidFill>
                <a:latin typeface="Amazon Ember Light" charset="0"/>
                <a:ea typeface="Amazon Ember Light" charset="0"/>
                <a:cs typeface="Amazon Ember Light"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804863" indent="-457200">
              <a:buFont typeface="Arial" panose="020B0604020202020204" pitchFamily="34" charset="0"/>
              <a:buChar char="•"/>
            </a:pPr>
            <a:endParaRPr lang="en-US" dirty="0"/>
          </a:p>
          <a:p>
            <a:pPr lvl="1">
              <a:buFont typeface="Arial" panose="020B0604020202020204" pitchFamily="34" charset="0"/>
              <a:buChar char="•"/>
            </a:pPr>
            <a:r>
              <a:rPr lang="en-US" dirty="0"/>
              <a:t>Packaging your code in </a:t>
            </a:r>
            <a:r>
              <a:rPr lang="en-US" dirty="0">
                <a:solidFill>
                  <a:srgbClr val="000000"/>
                </a:solidFill>
              </a:rPr>
              <a:t>a Docker images</a:t>
            </a:r>
            <a:r>
              <a:rPr lang="en-US" dirty="0"/>
              <a:t> </a:t>
            </a:r>
          </a:p>
          <a:p>
            <a:pPr lvl="1">
              <a:buFont typeface="Arial" panose="020B0604020202020204" pitchFamily="34" charset="0"/>
              <a:buChar char="•"/>
            </a:pPr>
            <a:r>
              <a:rPr lang="en-US" dirty="0"/>
              <a:t>Test</a:t>
            </a:r>
          </a:p>
          <a:p>
            <a:pPr lvl="1">
              <a:buFont typeface="Arial" panose="020B0604020202020204" pitchFamily="34" charset="0"/>
              <a:buChar char="•"/>
            </a:pPr>
            <a:r>
              <a:rPr lang="en-US" dirty="0"/>
              <a:t>Deploy in p</a:t>
            </a:r>
            <a:r>
              <a:rPr lang="en-US" dirty="0">
                <a:solidFill>
                  <a:srgbClr val="000000"/>
                </a:solidFill>
              </a:rPr>
              <a:t>roduction</a:t>
            </a:r>
            <a:endParaRPr lang="en-US" dirty="0">
              <a:solidFill>
                <a:srgbClr val="000000"/>
              </a:solidFill>
              <a:latin typeface="Amazon Ember Light" panose="020B0403020204020204"/>
            </a:endParaRPr>
          </a:p>
        </p:txBody>
      </p:sp>
      <p:sp>
        <p:nvSpPr>
          <p:cNvPr id="16" name="Rectangle 15"/>
          <p:cNvSpPr/>
          <p:nvPr/>
        </p:nvSpPr>
        <p:spPr>
          <a:xfrm>
            <a:off x="712862" y="2308485"/>
            <a:ext cx="2664512" cy="830997"/>
          </a:xfrm>
          <a:prstGeom prst="rect">
            <a:avLst/>
          </a:prstGeom>
        </p:spPr>
        <p:txBody>
          <a:bodyPr wrap="none">
            <a:spAutoFit/>
          </a:bodyPr>
          <a:lstStyle/>
          <a:p>
            <a:pPr algn="ctr"/>
            <a:r>
              <a:rPr lang="en-US" sz="2400" dirty="0">
                <a:latin typeface="Amazon Ember" panose="02000000000000000000" pitchFamily="2" charset="0"/>
                <a:ea typeface="Amazon Ember" panose="02000000000000000000" pitchFamily="2" charset="0"/>
                <a:cs typeface="Amazon Ember Light" panose="020B0403020204020204" pitchFamily="34" charset="0"/>
              </a:rPr>
              <a:t>Distributed </a:t>
            </a:r>
            <a:r>
              <a:rPr lang="en-US" sz="2400" dirty="0">
                <a:solidFill>
                  <a:srgbClr val="000000"/>
                </a:solidFill>
                <a:latin typeface="Amazon Ember" panose="02000000000000000000" pitchFamily="2" charset="0"/>
                <a:ea typeface="Amazon Ember" panose="02000000000000000000" pitchFamily="2" charset="0"/>
                <a:cs typeface="Amazon Ember Light" panose="020B0403020204020204" pitchFamily="34" charset="0"/>
              </a:rPr>
              <a:t>apps</a:t>
            </a:r>
            <a:br>
              <a:rPr lang="en-US" sz="2400" dirty="0">
                <a:latin typeface="Amazon Ember" panose="02000000000000000000" pitchFamily="2" charset="0"/>
                <a:ea typeface="Amazon Ember" panose="02000000000000000000" pitchFamily="2" charset="0"/>
                <a:cs typeface="Amazon Ember Light" panose="020B0403020204020204" pitchFamily="34" charset="0"/>
              </a:rPr>
            </a:br>
            <a:r>
              <a:rPr lang="en-US" sz="2400" dirty="0">
                <a:latin typeface="Amazon Ember" panose="02000000000000000000" pitchFamily="2" charset="0"/>
                <a:ea typeface="Amazon Ember" panose="02000000000000000000" pitchFamily="2" charset="0"/>
                <a:cs typeface="Amazon Ember Light" panose="020B0403020204020204" pitchFamily="34" charset="0"/>
              </a:rPr>
              <a:t>and microservices</a:t>
            </a:r>
          </a:p>
        </p:txBody>
      </p:sp>
      <p:sp>
        <p:nvSpPr>
          <p:cNvPr id="17" name="Rectangle 16"/>
          <p:cNvSpPr/>
          <p:nvPr/>
        </p:nvSpPr>
        <p:spPr>
          <a:xfrm>
            <a:off x="5249990" y="2493151"/>
            <a:ext cx="1683474" cy="461665"/>
          </a:xfrm>
          <a:prstGeom prst="rect">
            <a:avLst/>
          </a:prstGeom>
        </p:spPr>
        <p:txBody>
          <a:bodyPr wrap="none">
            <a:spAutoFit/>
          </a:bodyPr>
          <a:lstStyle/>
          <a:p>
            <a:pPr algn="ctr"/>
            <a:r>
              <a:rPr lang="en-US" sz="2400" dirty="0">
                <a:latin typeface="Amazon Ember" panose="02000000000000000000" pitchFamily="2" charset="0"/>
                <a:ea typeface="Amazon Ember" panose="02000000000000000000" pitchFamily="2" charset="0"/>
                <a:cs typeface="Amazon Ember Light" panose="020B0403020204020204" pitchFamily="34" charset="0"/>
              </a:rPr>
              <a:t>Batch Jobs</a:t>
            </a:r>
          </a:p>
        </p:txBody>
      </p:sp>
      <p:sp>
        <p:nvSpPr>
          <p:cNvPr id="18" name="Rectangle 17"/>
          <p:cNvSpPr/>
          <p:nvPr/>
        </p:nvSpPr>
        <p:spPr>
          <a:xfrm>
            <a:off x="9363826" y="2308485"/>
            <a:ext cx="1438214" cy="830997"/>
          </a:xfrm>
          <a:prstGeom prst="rect">
            <a:avLst/>
          </a:prstGeom>
        </p:spPr>
        <p:txBody>
          <a:bodyPr wrap="none">
            <a:spAutoFit/>
          </a:bodyPr>
          <a:lstStyle/>
          <a:p>
            <a:pPr algn="ctr"/>
            <a:r>
              <a:rPr lang="en-US" sz="2400" dirty="0">
                <a:latin typeface="Amazon Ember" panose="02000000000000000000" pitchFamily="2" charset="0"/>
                <a:ea typeface="Amazon Ember" panose="02000000000000000000" pitchFamily="2" charset="0"/>
                <a:cs typeface="Amazon Ember Light" panose="020B0403020204020204" pitchFamily="34" charset="0"/>
              </a:rPr>
              <a:t>CI/CD</a:t>
            </a:r>
            <a:br>
              <a:rPr lang="en-US" sz="2400" dirty="0">
                <a:latin typeface="Amazon Ember" panose="02000000000000000000" pitchFamily="2" charset="0"/>
                <a:ea typeface="Amazon Ember" panose="02000000000000000000" pitchFamily="2" charset="0"/>
                <a:cs typeface="Amazon Ember Light" panose="020B0403020204020204" pitchFamily="34" charset="0"/>
              </a:rPr>
            </a:br>
            <a:r>
              <a:rPr lang="en-US" sz="2400" dirty="0">
                <a:solidFill>
                  <a:srgbClr val="000000"/>
                </a:solidFill>
                <a:latin typeface="Amazon Ember" panose="02000000000000000000" pitchFamily="2" charset="0"/>
                <a:ea typeface="Amazon Ember" panose="02000000000000000000" pitchFamily="2" charset="0"/>
                <a:cs typeface="Amazon Ember Light" panose="020B0403020204020204" pitchFamily="34" charset="0"/>
              </a:rPr>
              <a:t>Pipelines</a:t>
            </a:r>
          </a:p>
        </p:txBody>
      </p:sp>
      <p:sp>
        <p:nvSpPr>
          <p:cNvPr id="3" name="Footer Placeholder 2"/>
          <p:cNvSpPr>
            <a:spLocks noGrp="1"/>
          </p:cNvSpPr>
          <p:nvPr>
            <p:ph type="ftr" sz="quarter" idx="3"/>
          </p:nvPr>
        </p:nvSpPr>
        <p:spPr/>
        <p:txBody>
          <a:bodyPr/>
          <a:lstStyle/>
          <a:p>
            <a:r>
              <a:rPr lang="en-US"/>
              <a:t>© 2020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1944197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ounded Rectangle 31"/>
          <p:cNvSpPr/>
          <p:nvPr/>
        </p:nvSpPr>
        <p:spPr>
          <a:xfrm>
            <a:off x="6442835" y="3350842"/>
            <a:ext cx="2754774" cy="2523281"/>
          </a:xfrm>
          <a:prstGeom prst="roundRect">
            <a:avLst>
              <a:gd name="adj" fmla="val 0"/>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ounded Rectangle 3"/>
          <p:cNvSpPr/>
          <p:nvPr/>
        </p:nvSpPr>
        <p:spPr>
          <a:xfrm>
            <a:off x="2105082" y="3360177"/>
            <a:ext cx="2754774" cy="2523281"/>
          </a:xfrm>
          <a:prstGeom prst="roundRect">
            <a:avLst>
              <a:gd name="adj" fmla="val 0"/>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4"/>
          <p:cNvSpPr>
            <a:spLocks noGrp="1"/>
          </p:cNvSpPr>
          <p:nvPr>
            <p:ph type="title"/>
          </p:nvPr>
        </p:nvSpPr>
        <p:spPr/>
        <p:txBody>
          <a:bodyPr>
            <a:noAutofit/>
          </a:bodyPr>
          <a:lstStyle/>
          <a:p>
            <a:r>
              <a:rPr lang="en-US" dirty="0"/>
              <a:t>Microservices architecture with </a:t>
            </a:r>
            <a:r>
              <a:rPr lang="en-US" dirty="0">
                <a:solidFill>
                  <a:srgbClr val="FFFFFF"/>
                </a:solidFill>
              </a:rPr>
              <a:t>containers</a:t>
            </a:r>
            <a:endParaRPr lang="en-US" dirty="0">
              <a:solidFill>
                <a:srgbClr val="FFFFFF"/>
              </a:solidFill>
              <a:latin typeface="Amazon Ember Light" panose="020B0403020204020204"/>
            </a:endParaRPr>
          </a:p>
        </p:txBody>
      </p:sp>
      <p:sp>
        <p:nvSpPr>
          <p:cNvPr id="2" name="Content Placeholder 1"/>
          <p:cNvSpPr>
            <a:spLocks noGrp="1"/>
          </p:cNvSpPr>
          <p:nvPr>
            <p:ph idx="1"/>
          </p:nvPr>
        </p:nvSpPr>
        <p:spPr>
          <a:xfrm>
            <a:off x="419100" y="1532758"/>
            <a:ext cx="11353800" cy="4648788"/>
          </a:xfrm>
        </p:spPr>
        <p:txBody>
          <a:bodyPr/>
          <a:lstStyle/>
          <a:p>
            <a:r>
              <a:rPr lang="en-US" dirty="0"/>
              <a:t> Microservices can be implemented as separate Docker containers. </a:t>
            </a:r>
          </a:p>
          <a:p>
            <a:r>
              <a:rPr lang="en-US" dirty="0"/>
              <a:t> You can have multiple services </a:t>
            </a:r>
            <a:r>
              <a:rPr lang="en-US" dirty="0">
                <a:solidFill>
                  <a:srgbClr val="000000"/>
                </a:solidFill>
              </a:rPr>
              <a:t>per</a:t>
            </a:r>
            <a:r>
              <a:rPr lang="en-US" dirty="0"/>
              <a:t> host and multiple versions running simultaneously. </a:t>
            </a:r>
          </a:p>
          <a:p>
            <a:endParaRPr lang="en-US" dirty="0"/>
          </a:p>
        </p:txBody>
      </p:sp>
      <p:sp>
        <p:nvSpPr>
          <p:cNvPr id="3" name="Slide Number Placeholder 2"/>
          <p:cNvSpPr>
            <a:spLocks noGrp="1"/>
          </p:cNvSpPr>
          <p:nvPr>
            <p:ph type="sldNum" sz="quarter" idx="12"/>
          </p:nvPr>
        </p:nvSpPr>
        <p:spPr/>
        <p:txBody>
          <a:bodyPr/>
          <a:lstStyle/>
          <a:p>
            <a:fld id="{9FC43BFD-8FF7-A343-A8A6-E2338FCE8046}" type="slidenum">
              <a:rPr lang="en-US" smtClean="0"/>
              <a:pPr/>
              <a:t>12</a:t>
            </a:fld>
            <a:endParaRPr lang="en-US" dirty="0"/>
          </a:p>
        </p:txBody>
      </p:sp>
      <p:sp>
        <p:nvSpPr>
          <p:cNvPr id="10" name="Rounded Rectangle 9"/>
          <p:cNvSpPr/>
          <p:nvPr/>
        </p:nvSpPr>
        <p:spPr>
          <a:xfrm>
            <a:off x="2880914" y="3750782"/>
            <a:ext cx="2819149" cy="601249"/>
          </a:xfrm>
          <a:prstGeom prst="roundRect">
            <a:avLst>
              <a:gd name="adj" fmla="val 0"/>
            </a:avLst>
          </a:prstGeom>
          <a:solidFill>
            <a:schemeClr val="accent2">
              <a:lumMod val="20000"/>
              <a:lumOff val="80000"/>
            </a:schemeClr>
          </a:solidFill>
          <a:ln>
            <a:solidFill>
              <a:schemeClr val="accent1"/>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a:solidFill>
                  <a:schemeClr val="tx1"/>
                </a:solidFill>
                <a:latin typeface="Amazon Ember Light" charset="0"/>
                <a:ea typeface="Amazon Ember Light" charset="0"/>
                <a:cs typeface="Amazon Ember Light" charset="0"/>
              </a:rPr>
              <a:t>Customers v1.0</a:t>
            </a:r>
          </a:p>
        </p:txBody>
      </p:sp>
      <p:sp>
        <p:nvSpPr>
          <p:cNvPr id="19" name="Rounded Rectangle 18"/>
          <p:cNvSpPr/>
          <p:nvPr/>
        </p:nvSpPr>
        <p:spPr>
          <a:xfrm>
            <a:off x="2880914" y="4424997"/>
            <a:ext cx="2819149" cy="601249"/>
          </a:xfrm>
          <a:prstGeom prst="roundRect">
            <a:avLst>
              <a:gd name="adj" fmla="val 0"/>
            </a:avLst>
          </a:prstGeom>
          <a:solidFill>
            <a:schemeClr val="accent2">
              <a:lumMod val="20000"/>
              <a:lumOff val="80000"/>
            </a:schemeClr>
          </a:solidFill>
          <a:ln>
            <a:solidFill>
              <a:schemeClr val="accent1"/>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a:solidFill>
                  <a:schemeClr val="tx1"/>
                </a:solidFill>
                <a:latin typeface="Amazon Ember Light" charset="0"/>
                <a:ea typeface="Amazon Ember Light" charset="0"/>
                <a:cs typeface="Amazon Ember Light" charset="0"/>
              </a:rPr>
              <a:t>Customers v2.0</a:t>
            </a:r>
          </a:p>
        </p:txBody>
      </p:sp>
      <p:sp>
        <p:nvSpPr>
          <p:cNvPr id="24" name="Rounded Rectangle 23"/>
          <p:cNvSpPr/>
          <p:nvPr/>
        </p:nvSpPr>
        <p:spPr>
          <a:xfrm>
            <a:off x="2880914" y="5099217"/>
            <a:ext cx="2819149" cy="601249"/>
          </a:xfrm>
          <a:prstGeom prst="roundRect">
            <a:avLst>
              <a:gd name="adj" fmla="val 0"/>
            </a:avLst>
          </a:prstGeom>
          <a:solidFill>
            <a:schemeClr val="accent2">
              <a:lumMod val="20000"/>
              <a:lumOff val="80000"/>
            </a:schemeClr>
          </a:solidFill>
          <a:ln>
            <a:solidFill>
              <a:schemeClr val="accent1"/>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a:solidFill>
                  <a:schemeClr val="tx1"/>
                </a:solidFill>
                <a:latin typeface="Amazon Ember Light" charset="0"/>
                <a:ea typeface="Amazon Ember Light" charset="0"/>
                <a:cs typeface="Amazon Ember Light" charset="0"/>
              </a:rPr>
              <a:t>Orders v1.0</a:t>
            </a:r>
          </a:p>
        </p:txBody>
      </p:sp>
      <p:sp>
        <p:nvSpPr>
          <p:cNvPr id="27" name="Rounded Rectangle 26"/>
          <p:cNvSpPr/>
          <p:nvPr/>
        </p:nvSpPr>
        <p:spPr>
          <a:xfrm>
            <a:off x="7347068" y="3750782"/>
            <a:ext cx="2819149" cy="601249"/>
          </a:xfrm>
          <a:prstGeom prst="roundRect">
            <a:avLst>
              <a:gd name="adj" fmla="val 0"/>
            </a:avLst>
          </a:prstGeom>
          <a:solidFill>
            <a:schemeClr val="accent2">
              <a:lumMod val="20000"/>
              <a:lumOff val="80000"/>
            </a:schemeClr>
          </a:solidFill>
          <a:ln>
            <a:solidFill>
              <a:schemeClr val="accent1"/>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a:solidFill>
                  <a:schemeClr val="tx1"/>
                </a:solidFill>
                <a:latin typeface="Amazon Ember Light" charset="0"/>
                <a:ea typeface="Amazon Ember Light" charset="0"/>
                <a:cs typeface="Amazon Ember Light" charset="0"/>
              </a:rPr>
              <a:t>Products v1.0</a:t>
            </a:r>
          </a:p>
        </p:txBody>
      </p:sp>
      <p:sp>
        <p:nvSpPr>
          <p:cNvPr id="30" name="Rounded Rectangle 29"/>
          <p:cNvSpPr/>
          <p:nvPr/>
        </p:nvSpPr>
        <p:spPr>
          <a:xfrm>
            <a:off x="7347068" y="4424997"/>
            <a:ext cx="2819149" cy="601249"/>
          </a:xfrm>
          <a:prstGeom prst="roundRect">
            <a:avLst>
              <a:gd name="adj" fmla="val 0"/>
            </a:avLst>
          </a:prstGeom>
          <a:solidFill>
            <a:schemeClr val="accent2">
              <a:lumMod val="20000"/>
              <a:lumOff val="80000"/>
            </a:schemeClr>
          </a:solidFill>
          <a:ln>
            <a:solidFill>
              <a:schemeClr val="accent1"/>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a:solidFill>
                  <a:schemeClr val="tx1"/>
                </a:solidFill>
                <a:latin typeface="Amazon Ember Light" charset="0"/>
                <a:ea typeface="Amazon Ember Light" charset="0"/>
                <a:cs typeface="Amazon Ember Light" charset="0"/>
              </a:rPr>
              <a:t>Orders v1.0</a:t>
            </a:r>
          </a:p>
        </p:txBody>
      </p:sp>
      <p:sp>
        <p:nvSpPr>
          <p:cNvPr id="6" name="Footer Placeholder 5"/>
          <p:cNvSpPr>
            <a:spLocks noGrp="1"/>
          </p:cNvSpPr>
          <p:nvPr>
            <p:ph type="ftr" sz="quarter" idx="3"/>
          </p:nvPr>
        </p:nvSpPr>
        <p:spPr/>
        <p:txBody>
          <a:bodyPr/>
          <a:lstStyle/>
          <a:p>
            <a:r>
              <a:rPr lang="en-US"/>
              <a:t>© 2020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32950504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Development </a:t>
            </a:r>
            <a:r>
              <a:rPr lang="en-US" dirty="0">
                <a:solidFill>
                  <a:srgbClr val="FFFFFF"/>
                </a:solidFill>
              </a:rPr>
              <a:t>lifecycle</a:t>
            </a:r>
            <a:endParaRPr lang="en-US" dirty="0">
              <a:solidFill>
                <a:srgbClr val="FFFFFF"/>
              </a:solidFill>
              <a:latin typeface="Amazon Ember Light" panose="020B0403020204020204"/>
            </a:endParaRPr>
          </a:p>
        </p:txBody>
      </p:sp>
      <p:sp>
        <p:nvSpPr>
          <p:cNvPr id="4" name="Slide Number Placeholder 3"/>
          <p:cNvSpPr>
            <a:spLocks noGrp="1"/>
          </p:cNvSpPr>
          <p:nvPr>
            <p:ph type="sldNum" sz="quarter" idx="12"/>
          </p:nvPr>
        </p:nvSpPr>
        <p:spPr/>
        <p:txBody>
          <a:bodyPr/>
          <a:lstStyle/>
          <a:p>
            <a:fld id="{9FC43BFD-8FF7-A343-A8A6-E2338FCE8046}" type="slidenum">
              <a:rPr lang="en-US" smtClean="0"/>
              <a:pPr/>
              <a:t>13</a:t>
            </a:fld>
            <a:endParaRPr lang="en-US" dirty="0"/>
          </a:p>
        </p:txBody>
      </p:sp>
      <p:grpSp>
        <p:nvGrpSpPr>
          <p:cNvPr id="5" name="Group 4"/>
          <p:cNvGrpSpPr/>
          <p:nvPr/>
        </p:nvGrpSpPr>
        <p:grpSpPr>
          <a:xfrm>
            <a:off x="1173921" y="1344013"/>
            <a:ext cx="9844159" cy="5183396"/>
            <a:chOff x="1329608" y="1344013"/>
            <a:chExt cx="9844159" cy="5183396"/>
          </a:xfrm>
        </p:grpSpPr>
        <p:pic>
          <p:nvPicPr>
            <p:cNvPr id="14" name="Picture 1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55873" y="2606361"/>
              <a:ext cx="1371600" cy="1371600"/>
            </a:xfrm>
            <a:prstGeom prst="rect">
              <a:avLst/>
            </a:prstGeom>
          </p:spPr>
        </p:pic>
        <p:pic>
          <p:nvPicPr>
            <p:cNvPr id="7" name="Picture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67747" y="4918782"/>
              <a:ext cx="1364776" cy="1371600"/>
            </a:xfrm>
            <a:prstGeom prst="rect">
              <a:avLst/>
            </a:prstGeom>
          </p:spPr>
        </p:pic>
        <p:sp>
          <p:nvSpPr>
            <p:cNvPr id="6" name="Rounded Rectangle 5"/>
            <p:cNvSpPr/>
            <p:nvPr/>
          </p:nvSpPr>
          <p:spPr>
            <a:xfrm>
              <a:off x="8655185" y="4331153"/>
              <a:ext cx="2518582" cy="2196256"/>
            </a:xfrm>
            <a:prstGeom prst="roundRect">
              <a:avLst>
                <a:gd name="adj" fmla="val 0"/>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mazon Ember" panose="02000000000000000000" pitchFamily="2" charset="0"/>
                  <a:ea typeface="Amazon Ember" panose="02000000000000000000" pitchFamily="2" charset="0"/>
                </a:rPr>
                <a:t>Amazon Elastic</a:t>
              </a:r>
              <a:br>
                <a:rPr lang="en-US" dirty="0">
                  <a:solidFill>
                    <a:schemeClr val="tx1"/>
                  </a:solidFill>
                  <a:latin typeface="Amazon Ember" panose="02000000000000000000" pitchFamily="2" charset="0"/>
                  <a:ea typeface="Amazon Ember" panose="02000000000000000000" pitchFamily="2" charset="0"/>
                </a:rPr>
              </a:br>
              <a:r>
                <a:rPr lang="en-US" dirty="0">
                  <a:solidFill>
                    <a:schemeClr val="tx1"/>
                  </a:solidFill>
                  <a:latin typeface="Amazon Ember" panose="02000000000000000000" pitchFamily="2" charset="0"/>
                  <a:ea typeface="Amazon Ember" panose="02000000000000000000" pitchFamily="2" charset="0"/>
                </a:rPr>
                <a:t>Container Service</a:t>
              </a:r>
              <a:br>
                <a:rPr lang="en-US" dirty="0">
                  <a:solidFill>
                    <a:schemeClr val="tx1"/>
                  </a:solidFill>
                  <a:latin typeface="Amazon Ember" panose="02000000000000000000" pitchFamily="2" charset="0"/>
                  <a:ea typeface="Amazon Ember" panose="02000000000000000000" pitchFamily="2" charset="0"/>
                </a:rPr>
              </a:br>
              <a:r>
                <a:rPr lang="en-US" dirty="0">
                  <a:solidFill>
                    <a:schemeClr val="tx1"/>
                  </a:solidFill>
                  <a:latin typeface="Amazon Ember" panose="02000000000000000000" pitchFamily="2" charset="0"/>
                  <a:ea typeface="Amazon Ember" panose="02000000000000000000" pitchFamily="2" charset="0"/>
                </a:rPr>
                <a:t> </a:t>
              </a:r>
              <a:br>
                <a:rPr lang="en-US" dirty="0">
                  <a:solidFill>
                    <a:schemeClr val="tx1"/>
                  </a:solidFill>
                  <a:latin typeface="Amazon Ember" panose="02000000000000000000" pitchFamily="2" charset="0"/>
                  <a:ea typeface="Amazon Ember" panose="02000000000000000000" pitchFamily="2" charset="0"/>
                </a:rPr>
              </a:br>
              <a:r>
                <a:rPr lang="en-US" dirty="0">
                  <a:solidFill>
                    <a:schemeClr val="tx1"/>
                  </a:solidFill>
                  <a:latin typeface="Amazon Ember" panose="02000000000000000000" pitchFamily="2" charset="0"/>
                  <a:ea typeface="Amazon Ember" panose="02000000000000000000" pitchFamily="2" charset="0"/>
                </a:rPr>
                <a:t>Amazon Elastic</a:t>
              </a:r>
              <a:br>
                <a:rPr lang="en-US" dirty="0">
                  <a:solidFill>
                    <a:schemeClr val="tx1"/>
                  </a:solidFill>
                  <a:latin typeface="Amazon Ember" panose="02000000000000000000" pitchFamily="2" charset="0"/>
                  <a:ea typeface="Amazon Ember" panose="02000000000000000000" pitchFamily="2" charset="0"/>
                </a:rPr>
              </a:br>
              <a:r>
                <a:rPr lang="en-US" dirty="0">
                  <a:solidFill>
                    <a:schemeClr val="tx1"/>
                  </a:solidFill>
                  <a:latin typeface="Amazon Ember" panose="02000000000000000000" pitchFamily="2" charset="0"/>
                  <a:ea typeface="Amazon Ember" panose="02000000000000000000" pitchFamily="2" charset="0"/>
                </a:rPr>
                <a:t>Kubernetes Service</a:t>
              </a:r>
              <a:br>
                <a:rPr lang="en-US" dirty="0">
                  <a:solidFill>
                    <a:schemeClr val="tx1"/>
                  </a:solidFill>
                  <a:latin typeface="Amazon Ember" panose="02000000000000000000" pitchFamily="2" charset="0"/>
                  <a:ea typeface="Amazon Ember" panose="02000000000000000000" pitchFamily="2" charset="0"/>
                </a:rPr>
              </a:br>
              <a:br>
                <a:rPr lang="en-US" dirty="0">
                  <a:solidFill>
                    <a:schemeClr val="tx1"/>
                  </a:solidFill>
                  <a:latin typeface="Amazon Ember" panose="02000000000000000000" pitchFamily="2" charset="0"/>
                  <a:ea typeface="Amazon Ember" panose="02000000000000000000" pitchFamily="2" charset="0"/>
                </a:rPr>
              </a:br>
              <a:r>
                <a:rPr lang="en-US" dirty="0">
                  <a:solidFill>
                    <a:schemeClr val="tx1"/>
                  </a:solidFill>
                  <a:latin typeface="Amazon Ember" panose="02000000000000000000" pitchFamily="2" charset="0"/>
                  <a:ea typeface="Amazon Ember" panose="02000000000000000000" pitchFamily="2" charset="0"/>
                </a:rPr>
                <a:t>AWS Fargate</a:t>
              </a:r>
              <a:endParaRPr lang="en-US" dirty="0">
                <a:solidFill>
                  <a:schemeClr val="tx1"/>
                </a:solidFill>
                <a:latin typeface="Amazon Ember" panose="02000000000000000000"/>
                <a:ea typeface="Amazon Ember" panose="02000000000000000000" pitchFamily="2" charset="0"/>
              </a:endParaRPr>
            </a:p>
          </p:txBody>
        </p:sp>
        <p:cxnSp>
          <p:nvCxnSpPr>
            <p:cNvPr id="27" name="Straight Arrow Connector 26"/>
            <p:cNvCxnSpPr/>
            <p:nvPr/>
          </p:nvCxnSpPr>
          <p:spPr>
            <a:xfrm>
              <a:off x="9914476" y="3353057"/>
              <a:ext cx="0" cy="978096"/>
            </a:xfrm>
            <a:prstGeom prst="straightConnector1">
              <a:avLst/>
            </a:prstGeom>
            <a:ln w="12700">
              <a:solidFill>
                <a:schemeClr val="tx1"/>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flipV="1">
              <a:off x="2469220" y="3270582"/>
              <a:ext cx="1350334" cy="1"/>
            </a:xfrm>
            <a:prstGeom prst="straightConnector1">
              <a:avLst/>
            </a:prstGeom>
            <a:ln w="12700">
              <a:solidFill>
                <a:schemeClr val="tx1"/>
              </a:solidFill>
              <a:tailEnd type="arrow" w="med" len="sm"/>
            </a:ln>
          </p:spPr>
          <p:style>
            <a:lnRef idx="1">
              <a:schemeClr val="accent1"/>
            </a:lnRef>
            <a:fillRef idx="0">
              <a:schemeClr val="accent1"/>
            </a:fillRef>
            <a:effectRef idx="0">
              <a:schemeClr val="accent1"/>
            </a:effectRef>
            <a:fontRef idx="minor">
              <a:schemeClr val="tx1"/>
            </a:fontRef>
          </p:style>
        </p:cxnSp>
        <p:sp>
          <p:nvSpPr>
            <p:cNvPr id="9" name="Cube 8"/>
            <p:cNvSpPr/>
            <p:nvPr/>
          </p:nvSpPr>
          <p:spPr>
            <a:xfrm>
              <a:off x="3925880" y="2704991"/>
              <a:ext cx="3072809" cy="942975"/>
            </a:xfrm>
            <a:prstGeom prst="cub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p:cNvSpPr txBox="1"/>
            <p:nvPr/>
          </p:nvSpPr>
          <p:spPr>
            <a:xfrm>
              <a:off x="3962956" y="3024361"/>
              <a:ext cx="2573140" cy="492443"/>
            </a:xfrm>
            <a:prstGeom prst="rect">
              <a:avLst/>
            </a:prstGeom>
            <a:noFill/>
          </p:spPr>
          <p:txBody>
            <a:bodyPr wrap="none" rtlCol="0">
              <a:spAutoFit/>
            </a:bodyPr>
            <a:lstStyle/>
            <a:p>
              <a:r>
                <a:rPr lang="en-US" sz="2600" dirty="0">
                  <a:latin typeface="Amazon Ember" charset="0"/>
                  <a:ea typeface="Amazon Ember" charset="0"/>
                  <a:cs typeface="Amazon Ember" charset="0"/>
                </a:rPr>
                <a:t> </a:t>
              </a:r>
              <a:r>
                <a:rPr lang="en-US" sz="2400" dirty="0">
                  <a:latin typeface="Amazon Ember" charset="0"/>
                  <a:ea typeface="Amazon Ember" charset="0"/>
                  <a:cs typeface="Amazon Ember" charset="0"/>
                </a:rPr>
                <a:t>Container image</a:t>
              </a:r>
              <a:endParaRPr lang="en-US" sz="2400" dirty="0">
                <a:latin typeface="Amazon Ember Light" charset="0"/>
                <a:ea typeface="Amazon Ember Light" charset="0"/>
                <a:cs typeface="Amazon Ember Light" charset="0"/>
              </a:endParaRPr>
            </a:p>
          </p:txBody>
        </p:sp>
        <p:sp>
          <p:nvSpPr>
            <p:cNvPr id="11" name="Rounded Rectangle 10"/>
            <p:cNvSpPr/>
            <p:nvPr/>
          </p:nvSpPr>
          <p:spPr>
            <a:xfrm>
              <a:off x="8104979" y="2579466"/>
              <a:ext cx="2976614" cy="1244009"/>
            </a:xfrm>
            <a:prstGeom prst="roundRect">
              <a:avLst>
                <a:gd name="adj" fmla="val 0"/>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Amazon Ember" panose="02000000000000000000" pitchFamily="2" charset="0"/>
                  <a:ea typeface="Amazon Ember" panose="02000000000000000000" pitchFamily="2" charset="0"/>
                </a:rPr>
                <a:t>Container</a:t>
              </a:r>
            </a:p>
            <a:p>
              <a:pPr algn="ctr"/>
              <a:r>
                <a:rPr lang="en-US" sz="2400" dirty="0">
                  <a:solidFill>
                    <a:schemeClr val="tx1"/>
                  </a:solidFill>
                  <a:latin typeface="Amazon Ember" panose="02000000000000000000" pitchFamily="2" charset="0"/>
                  <a:ea typeface="Amazon Ember" panose="02000000000000000000" pitchFamily="2" charset="0"/>
                </a:rPr>
                <a:t>Registry</a:t>
              </a:r>
            </a:p>
          </p:txBody>
        </p:sp>
        <p:cxnSp>
          <p:nvCxnSpPr>
            <p:cNvPr id="13" name="Straight Arrow Connector 12"/>
            <p:cNvCxnSpPr/>
            <p:nvPr/>
          </p:nvCxnSpPr>
          <p:spPr>
            <a:xfrm>
              <a:off x="7094382" y="3236113"/>
              <a:ext cx="943970" cy="0"/>
            </a:xfrm>
            <a:prstGeom prst="straightConnector1">
              <a:avLst/>
            </a:prstGeom>
            <a:ln w="12700">
              <a:solidFill>
                <a:schemeClr val="tx1"/>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2041673" y="3903796"/>
              <a:ext cx="0" cy="792275"/>
            </a:xfrm>
            <a:prstGeom prst="straightConnector1">
              <a:avLst/>
            </a:prstGeom>
            <a:ln w="12700">
              <a:solidFill>
                <a:schemeClr val="tx1"/>
              </a:solidFill>
              <a:tailEnd type="arrow" w="med" len="sm"/>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2146840" y="1344013"/>
              <a:ext cx="1995093" cy="646331"/>
            </a:xfrm>
            <a:prstGeom prst="rect">
              <a:avLst/>
            </a:prstGeom>
            <a:noFill/>
          </p:spPr>
          <p:txBody>
            <a:bodyPr wrap="square" rtlCol="0">
              <a:spAutoFit/>
            </a:bodyPr>
            <a:lstStyle/>
            <a:p>
              <a:pPr algn="ctr"/>
              <a:r>
                <a:rPr lang="en-US" dirty="0">
                  <a:latin typeface="Amazon Ember" panose="02000000000000000000" pitchFamily="2" charset="0"/>
                  <a:ea typeface="Amazon Ember" panose="02000000000000000000" pitchFamily="2" charset="0"/>
                  <a:cs typeface="Amazon Ember Light" panose="020B0403020204020204" pitchFamily="34" charset="0"/>
                </a:rPr>
                <a:t>Create the</a:t>
              </a:r>
              <a:br>
                <a:rPr lang="en-US" dirty="0">
                  <a:latin typeface="Amazon Ember" panose="02000000000000000000" pitchFamily="2" charset="0"/>
                  <a:ea typeface="Amazon Ember" panose="02000000000000000000" pitchFamily="2" charset="0"/>
                  <a:cs typeface="Amazon Ember Light" panose="020B0403020204020204" pitchFamily="34" charset="0"/>
                </a:rPr>
              </a:br>
              <a:r>
                <a:rPr lang="en-US" dirty="0">
                  <a:latin typeface="Amazon Ember" panose="02000000000000000000" pitchFamily="2" charset="0"/>
                  <a:ea typeface="Amazon Ember" panose="02000000000000000000" pitchFamily="2" charset="0"/>
                  <a:cs typeface="Amazon Ember Light" panose="020B0403020204020204" pitchFamily="34" charset="0"/>
                </a:rPr>
                <a:t>container </a:t>
              </a:r>
              <a:r>
                <a:rPr lang="en-US" dirty="0">
                  <a:solidFill>
                    <a:srgbClr val="000000"/>
                  </a:solidFill>
                  <a:latin typeface="Amazon Ember" panose="02000000000000000000" pitchFamily="2" charset="0"/>
                  <a:ea typeface="Amazon Ember" panose="02000000000000000000" pitchFamily="2" charset="0"/>
                  <a:cs typeface="Amazon Ember Light" panose="020B0403020204020204" pitchFamily="34" charset="0"/>
                </a:rPr>
                <a:t>image</a:t>
              </a:r>
              <a:endParaRPr lang="en-US" dirty="0">
                <a:solidFill>
                  <a:srgbClr val="000000"/>
                </a:solidFill>
                <a:latin typeface="Amazon Ember" panose="02000000000000000000"/>
                <a:ea typeface="Amazon Ember" panose="02000000000000000000" pitchFamily="2" charset="0"/>
                <a:cs typeface="Amazon Ember Light" panose="020B0403020204020204" pitchFamily="34" charset="0"/>
              </a:endParaRPr>
            </a:p>
          </p:txBody>
        </p:sp>
        <p:sp>
          <p:nvSpPr>
            <p:cNvPr id="20" name="TextBox 19"/>
            <p:cNvSpPr txBox="1"/>
            <p:nvPr/>
          </p:nvSpPr>
          <p:spPr>
            <a:xfrm>
              <a:off x="1329608" y="4943241"/>
              <a:ext cx="1415779" cy="646331"/>
            </a:xfrm>
            <a:prstGeom prst="rect">
              <a:avLst/>
            </a:prstGeom>
            <a:noFill/>
          </p:spPr>
          <p:txBody>
            <a:bodyPr wrap="square" rtlCol="0">
              <a:spAutoFit/>
            </a:bodyPr>
            <a:lstStyle/>
            <a:p>
              <a:pPr algn="ctr"/>
              <a:r>
                <a:rPr lang="en-US" dirty="0">
                  <a:latin typeface="Amazon Ember" panose="02000000000000000000" pitchFamily="2" charset="0"/>
                  <a:ea typeface="Amazon Ember" panose="02000000000000000000" pitchFamily="2" charset="0"/>
                  <a:cs typeface="Amazon Ember Light" panose="020B0403020204020204" pitchFamily="34" charset="0"/>
                </a:rPr>
                <a:t>Create the</a:t>
              </a:r>
              <a:br>
                <a:rPr lang="en-US" dirty="0">
                  <a:latin typeface="Amazon Ember" panose="02000000000000000000" pitchFamily="2" charset="0"/>
                  <a:ea typeface="Amazon Ember" panose="02000000000000000000" pitchFamily="2" charset="0"/>
                  <a:cs typeface="Amazon Ember Light" panose="020B0403020204020204" pitchFamily="34" charset="0"/>
                </a:rPr>
              </a:br>
              <a:r>
                <a:rPr lang="en-US" dirty="0" err="1">
                  <a:solidFill>
                    <a:srgbClr val="000000"/>
                  </a:solidFill>
                  <a:latin typeface="Amazon Ember" panose="02000000000000000000" pitchFamily="2" charset="0"/>
                  <a:ea typeface="Amazon Ember" panose="02000000000000000000" pitchFamily="2" charset="0"/>
                  <a:cs typeface="Amazon Ember Light" panose="020B0403020204020204" pitchFamily="34" charset="0"/>
                </a:rPr>
                <a:t>Dockerfile</a:t>
              </a:r>
              <a:endParaRPr lang="en-US" dirty="0">
                <a:solidFill>
                  <a:srgbClr val="000000"/>
                </a:solidFill>
                <a:latin typeface="Amazon Ember" panose="02000000000000000000"/>
                <a:ea typeface="Amazon Ember" panose="02000000000000000000" pitchFamily="2" charset="0"/>
                <a:cs typeface="Amazon Ember Light" panose="020B0403020204020204" pitchFamily="34" charset="0"/>
              </a:endParaRPr>
            </a:p>
          </p:txBody>
        </p:sp>
        <p:cxnSp>
          <p:nvCxnSpPr>
            <p:cNvPr id="21" name="Straight Arrow Connector 20"/>
            <p:cNvCxnSpPr/>
            <p:nvPr/>
          </p:nvCxnSpPr>
          <p:spPr>
            <a:xfrm>
              <a:off x="3144387" y="2094012"/>
              <a:ext cx="0" cy="978096"/>
            </a:xfrm>
            <a:prstGeom prst="straightConnector1">
              <a:avLst/>
            </a:prstGeom>
            <a:ln w="12700">
              <a:solidFill>
                <a:schemeClr val="tx1"/>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a:off x="7581707" y="2110318"/>
              <a:ext cx="0" cy="978096"/>
            </a:xfrm>
            <a:prstGeom prst="straightConnector1">
              <a:avLst/>
            </a:prstGeom>
            <a:ln w="12700">
              <a:solidFill>
                <a:schemeClr val="tx1"/>
              </a:solidFill>
              <a:tailEnd type="arrow" w="med" len="sm"/>
            </a:ln>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6924886" y="1417820"/>
              <a:ext cx="1282962" cy="646331"/>
            </a:xfrm>
            <a:prstGeom prst="rect">
              <a:avLst/>
            </a:prstGeom>
            <a:noFill/>
          </p:spPr>
          <p:txBody>
            <a:bodyPr wrap="square" rtlCol="0">
              <a:spAutoFit/>
            </a:bodyPr>
            <a:lstStyle/>
            <a:p>
              <a:pPr algn="ctr"/>
              <a:r>
                <a:rPr lang="en-US" dirty="0">
                  <a:latin typeface="Amazon Ember" panose="02000000000000000000" pitchFamily="2" charset="0"/>
                  <a:ea typeface="Amazon Ember" panose="02000000000000000000" pitchFamily="2" charset="0"/>
                  <a:cs typeface="Amazon Ember Light" panose="020B0403020204020204" pitchFamily="34" charset="0"/>
                </a:rPr>
                <a:t>Publish</a:t>
              </a:r>
              <a:br>
                <a:rPr lang="en-US" dirty="0">
                  <a:latin typeface="Amazon Ember" panose="02000000000000000000" pitchFamily="2" charset="0"/>
                  <a:ea typeface="Amazon Ember" panose="02000000000000000000" pitchFamily="2" charset="0"/>
                  <a:cs typeface="Amazon Ember Light" panose="020B0403020204020204" pitchFamily="34" charset="0"/>
                </a:rPr>
              </a:br>
              <a:r>
                <a:rPr lang="en-US" dirty="0">
                  <a:latin typeface="Amazon Ember" panose="02000000000000000000" pitchFamily="2" charset="0"/>
                  <a:ea typeface="Amazon Ember" panose="02000000000000000000" pitchFamily="2" charset="0"/>
                  <a:cs typeface="Amazon Ember Light" panose="020B0403020204020204" pitchFamily="34" charset="0"/>
                </a:rPr>
                <a:t>the </a:t>
              </a:r>
              <a:r>
                <a:rPr lang="en-US" dirty="0">
                  <a:solidFill>
                    <a:srgbClr val="000000"/>
                  </a:solidFill>
                  <a:latin typeface="Amazon Ember" panose="02000000000000000000" pitchFamily="2" charset="0"/>
                  <a:ea typeface="Amazon Ember" panose="02000000000000000000" pitchFamily="2" charset="0"/>
                  <a:cs typeface="Amazon Ember Light" panose="020B0403020204020204" pitchFamily="34" charset="0"/>
                </a:rPr>
                <a:t>image</a:t>
              </a:r>
              <a:endParaRPr lang="en-US" dirty="0">
                <a:solidFill>
                  <a:srgbClr val="000000"/>
                </a:solidFill>
                <a:latin typeface="Amazon Ember" panose="02000000000000000000"/>
                <a:ea typeface="Amazon Ember" panose="02000000000000000000" pitchFamily="2" charset="0"/>
                <a:cs typeface="Amazon Ember Light" panose="020B0403020204020204" pitchFamily="34" charset="0"/>
              </a:endParaRPr>
            </a:p>
          </p:txBody>
        </p:sp>
        <p:cxnSp>
          <p:nvCxnSpPr>
            <p:cNvPr id="18" name="Straight Arrow Connector 17"/>
            <p:cNvCxnSpPr/>
            <p:nvPr/>
          </p:nvCxnSpPr>
          <p:spPr>
            <a:xfrm>
              <a:off x="5350135" y="3823475"/>
              <a:ext cx="0" cy="978096"/>
            </a:xfrm>
            <a:prstGeom prst="straightConnector1">
              <a:avLst/>
            </a:prstGeom>
            <a:ln w="12700">
              <a:solidFill>
                <a:schemeClr val="tx1"/>
              </a:solidFill>
              <a:tailEnd type="arrow" w="med" len="sm"/>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6032523" y="5266406"/>
              <a:ext cx="2083194" cy="923330"/>
            </a:xfrm>
            <a:prstGeom prst="rect">
              <a:avLst/>
            </a:prstGeom>
            <a:noFill/>
          </p:spPr>
          <p:txBody>
            <a:bodyPr wrap="square" rtlCol="0">
              <a:spAutoFit/>
            </a:bodyPr>
            <a:lstStyle/>
            <a:p>
              <a:r>
                <a:rPr lang="en-US" dirty="0">
                  <a:latin typeface="Amazon Ember" panose="02000000000000000000" pitchFamily="2" charset="0"/>
                  <a:ea typeface="Amazon Ember" panose="02000000000000000000" pitchFamily="2" charset="0"/>
                  <a:cs typeface="Amazon Ember Light" panose="020B0403020204020204" pitchFamily="34" charset="0"/>
                </a:rPr>
                <a:t>Run and test the </a:t>
              </a:r>
              <a:br>
                <a:rPr lang="en-US" dirty="0">
                  <a:latin typeface="Amazon Ember" panose="02000000000000000000" pitchFamily="2" charset="0"/>
                  <a:ea typeface="Amazon Ember" panose="02000000000000000000" pitchFamily="2" charset="0"/>
                  <a:cs typeface="Amazon Ember Light" panose="020B0403020204020204" pitchFamily="34" charset="0"/>
                </a:rPr>
              </a:br>
              <a:r>
                <a:rPr lang="en-US" dirty="0">
                  <a:latin typeface="Amazon Ember" panose="02000000000000000000" pitchFamily="2" charset="0"/>
                  <a:ea typeface="Amazon Ember" panose="02000000000000000000" pitchFamily="2" charset="0"/>
                  <a:cs typeface="Amazon Ember Light" panose="020B0403020204020204" pitchFamily="34" charset="0"/>
                </a:rPr>
                <a:t>container on your </a:t>
              </a:r>
              <a:br>
                <a:rPr lang="en-US" dirty="0">
                  <a:latin typeface="Amazon Ember" panose="02000000000000000000" pitchFamily="2" charset="0"/>
                  <a:ea typeface="Amazon Ember" panose="02000000000000000000" pitchFamily="2" charset="0"/>
                  <a:cs typeface="Amazon Ember Light" panose="020B0403020204020204" pitchFamily="34" charset="0"/>
                </a:rPr>
              </a:br>
              <a:r>
                <a:rPr lang="en-US" dirty="0">
                  <a:solidFill>
                    <a:srgbClr val="000000"/>
                  </a:solidFill>
                  <a:latin typeface="Amazon Ember" panose="02000000000000000000" pitchFamily="2" charset="0"/>
                  <a:ea typeface="Amazon Ember" panose="02000000000000000000" pitchFamily="2" charset="0"/>
                  <a:cs typeface="Amazon Ember Light" panose="020B0403020204020204" pitchFamily="34" charset="0"/>
                </a:rPr>
                <a:t>machine</a:t>
              </a:r>
              <a:endParaRPr lang="en-US" dirty="0">
                <a:solidFill>
                  <a:srgbClr val="000000"/>
                </a:solidFill>
                <a:latin typeface="Amazon Ember" panose="02000000000000000000"/>
                <a:ea typeface="Amazon Ember" panose="02000000000000000000" pitchFamily="2" charset="0"/>
                <a:cs typeface="Amazon Ember Light" panose="020B0403020204020204" pitchFamily="34" charset="0"/>
              </a:endParaRPr>
            </a:p>
          </p:txBody>
        </p:sp>
      </p:grpSp>
      <p:sp>
        <p:nvSpPr>
          <p:cNvPr id="3" name="Footer Placeholder 2"/>
          <p:cNvSpPr>
            <a:spLocks noGrp="1"/>
          </p:cNvSpPr>
          <p:nvPr>
            <p:ph type="ftr" sz="quarter" idx="3"/>
          </p:nvPr>
        </p:nvSpPr>
        <p:spPr/>
        <p:txBody>
          <a:bodyPr/>
          <a:lstStyle/>
          <a:p>
            <a:r>
              <a:rPr lang="en-US"/>
              <a:t>© 2020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21137100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ube 9"/>
          <p:cNvSpPr/>
          <p:nvPr/>
        </p:nvSpPr>
        <p:spPr>
          <a:xfrm>
            <a:off x="1214438" y="4478576"/>
            <a:ext cx="5147849" cy="1437094"/>
          </a:xfrm>
          <a:prstGeom prst="cub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Cube 8"/>
          <p:cNvSpPr/>
          <p:nvPr/>
        </p:nvSpPr>
        <p:spPr>
          <a:xfrm>
            <a:off x="1214438" y="3925382"/>
            <a:ext cx="3757612" cy="942975"/>
          </a:xfrm>
          <a:prstGeom prst="cube">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Cube 7"/>
          <p:cNvSpPr/>
          <p:nvPr/>
        </p:nvSpPr>
        <p:spPr>
          <a:xfrm>
            <a:off x="1214438" y="3235570"/>
            <a:ext cx="3757612" cy="942975"/>
          </a:xfrm>
          <a:prstGeom prst="cub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Cube 6"/>
          <p:cNvSpPr/>
          <p:nvPr/>
        </p:nvSpPr>
        <p:spPr>
          <a:xfrm>
            <a:off x="1214438" y="2539501"/>
            <a:ext cx="3757612" cy="942975"/>
          </a:xfrm>
          <a:prstGeom prst="cub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p:txBody>
          <a:bodyPr/>
          <a:lstStyle/>
          <a:p>
            <a:r>
              <a:rPr lang="en-US" dirty="0">
                <a:solidFill>
                  <a:srgbClr val="FFFFFF"/>
                </a:solidFill>
              </a:rPr>
              <a:t>Docker image</a:t>
            </a:r>
            <a:endParaRPr lang="en-US" dirty="0">
              <a:solidFill>
                <a:srgbClr val="FFFFFF"/>
              </a:solidFill>
              <a:latin typeface="Amazon Ember Light" panose="020B0403020204020204"/>
            </a:endParaRPr>
          </a:p>
        </p:txBody>
      </p:sp>
      <p:sp>
        <p:nvSpPr>
          <p:cNvPr id="3" name="Content Placeholder 2"/>
          <p:cNvSpPr>
            <a:spLocks noGrp="1"/>
          </p:cNvSpPr>
          <p:nvPr>
            <p:ph idx="1"/>
          </p:nvPr>
        </p:nvSpPr>
        <p:spPr>
          <a:xfrm>
            <a:off x="6825668" y="2448258"/>
            <a:ext cx="4972632" cy="3687905"/>
          </a:xfrm>
        </p:spPr>
        <p:txBody>
          <a:bodyPr/>
          <a:lstStyle/>
          <a:p>
            <a:r>
              <a:rPr lang="en-US" dirty="0"/>
              <a:t> Collection of files</a:t>
            </a:r>
          </a:p>
          <a:p>
            <a:endParaRPr lang="en-US" dirty="0"/>
          </a:p>
          <a:p>
            <a:r>
              <a:rPr lang="en-US" dirty="0"/>
              <a:t> Used to </a:t>
            </a:r>
            <a:r>
              <a:rPr lang="en-US" dirty="0">
                <a:solidFill>
                  <a:srgbClr val="000000"/>
                </a:solidFill>
              </a:rPr>
              <a:t>launch</a:t>
            </a:r>
            <a:r>
              <a:rPr lang="en-US" dirty="0"/>
              <a:t> containers</a:t>
            </a:r>
          </a:p>
          <a:p>
            <a:endParaRPr lang="en-US" dirty="0"/>
          </a:p>
          <a:p>
            <a:r>
              <a:rPr lang="en-US" dirty="0"/>
              <a:t> Instructions stored in a </a:t>
            </a:r>
            <a:r>
              <a:rPr lang="en-US" dirty="0" err="1"/>
              <a:t>Dockerfile</a:t>
            </a:r>
            <a:endParaRPr lang="en-US" dirty="0"/>
          </a:p>
        </p:txBody>
      </p:sp>
      <p:sp>
        <p:nvSpPr>
          <p:cNvPr id="4" name="Slide Number Placeholder 3"/>
          <p:cNvSpPr>
            <a:spLocks noGrp="1"/>
          </p:cNvSpPr>
          <p:nvPr>
            <p:ph type="sldNum" sz="quarter" idx="12"/>
          </p:nvPr>
        </p:nvSpPr>
        <p:spPr/>
        <p:txBody>
          <a:bodyPr/>
          <a:lstStyle/>
          <a:p>
            <a:fld id="{9FC43BFD-8FF7-A343-A8A6-E2338FCE8046}" type="slidenum">
              <a:rPr lang="en-US" smtClean="0"/>
              <a:pPr/>
              <a:t>14</a:t>
            </a:fld>
            <a:endParaRPr lang="en-US" dirty="0"/>
          </a:p>
        </p:txBody>
      </p:sp>
      <p:sp>
        <p:nvSpPr>
          <p:cNvPr id="6" name="Cube 5"/>
          <p:cNvSpPr/>
          <p:nvPr/>
        </p:nvSpPr>
        <p:spPr>
          <a:xfrm>
            <a:off x="1214438" y="1884111"/>
            <a:ext cx="3757612" cy="942975"/>
          </a:xfrm>
          <a:prstGeom prst="cub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p:cNvSpPr txBox="1"/>
          <p:nvPr/>
        </p:nvSpPr>
        <p:spPr>
          <a:xfrm>
            <a:off x="1459944" y="2202037"/>
            <a:ext cx="3171061" cy="492443"/>
          </a:xfrm>
          <a:prstGeom prst="rect">
            <a:avLst/>
          </a:prstGeom>
          <a:noFill/>
        </p:spPr>
        <p:txBody>
          <a:bodyPr wrap="none" rtlCol="0">
            <a:spAutoFit/>
          </a:bodyPr>
          <a:lstStyle/>
          <a:p>
            <a:r>
              <a:rPr lang="en-US" sz="2600" dirty="0">
                <a:latin typeface="Amazon Ember" charset="0"/>
                <a:ea typeface="Amazon Ember" charset="0"/>
                <a:cs typeface="Amazon Ember" charset="0"/>
              </a:rPr>
              <a:t>Container</a:t>
            </a:r>
            <a:r>
              <a:rPr lang="en-US" sz="2600" b="1" dirty="0">
                <a:latin typeface="Amazon Ember" charset="0"/>
                <a:ea typeface="Amazon Ember" charset="0"/>
                <a:cs typeface="Amazon Ember" charset="0"/>
              </a:rPr>
              <a:t> </a:t>
            </a:r>
            <a:r>
              <a:rPr lang="en-US" sz="2600" dirty="0">
                <a:latin typeface="Amazon Ember Light" charset="0"/>
                <a:ea typeface="Amazon Ember Light" charset="0"/>
                <a:cs typeface="Amazon Ember Light" charset="0"/>
              </a:rPr>
              <a:t>(writable)</a:t>
            </a:r>
          </a:p>
        </p:txBody>
      </p:sp>
      <p:sp>
        <p:nvSpPr>
          <p:cNvPr id="12" name="TextBox 11"/>
          <p:cNvSpPr txBox="1"/>
          <p:nvPr/>
        </p:nvSpPr>
        <p:spPr>
          <a:xfrm>
            <a:off x="1459944" y="2877384"/>
            <a:ext cx="3493329" cy="492443"/>
          </a:xfrm>
          <a:prstGeom prst="rect">
            <a:avLst/>
          </a:prstGeom>
          <a:noFill/>
        </p:spPr>
        <p:txBody>
          <a:bodyPr wrap="none" rtlCol="0">
            <a:spAutoFit/>
          </a:bodyPr>
          <a:lstStyle/>
          <a:p>
            <a:r>
              <a:rPr lang="en-US" sz="2600" dirty="0">
                <a:latin typeface="Amazon Ember" charset="0"/>
                <a:ea typeface="Amazon Ember" charset="0"/>
                <a:cs typeface="Amazon Ember" charset="0"/>
              </a:rPr>
              <a:t>Image</a:t>
            </a:r>
            <a:r>
              <a:rPr lang="en-US" sz="2600" b="1" dirty="0">
                <a:latin typeface="Amazon Ember" charset="0"/>
                <a:ea typeface="Amazon Ember" charset="0"/>
                <a:cs typeface="Amazon Ember" charset="0"/>
              </a:rPr>
              <a:t> </a:t>
            </a:r>
            <a:r>
              <a:rPr lang="en-US" sz="2600" dirty="0">
                <a:latin typeface="Amazon Ember Light" charset="0"/>
                <a:ea typeface="Amazon Ember Light" charset="0"/>
                <a:cs typeface="Amazon Ember Light" charset="0"/>
              </a:rPr>
              <a:t>(</a:t>
            </a:r>
            <a:r>
              <a:rPr lang="en-US" sz="2600">
                <a:latin typeface="Amazon Ember Light" charset="0"/>
                <a:ea typeface="Amazon Ember Light" charset="0"/>
                <a:cs typeface="Amazon Ember Light" charset="0"/>
              </a:rPr>
              <a:t>add Apache</a:t>
            </a:r>
            <a:r>
              <a:rPr lang="en-US" sz="2600">
                <a:solidFill>
                  <a:srgbClr val="000000"/>
                </a:solidFill>
                <a:latin typeface="Amazon Ember Light" charset="0"/>
                <a:ea typeface="Amazon Ember Light" charset="0"/>
                <a:cs typeface="Amazon Ember Light" charset="0"/>
              </a:rPr>
              <a:t>)</a:t>
            </a:r>
            <a:endParaRPr lang="en-US" sz="2600" dirty="0">
              <a:solidFill>
                <a:srgbClr val="000000"/>
              </a:solidFill>
              <a:latin typeface="Amazon Ember Light" panose="020B0403020204020204"/>
              <a:ea typeface="Amazon Ember Light" charset="0"/>
              <a:cs typeface="Amazon Ember Light" charset="0"/>
            </a:endParaRPr>
          </a:p>
        </p:txBody>
      </p:sp>
      <p:sp>
        <p:nvSpPr>
          <p:cNvPr id="13" name="TextBox 12"/>
          <p:cNvSpPr txBox="1"/>
          <p:nvPr/>
        </p:nvSpPr>
        <p:spPr>
          <a:xfrm>
            <a:off x="1459944" y="3561453"/>
            <a:ext cx="3312125" cy="492443"/>
          </a:xfrm>
          <a:prstGeom prst="rect">
            <a:avLst/>
          </a:prstGeom>
          <a:noFill/>
        </p:spPr>
        <p:txBody>
          <a:bodyPr wrap="none" rtlCol="0">
            <a:spAutoFit/>
          </a:bodyPr>
          <a:lstStyle/>
          <a:p>
            <a:r>
              <a:rPr lang="en-US" sz="2600" dirty="0">
                <a:latin typeface="Amazon Ember" charset="0"/>
                <a:ea typeface="Amazon Ember" charset="0"/>
                <a:cs typeface="Amazon Ember" charset="0"/>
              </a:rPr>
              <a:t>Image</a:t>
            </a:r>
            <a:r>
              <a:rPr lang="en-US" sz="2600" b="1" dirty="0">
                <a:latin typeface="Amazon Ember" charset="0"/>
                <a:ea typeface="Amazon Ember" charset="0"/>
                <a:cs typeface="Amazon Ember" charset="0"/>
              </a:rPr>
              <a:t> </a:t>
            </a:r>
            <a:r>
              <a:rPr lang="en-US" sz="2600" dirty="0">
                <a:latin typeface="Amazon Ember Light" charset="0"/>
                <a:ea typeface="Amazon Ember Light" charset="0"/>
                <a:cs typeface="Amazon Ember Light" charset="0"/>
              </a:rPr>
              <a:t>(</a:t>
            </a:r>
            <a:r>
              <a:rPr lang="en-US" sz="2600">
                <a:latin typeface="Amazon Ember Light" charset="0"/>
                <a:ea typeface="Amazon Ember Light" charset="0"/>
                <a:cs typeface="Amazon Ember Light" charset="0"/>
              </a:rPr>
              <a:t>add </a:t>
            </a:r>
            <a:r>
              <a:rPr lang="en-US" sz="2600">
                <a:solidFill>
                  <a:srgbClr val="000000"/>
                </a:solidFill>
                <a:latin typeface="Amazon Ember Light" charset="0"/>
                <a:ea typeface="Amazon Ember Light" charset="0"/>
                <a:cs typeface="Amazon Ember Light" charset="0"/>
              </a:rPr>
              <a:t>emacs)</a:t>
            </a:r>
            <a:endParaRPr lang="en-US" sz="2600" dirty="0">
              <a:solidFill>
                <a:srgbClr val="000000"/>
              </a:solidFill>
              <a:latin typeface="Amazon Ember Light" panose="020B0403020204020204"/>
              <a:ea typeface="Amazon Ember Light" charset="0"/>
              <a:cs typeface="Amazon Ember Light" charset="0"/>
            </a:endParaRPr>
          </a:p>
        </p:txBody>
      </p:sp>
      <p:sp>
        <p:nvSpPr>
          <p:cNvPr id="14" name="TextBox 13"/>
          <p:cNvSpPr txBox="1"/>
          <p:nvPr/>
        </p:nvSpPr>
        <p:spPr>
          <a:xfrm>
            <a:off x="1459944" y="4209758"/>
            <a:ext cx="3647152" cy="492443"/>
          </a:xfrm>
          <a:prstGeom prst="rect">
            <a:avLst/>
          </a:prstGeom>
          <a:noFill/>
        </p:spPr>
        <p:txBody>
          <a:bodyPr wrap="none" rtlCol="0">
            <a:spAutoFit/>
          </a:bodyPr>
          <a:lstStyle/>
          <a:p>
            <a:r>
              <a:rPr lang="en-US" sz="2600">
                <a:latin typeface="Amazon Ember" charset="0"/>
                <a:ea typeface="Amazon Ember" charset="0"/>
                <a:cs typeface="Amazon Ember" charset="0"/>
              </a:rPr>
              <a:t>Base </a:t>
            </a:r>
            <a:r>
              <a:rPr lang="en-US" sz="2600">
                <a:solidFill>
                  <a:srgbClr val="000000"/>
                </a:solidFill>
                <a:latin typeface="Amazon Ember" charset="0"/>
                <a:ea typeface="Amazon Ember" charset="0"/>
                <a:cs typeface="Amazon Ember" charset="0"/>
              </a:rPr>
              <a:t>Image</a:t>
            </a:r>
            <a:r>
              <a:rPr lang="en-US" sz="2600">
                <a:latin typeface="Amazon Ember" charset="0"/>
                <a:ea typeface="Amazon Ember" charset="0"/>
                <a:cs typeface="Amazon Ember" charset="0"/>
              </a:rPr>
              <a:t> </a:t>
            </a:r>
            <a:r>
              <a:rPr lang="en-US" sz="2600" dirty="0">
                <a:latin typeface="Amazon Ember Light" charset="0"/>
                <a:ea typeface="Amazon Ember Light" charset="0"/>
                <a:cs typeface="Amazon Ember Light" charset="0"/>
              </a:rPr>
              <a:t>(Debian)</a:t>
            </a:r>
          </a:p>
        </p:txBody>
      </p:sp>
      <p:sp>
        <p:nvSpPr>
          <p:cNvPr id="15" name="TextBox 14"/>
          <p:cNvSpPr txBox="1"/>
          <p:nvPr/>
        </p:nvSpPr>
        <p:spPr>
          <a:xfrm>
            <a:off x="1459944" y="5065041"/>
            <a:ext cx="2623860" cy="492443"/>
          </a:xfrm>
          <a:prstGeom prst="rect">
            <a:avLst/>
          </a:prstGeom>
          <a:noFill/>
        </p:spPr>
        <p:txBody>
          <a:bodyPr wrap="none" rtlCol="0">
            <a:spAutoFit/>
          </a:bodyPr>
          <a:lstStyle/>
          <a:p>
            <a:r>
              <a:rPr lang="en-US" sz="2600" dirty="0">
                <a:latin typeface="Amazon Ember Light" charset="0"/>
                <a:ea typeface="Amazon Ember Light" charset="0"/>
                <a:cs typeface="Amazon Ember Light" charset="0"/>
              </a:rPr>
              <a:t>Kernel </a:t>
            </a:r>
            <a:r>
              <a:rPr lang="en-US" sz="2600" dirty="0">
                <a:latin typeface="Amazon Ember" charset="0"/>
                <a:ea typeface="Amazon Ember" charset="0"/>
                <a:cs typeface="Amazon Ember" charset="0"/>
              </a:rPr>
              <a:t>(</a:t>
            </a:r>
            <a:r>
              <a:rPr lang="en-US" sz="2600" dirty="0" err="1">
                <a:solidFill>
                  <a:srgbClr val="000000"/>
                </a:solidFill>
                <a:latin typeface="Amazon Ember" charset="0"/>
                <a:ea typeface="Amazon Ember" charset="0"/>
                <a:cs typeface="Amazon Ember" charset="0"/>
              </a:rPr>
              <a:t>bootfs</a:t>
            </a:r>
            <a:r>
              <a:rPr lang="en-US" sz="2600" dirty="0">
                <a:latin typeface="Amazon Ember" charset="0"/>
                <a:ea typeface="Amazon Ember" charset="0"/>
                <a:cs typeface="Amazon Ember" charset="0"/>
              </a:rPr>
              <a:t>)</a:t>
            </a:r>
          </a:p>
        </p:txBody>
      </p:sp>
      <p:sp>
        <p:nvSpPr>
          <p:cNvPr id="16" name="TextBox 15"/>
          <p:cNvSpPr txBox="1"/>
          <p:nvPr/>
        </p:nvSpPr>
        <p:spPr>
          <a:xfrm>
            <a:off x="5435431" y="2694480"/>
            <a:ext cx="1260281" cy="923330"/>
          </a:xfrm>
          <a:prstGeom prst="rect">
            <a:avLst/>
          </a:prstGeom>
          <a:noFill/>
        </p:spPr>
        <p:txBody>
          <a:bodyPr wrap="none" rtlCol="0">
            <a:spAutoFit/>
          </a:bodyPr>
          <a:lstStyle/>
          <a:p>
            <a:r>
              <a:rPr lang="en-US" dirty="0">
                <a:latin typeface="Amazon Ember Light" charset="0"/>
                <a:ea typeface="Amazon Ember Light" charset="0"/>
                <a:cs typeface="Amazon Ember Light" charset="0"/>
              </a:rPr>
              <a:t>Reference </a:t>
            </a:r>
            <a:br>
              <a:rPr lang="en-US" dirty="0">
                <a:latin typeface="Amazon Ember Light" charset="0"/>
                <a:ea typeface="Amazon Ember Light" charset="0"/>
                <a:cs typeface="Amazon Ember Light" charset="0"/>
              </a:rPr>
            </a:br>
            <a:r>
              <a:rPr lang="en-US" dirty="0">
                <a:latin typeface="Amazon Ember Light" charset="0"/>
                <a:ea typeface="Amazon Ember Light" charset="0"/>
                <a:cs typeface="Amazon Ember Light" charset="0"/>
              </a:rPr>
              <a:t>parent </a:t>
            </a:r>
            <a:br>
              <a:rPr lang="en-US" dirty="0">
                <a:latin typeface="Amazon Ember Light" charset="0"/>
                <a:ea typeface="Amazon Ember Light" charset="0"/>
                <a:cs typeface="Amazon Ember Light" charset="0"/>
              </a:rPr>
            </a:br>
            <a:r>
              <a:rPr lang="en-US" dirty="0">
                <a:latin typeface="Amazon Ember Light" charset="0"/>
                <a:ea typeface="Amazon Ember Light" charset="0"/>
                <a:cs typeface="Amazon Ember Light" charset="0"/>
              </a:rPr>
              <a:t>image</a:t>
            </a:r>
          </a:p>
        </p:txBody>
      </p:sp>
      <p:sp>
        <p:nvSpPr>
          <p:cNvPr id="26" name="Curved Left Arrow 25"/>
          <p:cNvSpPr/>
          <p:nvPr/>
        </p:nvSpPr>
        <p:spPr>
          <a:xfrm>
            <a:off x="4972050" y="3010988"/>
            <a:ext cx="463381" cy="550465"/>
          </a:xfrm>
          <a:prstGeom prst="curvedLeftArrow">
            <a:avLst/>
          </a:prstGeom>
          <a:solidFill>
            <a:schemeClr val="tx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5" name="Footer Placeholder 4"/>
          <p:cNvSpPr>
            <a:spLocks noGrp="1"/>
          </p:cNvSpPr>
          <p:nvPr>
            <p:ph type="ftr" sz="quarter" idx="3"/>
          </p:nvPr>
        </p:nvSpPr>
        <p:spPr/>
        <p:txBody>
          <a:bodyPr/>
          <a:lstStyle/>
          <a:p>
            <a:r>
              <a:rPr lang="en-US"/>
              <a:t>© 2020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3345117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FFFF"/>
                </a:solidFill>
              </a:rPr>
              <a:t>Docker image</a:t>
            </a:r>
            <a:r>
              <a:rPr lang="en-US" dirty="0"/>
              <a:t> registry</a:t>
            </a:r>
          </a:p>
        </p:txBody>
      </p:sp>
      <p:sp>
        <p:nvSpPr>
          <p:cNvPr id="3" name="Content Placeholder 2"/>
          <p:cNvSpPr>
            <a:spLocks noGrp="1"/>
          </p:cNvSpPr>
          <p:nvPr>
            <p:ph idx="1"/>
          </p:nvPr>
        </p:nvSpPr>
        <p:spPr/>
        <p:txBody>
          <a:bodyPr>
            <a:normAutofit fontScale="92500" lnSpcReduction="10000"/>
          </a:bodyPr>
          <a:lstStyle/>
          <a:p>
            <a:r>
              <a:rPr lang="en-US" dirty="0">
                <a:solidFill>
                  <a:srgbClr val="000000"/>
                </a:solidFill>
              </a:rPr>
              <a:t>Amazon Elastic Container Registry</a:t>
            </a:r>
            <a:r>
              <a:rPr lang="en-US" dirty="0"/>
              <a:t> (Amazon ECR)</a:t>
            </a:r>
          </a:p>
          <a:p>
            <a:pPr lvl="1"/>
            <a:r>
              <a:rPr lang="en-US" dirty="0"/>
              <a:t>Fully managed</a:t>
            </a:r>
          </a:p>
          <a:p>
            <a:pPr lvl="1"/>
            <a:r>
              <a:rPr lang="en-US" dirty="0"/>
              <a:t>Secure: Encryption at rest, AWS Identity and</a:t>
            </a:r>
            <a:br>
              <a:rPr lang="en-US" dirty="0"/>
            </a:br>
            <a:r>
              <a:rPr lang="en-US" dirty="0"/>
              <a:t>Access Management integration</a:t>
            </a:r>
          </a:p>
          <a:p>
            <a:pPr lvl="1"/>
            <a:r>
              <a:rPr lang="en-US" dirty="0"/>
              <a:t>Scalable and highly available</a:t>
            </a:r>
          </a:p>
          <a:p>
            <a:pPr lvl="1"/>
            <a:r>
              <a:rPr lang="en-US" dirty="0"/>
              <a:t>Integrated with Amazon ECS and Docker </a:t>
            </a:r>
            <a:r>
              <a:rPr lang="en-US" dirty="0">
                <a:solidFill>
                  <a:srgbClr val="000000"/>
                </a:solidFill>
              </a:rPr>
              <a:t>CLI</a:t>
            </a:r>
            <a:endParaRPr lang="en-US" dirty="0">
              <a:solidFill>
                <a:srgbClr val="000000"/>
              </a:solidFill>
              <a:latin typeface="Amazon Ember Light" panose="020B0403020204020204"/>
            </a:endParaRPr>
          </a:p>
          <a:p>
            <a:endParaRPr lang="en-US" dirty="0"/>
          </a:p>
          <a:p>
            <a:r>
              <a:rPr lang="en-US" dirty="0"/>
              <a:t> Docker Hub</a:t>
            </a:r>
          </a:p>
          <a:p>
            <a:pPr lvl="1"/>
            <a:r>
              <a:rPr lang="en-US" dirty="0">
                <a:solidFill>
                  <a:srgbClr val="000000"/>
                </a:solidFill>
              </a:rPr>
              <a:t>Public</a:t>
            </a:r>
            <a:r>
              <a:rPr lang="en-US" dirty="0"/>
              <a:t> repository of images</a:t>
            </a:r>
          </a:p>
          <a:p>
            <a:pPr lvl="1"/>
            <a:r>
              <a:rPr lang="en-US" dirty="0"/>
              <a:t>Provides private image </a:t>
            </a:r>
            <a:r>
              <a:rPr lang="en-US" dirty="0">
                <a:solidFill>
                  <a:srgbClr val="000000"/>
                </a:solidFill>
              </a:rPr>
              <a:t>storage</a:t>
            </a:r>
            <a:endParaRPr lang="en-US" dirty="0"/>
          </a:p>
          <a:p>
            <a:pPr lvl="1"/>
            <a:endParaRPr lang="en-US" dirty="0"/>
          </a:p>
          <a:p>
            <a:r>
              <a:rPr lang="en-US" dirty="0"/>
              <a:t> Private Repositories</a:t>
            </a:r>
          </a:p>
          <a:p>
            <a:endParaRPr lang="en-US" dirty="0"/>
          </a:p>
        </p:txBody>
      </p:sp>
      <p:sp>
        <p:nvSpPr>
          <p:cNvPr id="4" name="Slide Number Placeholder 3"/>
          <p:cNvSpPr>
            <a:spLocks noGrp="1"/>
          </p:cNvSpPr>
          <p:nvPr>
            <p:ph type="sldNum" sz="quarter" idx="12"/>
          </p:nvPr>
        </p:nvSpPr>
        <p:spPr/>
        <p:txBody>
          <a:bodyPr/>
          <a:lstStyle/>
          <a:p>
            <a:fld id="{9FC43BFD-8FF7-A343-A8A6-E2338FCE8046}" type="slidenum">
              <a:rPr lang="en-US" smtClean="0"/>
              <a:pPr/>
              <a:t>15</a:t>
            </a:fld>
            <a:endParaRPr lang="en-US" dirty="0"/>
          </a:p>
        </p:txBody>
      </p:sp>
      <p:pic>
        <p:nvPicPr>
          <p:cNvPr id="5" name="Picture 4">
            <a:extLst>
              <a:ext uri="{FF2B5EF4-FFF2-40B4-BE49-F238E27FC236}">
                <a16:creationId xmlns:a16="http://schemas.microsoft.com/office/drawing/2014/main" id="{35885586-EC52-3F4E-A28F-CED6309EF2A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57144" y="4194978"/>
            <a:ext cx="927611" cy="690091"/>
          </a:xfrm>
          <a:prstGeom prst="rect">
            <a:avLst/>
          </a:prstGeom>
        </p:spPr>
      </p:pic>
      <p:sp>
        <p:nvSpPr>
          <p:cNvPr id="6" name="TextBox 5">
            <a:extLst>
              <a:ext uri="{FF2B5EF4-FFF2-40B4-BE49-F238E27FC236}">
                <a16:creationId xmlns:a16="http://schemas.microsoft.com/office/drawing/2014/main" id="{1896052B-A4BD-7648-823A-CBEB5113DA76}"/>
              </a:ext>
            </a:extLst>
          </p:cNvPr>
          <p:cNvSpPr txBox="1"/>
          <p:nvPr/>
        </p:nvSpPr>
        <p:spPr>
          <a:xfrm>
            <a:off x="9000603" y="4956222"/>
            <a:ext cx="1803309" cy="574794"/>
          </a:xfrm>
          <a:prstGeom prst="rect">
            <a:avLst/>
          </a:prstGeom>
          <a:noFill/>
        </p:spPr>
        <p:txBody>
          <a:bodyPr wrap="square" lIns="0" tIns="0" rIns="0" bIns="0" rtlCol="0" anchor="t">
            <a:noAutofit/>
          </a:bodyPr>
          <a:lstStyle/>
          <a:p>
            <a:pPr algn="ctr"/>
            <a:r>
              <a:rPr lang="en-US" dirty="0">
                <a:latin typeface="Amazon Ember" panose="02000000000000000000" pitchFamily="2" charset="0"/>
                <a:ea typeface="Amazon Ember" panose="02000000000000000000" pitchFamily="2" charset="0"/>
              </a:rPr>
              <a:t>Docker Hub</a:t>
            </a:r>
          </a:p>
        </p:txBody>
      </p:sp>
      <p:sp>
        <p:nvSpPr>
          <p:cNvPr id="9" name="Footer Placeholder 8"/>
          <p:cNvSpPr>
            <a:spLocks noGrp="1"/>
          </p:cNvSpPr>
          <p:nvPr>
            <p:ph type="ftr" sz="quarter" idx="3"/>
          </p:nvPr>
        </p:nvSpPr>
        <p:spPr/>
        <p:txBody>
          <a:bodyPr/>
          <a:lstStyle/>
          <a:p>
            <a:r>
              <a:rPr lang="en-US"/>
              <a:t>© 2020 Amazon Web Services, Inc. or its Affiliates. All rights reserved.</a:t>
            </a:r>
            <a:endParaRPr lang="en-US" dirty="0"/>
          </a:p>
        </p:txBody>
      </p:sp>
      <p:sp>
        <p:nvSpPr>
          <p:cNvPr id="10" name="TextBox 9">
            <a:extLst>
              <a:ext uri="{FF2B5EF4-FFF2-40B4-BE49-F238E27FC236}">
                <a16:creationId xmlns:a16="http://schemas.microsoft.com/office/drawing/2014/main" id="{BBC66FD7-F41F-0A41-B918-0950A5665588}"/>
              </a:ext>
            </a:extLst>
          </p:cNvPr>
          <p:cNvSpPr txBox="1"/>
          <p:nvPr/>
        </p:nvSpPr>
        <p:spPr>
          <a:xfrm>
            <a:off x="8661792" y="2519728"/>
            <a:ext cx="2301904" cy="369332"/>
          </a:xfrm>
          <a:prstGeom prst="rect">
            <a:avLst/>
          </a:prstGeom>
          <a:noFill/>
        </p:spPr>
        <p:txBody>
          <a:bodyPr wrap="square" rtlCol="0">
            <a:spAutoFit/>
          </a:bodyPr>
          <a:lstStyle/>
          <a:p>
            <a:pPr algn="ctr"/>
            <a:r>
              <a:rPr lang="en-US" dirty="0">
                <a:latin typeface="Amazon Ember" panose="02000000000000000000" pitchFamily="2" charset="0"/>
                <a:ea typeface="Amazon Ember" panose="02000000000000000000" pitchFamily="2" charset="0"/>
              </a:rPr>
              <a:t>Amazon ECR</a:t>
            </a:r>
          </a:p>
        </p:txBody>
      </p:sp>
      <p:pic>
        <p:nvPicPr>
          <p:cNvPr id="11" name="Graphic 11">
            <a:extLst>
              <a:ext uri="{FF2B5EF4-FFF2-40B4-BE49-F238E27FC236}">
                <a16:creationId xmlns:a16="http://schemas.microsoft.com/office/drawing/2014/main" id="{F11FE7D9-F258-2748-93DF-CDC39AFAD783}"/>
              </a:ext>
            </a:extLst>
          </p:cNvPr>
          <p:cNvPicPr>
            <a:picLocks noChangeAspect="1"/>
          </p:cNvPicPr>
          <p:nvPr/>
        </p:nvPicPr>
        <p:blipFill>
          <a:blip r:embed="rId5"/>
          <a:stretch>
            <a:fillRect/>
          </a:stretch>
        </p:blipFill>
        <p:spPr>
          <a:xfrm>
            <a:off x="9457144" y="1793456"/>
            <a:ext cx="711200" cy="711200"/>
          </a:xfrm>
          <a:prstGeom prst="rect">
            <a:avLst/>
          </a:prstGeom>
        </p:spPr>
      </p:pic>
    </p:spTree>
    <p:custDataLst>
      <p:tags r:id="rId1"/>
    </p:custDataLst>
    <p:extLst>
      <p:ext uri="{BB962C8B-B14F-4D97-AF65-F5344CB8AC3E}">
        <p14:creationId xmlns:p14="http://schemas.microsoft.com/office/powerpoint/2010/main" val="5714155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Getting started with Docker</a:t>
            </a:r>
          </a:p>
        </p:txBody>
      </p:sp>
      <p:sp>
        <p:nvSpPr>
          <p:cNvPr id="3" name="Slide Number Placeholder 2"/>
          <p:cNvSpPr>
            <a:spLocks noGrp="1"/>
          </p:cNvSpPr>
          <p:nvPr>
            <p:ph type="sldNum" sz="quarter" idx="4294967295"/>
          </p:nvPr>
        </p:nvSpPr>
        <p:spPr>
          <a:xfrm>
            <a:off x="9448800" y="6356350"/>
            <a:ext cx="2743200" cy="365125"/>
          </a:xfrm>
        </p:spPr>
        <p:txBody>
          <a:bodyPr/>
          <a:lstStyle/>
          <a:p>
            <a:fld id="{9FC43BFD-8FF7-A343-A8A6-E2338FCE8046}" type="slidenum">
              <a:rPr lang="en-US" smtClean="0"/>
              <a:pPr/>
              <a:t>16</a:t>
            </a:fld>
            <a:endParaRPr lang="en-US" dirty="0"/>
          </a:p>
        </p:txBody>
      </p:sp>
      <p:sp>
        <p:nvSpPr>
          <p:cNvPr id="5" name="Footer Placeholder 4"/>
          <p:cNvSpPr>
            <a:spLocks noGrp="1"/>
          </p:cNvSpPr>
          <p:nvPr>
            <p:ph type="ftr" sz="quarter" idx="3"/>
          </p:nvPr>
        </p:nvSpPr>
        <p:spPr/>
        <p:txBody>
          <a:bodyPr/>
          <a:lstStyle/>
          <a:p>
            <a:r>
              <a:rPr lang="en-US"/>
              <a:t>© 2020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19797459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Create the </a:t>
            </a:r>
            <a:r>
              <a:rPr lang="en-US" dirty="0" err="1">
                <a:solidFill>
                  <a:srgbClr val="FFFFFF"/>
                </a:solidFill>
              </a:rPr>
              <a:t>Dockerfile</a:t>
            </a:r>
            <a:endParaRPr lang="en-US" dirty="0">
              <a:solidFill>
                <a:srgbClr val="FFFFFF"/>
              </a:solidFill>
              <a:latin typeface="Amazon Ember Light" panose="020B0403020204020204"/>
            </a:endParaRPr>
          </a:p>
        </p:txBody>
      </p:sp>
      <p:sp>
        <p:nvSpPr>
          <p:cNvPr id="4" name="Slide Number Placeholder 3"/>
          <p:cNvSpPr>
            <a:spLocks noGrp="1"/>
          </p:cNvSpPr>
          <p:nvPr>
            <p:ph type="sldNum" sz="quarter" idx="12"/>
          </p:nvPr>
        </p:nvSpPr>
        <p:spPr/>
        <p:txBody>
          <a:bodyPr/>
          <a:lstStyle/>
          <a:p>
            <a:fld id="{9FC43BFD-8FF7-A343-A8A6-E2338FCE8046}" type="slidenum">
              <a:rPr lang="en-US" smtClean="0"/>
              <a:pPr/>
              <a:t>17</a:t>
            </a:fld>
            <a:endParaRPr lang="en-US" dirty="0"/>
          </a:p>
        </p:txBody>
      </p:sp>
      <p:sp>
        <p:nvSpPr>
          <p:cNvPr id="6" name="TextBox 5"/>
          <p:cNvSpPr txBox="1"/>
          <p:nvPr/>
        </p:nvSpPr>
        <p:spPr>
          <a:xfrm>
            <a:off x="2637610" y="1465738"/>
            <a:ext cx="6771861" cy="4770537"/>
          </a:xfrm>
          <a:prstGeom prst="rect">
            <a:avLst/>
          </a:prstGeom>
          <a:noFill/>
          <a:ln>
            <a:noFill/>
          </a:ln>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r>
              <a:rPr lang="en-US" sz="1600" dirty="0">
                <a:solidFill>
                  <a:schemeClr val="tx1"/>
                </a:solidFill>
                <a:latin typeface="Lucida Console" panose="020B0609040504020204" pitchFamily="49" charset="0"/>
                <a:cs typeface="Courier New" panose="02070309020205020404" pitchFamily="49" charset="0"/>
              </a:rPr>
              <a:t>FROM ubuntu:18.04 </a:t>
            </a:r>
          </a:p>
          <a:p>
            <a:endParaRPr lang="en-US" sz="1600" dirty="0">
              <a:solidFill>
                <a:schemeClr val="tx1"/>
              </a:solidFill>
              <a:latin typeface="Lucida Console" panose="020B0609040504020204" pitchFamily="49" charset="0"/>
              <a:cs typeface="Courier New" panose="02070309020205020404" pitchFamily="49" charset="0"/>
            </a:endParaRPr>
          </a:p>
          <a:p>
            <a:r>
              <a:rPr lang="en-US" sz="1600" dirty="0">
                <a:solidFill>
                  <a:schemeClr val="tx1"/>
                </a:solidFill>
                <a:latin typeface="Lucida Console" panose="020B0609040504020204" pitchFamily="49" charset="0"/>
                <a:cs typeface="Courier New" panose="02070309020205020404" pitchFamily="49" charset="0"/>
              </a:rPr>
              <a:t># Install dependencies </a:t>
            </a:r>
          </a:p>
          <a:p>
            <a:r>
              <a:rPr lang="en-US" sz="1600" dirty="0">
                <a:solidFill>
                  <a:schemeClr val="tx1"/>
                </a:solidFill>
                <a:latin typeface="Lucida Console" panose="020B0609040504020204" pitchFamily="49" charset="0"/>
                <a:cs typeface="Courier New" panose="02070309020205020404" pitchFamily="49" charset="0"/>
              </a:rPr>
              <a:t>RUN apt-get update -y </a:t>
            </a:r>
          </a:p>
          <a:p>
            <a:r>
              <a:rPr lang="en-US" sz="1600" dirty="0">
                <a:solidFill>
                  <a:schemeClr val="tx1"/>
                </a:solidFill>
                <a:latin typeface="Lucida Console" panose="020B0609040504020204" pitchFamily="49" charset="0"/>
                <a:cs typeface="Courier New" panose="02070309020205020404" pitchFamily="49" charset="0"/>
              </a:rPr>
              <a:t>RUN apt-get install -y apache2 </a:t>
            </a:r>
          </a:p>
          <a:p>
            <a:endParaRPr lang="en-US" sz="1600" dirty="0">
              <a:solidFill>
                <a:schemeClr val="tx1"/>
              </a:solidFill>
              <a:latin typeface="Lucida Console" panose="020B0609040504020204" pitchFamily="49" charset="0"/>
              <a:cs typeface="Courier New" panose="02070309020205020404" pitchFamily="49" charset="0"/>
            </a:endParaRPr>
          </a:p>
          <a:p>
            <a:r>
              <a:rPr lang="en-US" sz="1600" dirty="0">
                <a:solidFill>
                  <a:schemeClr val="tx1"/>
                </a:solidFill>
                <a:latin typeface="Lucida Console" panose="020B0609040504020204" pitchFamily="49" charset="0"/>
                <a:cs typeface="Courier New" panose="02070309020205020404" pitchFamily="49" charset="0"/>
              </a:rPr>
              <a:t># Install apache and write hello world message </a:t>
            </a:r>
          </a:p>
          <a:p>
            <a:r>
              <a:rPr lang="en-US" sz="1600" dirty="0">
                <a:solidFill>
                  <a:schemeClr val="tx1"/>
                </a:solidFill>
                <a:latin typeface="Lucida Console" panose="020B0609040504020204" pitchFamily="49" charset="0"/>
                <a:cs typeface="Courier New" panose="02070309020205020404" pitchFamily="49" charset="0"/>
              </a:rPr>
              <a:t>RUN echo "Hello World!" &gt; /var/www/index.html </a:t>
            </a:r>
          </a:p>
          <a:p>
            <a:endParaRPr lang="en-US" sz="1600" dirty="0">
              <a:solidFill>
                <a:schemeClr val="tx1"/>
              </a:solidFill>
              <a:latin typeface="Lucida Console" panose="020B0609040504020204" pitchFamily="49" charset="0"/>
              <a:cs typeface="Courier New" panose="02070309020205020404" pitchFamily="49" charset="0"/>
            </a:endParaRPr>
          </a:p>
          <a:p>
            <a:r>
              <a:rPr lang="en-US" sz="1600" dirty="0">
                <a:solidFill>
                  <a:schemeClr val="tx1"/>
                </a:solidFill>
                <a:latin typeface="Lucida Console" panose="020B0609040504020204" pitchFamily="49" charset="0"/>
                <a:cs typeface="Courier New" panose="02070309020205020404" pitchFamily="49" charset="0"/>
              </a:rPr>
              <a:t># Configure apache </a:t>
            </a:r>
          </a:p>
          <a:p>
            <a:r>
              <a:rPr lang="en-US" sz="1600" dirty="0">
                <a:solidFill>
                  <a:schemeClr val="tx1"/>
                </a:solidFill>
                <a:latin typeface="Lucida Console" panose="020B0609040504020204" pitchFamily="49" charset="0"/>
                <a:cs typeface="Courier New" panose="02070309020205020404" pitchFamily="49" charset="0"/>
              </a:rPr>
              <a:t>RUN a2enmod rewrite </a:t>
            </a:r>
          </a:p>
          <a:p>
            <a:r>
              <a:rPr lang="en-US" sz="1600" dirty="0">
                <a:solidFill>
                  <a:schemeClr val="tx1"/>
                </a:solidFill>
                <a:latin typeface="Lucida Console" panose="020B0609040504020204" pitchFamily="49" charset="0"/>
                <a:cs typeface="Courier New" panose="02070309020205020404" pitchFamily="49" charset="0"/>
              </a:rPr>
              <a:t>RUN </a:t>
            </a:r>
            <a:r>
              <a:rPr lang="en-US" sz="1600" dirty="0" err="1">
                <a:solidFill>
                  <a:schemeClr val="tx1"/>
                </a:solidFill>
                <a:latin typeface="Lucida Console" panose="020B0609040504020204" pitchFamily="49" charset="0"/>
                <a:cs typeface="Courier New" panose="02070309020205020404" pitchFamily="49" charset="0"/>
              </a:rPr>
              <a:t>chown</a:t>
            </a:r>
            <a:r>
              <a:rPr lang="en-US" sz="1600" dirty="0">
                <a:solidFill>
                  <a:schemeClr val="tx1"/>
                </a:solidFill>
                <a:latin typeface="Lucida Console" panose="020B0609040504020204" pitchFamily="49" charset="0"/>
                <a:cs typeface="Courier New" panose="02070309020205020404" pitchFamily="49" charset="0"/>
              </a:rPr>
              <a:t> -R </a:t>
            </a:r>
            <a:r>
              <a:rPr lang="en-US" sz="1600" dirty="0" err="1">
                <a:solidFill>
                  <a:schemeClr val="tx1"/>
                </a:solidFill>
                <a:latin typeface="Lucida Console" panose="020B0609040504020204" pitchFamily="49" charset="0"/>
                <a:cs typeface="Courier New" panose="02070309020205020404" pitchFamily="49" charset="0"/>
              </a:rPr>
              <a:t>www-data:www-data</a:t>
            </a:r>
            <a:r>
              <a:rPr lang="en-US" sz="1600" dirty="0">
                <a:solidFill>
                  <a:schemeClr val="tx1"/>
                </a:solidFill>
                <a:latin typeface="Lucida Console" panose="020B0609040504020204" pitchFamily="49" charset="0"/>
                <a:cs typeface="Courier New" panose="02070309020205020404" pitchFamily="49" charset="0"/>
              </a:rPr>
              <a:t> /var/www </a:t>
            </a:r>
          </a:p>
          <a:p>
            <a:r>
              <a:rPr lang="en-US" sz="1600" dirty="0">
                <a:solidFill>
                  <a:schemeClr val="tx1"/>
                </a:solidFill>
                <a:latin typeface="Lucida Console" panose="020B0609040504020204" pitchFamily="49" charset="0"/>
                <a:cs typeface="Courier New" panose="02070309020205020404" pitchFamily="49" charset="0"/>
              </a:rPr>
              <a:t>ENV APACHE_RUN_USER www-data </a:t>
            </a:r>
          </a:p>
          <a:p>
            <a:r>
              <a:rPr lang="en-US" sz="1600" dirty="0">
                <a:solidFill>
                  <a:schemeClr val="tx1"/>
                </a:solidFill>
                <a:latin typeface="Lucida Console" panose="020B0609040504020204" pitchFamily="49" charset="0"/>
                <a:cs typeface="Courier New" panose="02070309020205020404" pitchFamily="49" charset="0"/>
              </a:rPr>
              <a:t>ENV APACHE_RUN_GROUP www-data </a:t>
            </a:r>
          </a:p>
          <a:p>
            <a:r>
              <a:rPr lang="en-US" sz="1600" dirty="0">
                <a:solidFill>
                  <a:schemeClr val="tx1"/>
                </a:solidFill>
                <a:latin typeface="Lucida Console" panose="020B0609040504020204" pitchFamily="49" charset="0"/>
                <a:cs typeface="Courier New" panose="02070309020205020404" pitchFamily="49" charset="0"/>
              </a:rPr>
              <a:t>ENV APACHE_LOG_DIR /var/log/apache2 </a:t>
            </a:r>
          </a:p>
          <a:p>
            <a:endParaRPr lang="en-US" sz="1600" dirty="0">
              <a:solidFill>
                <a:schemeClr val="tx1"/>
              </a:solidFill>
              <a:latin typeface="Lucida Console" panose="020B0609040504020204" pitchFamily="49" charset="0"/>
              <a:cs typeface="Courier New" panose="02070309020205020404" pitchFamily="49" charset="0"/>
            </a:endParaRPr>
          </a:p>
          <a:p>
            <a:r>
              <a:rPr lang="en-US" sz="1600" dirty="0">
                <a:solidFill>
                  <a:schemeClr val="tx1"/>
                </a:solidFill>
                <a:latin typeface="Lucida Console" panose="020B0609040504020204" pitchFamily="49" charset="0"/>
                <a:cs typeface="Courier New" panose="02070309020205020404" pitchFamily="49" charset="0"/>
              </a:rPr>
              <a:t>EXPOSE 80 </a:t>
            </a:r>
          </a:p>
          <a:p>
            <a:endParaRPr lang="en-US" sz="1600" dirty="0">
              <a:solidFill>
                <a:schemeClr val="tx1"/>
              </a:solidFill>
              <a:latin typeface="Lucida Console" panose="020B0609040504020204" pitchFamily="49" charset="0"/>
              <a:cs typeface="Courier New" panose="02070309020205020404" pitchFamily="49" charset="0"/>
            </a:endParaRPr>
          </a:p>
          <a:p>
            <a:r>
              <a:rPr lang="en-US" sz="1600" dirty="0">
                <a:solidFill>
                  <a:schemeClr val="tx1"/>
                </a:solidFill>
                <a:latin typeface="Lucida Console" panose="020B0609040504020204" pitchFamily="49" charset="0"/>
                <a:cs typeface="Courier New" panose="02070309020205020404" pitchFamily="49" charset="0"/>
              </a:rPr>
              <a:t>CMD ["/usr/sbin/apache2", "-D", "FOREGROUND"]</a:t>
            </a:r>
          </a:p>
        </p:txBody>
      </p:sp>
      <p:sp>
        <p:nvSpPr>
          <p:cNvPr id="3" name="Footer Placeholder 2"/>
          <p:cNvSpPr>
            <a:spLocks noGrp="1"/>
          </p:cNvSpPr>
          <p:nvPr>
            <p:ph type="ftr" sz="quarter" idx="3"/>
          </p:nvPr>
        </p:nvSpPr>
        <p:spPr/>
        <p:txBody>
          <a:bodyPr/>
          <a:lstStyle/>
          <a:p>
            <a:r>
              <a:rPr lang="en-US"/>
              <a:t>© 2020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24793812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Docker </a:t>
            </a:r>
            <a:r>
              <a:rPr lang="en-US" dirty="0">
                <a:solidFill>
                  <a:srgbClr val="FFFFFF"/>
                </a:solidFill>
              </a:rPr>
              <a:t>CLI</a:t>
            </a:r>
            <a:r>
              <a:rPr lang="en-US" dirty="0"/>
              <a:t> commands</a:t>
            </a:r>
          </a:p>
        </p:txBody>
      </p:sp>
      <p:sp>
        <p:nvSpPr>
          <p:cNvPr id="4" name="Slide Number Placeholder 3"/>
          <p:cNvSpPr>
            <a:spLocks noGrp="1"/>
          </p:cNvSpPr>
          <p:nvPr>
            <p:ph type="sldNum" sz="quarter" idx="12"/>
          </p:nvPr>
        </p:nvSpPr>
        <p:spPr/>
        <p:txBody>
          <a:bodyPr/>
          <a:lstStyle/>
          <a:p>
            <a:fld id="{9FC43BFD-8FF7-A343-A8A6-E2338FCE8046}" type="slidenum">
              <a:rPr lang="en-US" smtClean="0"/>
              <a:pPr/>
              <a:t>18</a:t>
            </a:fld>
            <a:endParaRPr lang="en-US" dirty="0"/>
          </a:p>
        </p:txBody>
      </p:sp>
      <p:graphicFrame>
        <p:nvGraphicFramePr>
          <p:cNvPr id="5" name="Content Placeholder 5"/>
          <p:cNvGraphicFramePr>
            <a:graphicFrameLocks/>
          </p:cNvGraphicFramePr>
          <p:nvPr>
            <p:extLst>
              <p:ext uri="{D42A27DB-BD31-4B8C-83A1-F6EECF244321}">
                <p14:modId xmlns:p14="http://schemas.microsoft.com/office/powerpoint/2010/main" val="1713054955"/>
              </p:ext>
            </p:extLst>
          </p:nvPr>
        </p:nvGraphicFramePr>
        <p:xfrm>
          <a:off x="961072" y="1496227"/>
          <a:ext cx="10392728" cy="4433100"/>
        </p:xfrm>
        <a:graphic>
          <a:graphicData uri="http://schemas.openxmlformats.org/drawingml/2006/table">
            <a:tbl>
              <a:tblPr firstRow="1" bandRow="1">
                <a:tableStyleId>{F5AB1C69-6EDB-4FF4-983F-18BD219EF322}</a:tableStyleId>
              </a:tblPr>
              <a:tblGrid>
                <a:gridCol w="3858306">
                  <a:extLst>
                    <a:ext uri="{9D8B030D-6E8A-4147-A177-3AD203B41FA5}">
                      <a16:colId xmlns:a16="http://schemas.microsoft.com/office/drawing/2014/main" val="20000"/>
                    </a:ext>
                  </a:extLst>
                </a:gridCol>
                <a:gridCol w="6534422">
                  <a:extLst>
                    <a:ext uri="{9D8B030D-6E8A-4147-A177-3AD203B41FA5}">
                      <a16:colId xmlns:a16="http://schemas.microsoft.com/office/drawing/2014/main" val="20001"/>
                    </a:ext>
                  </a:extLst>
                </a:gridCol>
              </a:tblGrid>
              <a:tr h="633300">
                <a:tc>
                  <a:txBody>
                    <a:bodyPr/>
                    <a:lstStyle/>
                    <a:p>
                      <a:pPr algn="ctr"/>
                      <a:r>
                        <a:rPr lang="en-US" sz="3200" b="0" dirty="0">
                          <a:solidFill>
                            <a:schemeClr val="tx1"/>
                          </a:solidFill>
                          <a:latin typeface="Amazon Ember" panose="02000000000000000000" pitchFamily="2" charset="0"/>
                          <a:ea typeface="Amazon Ember" panose="02000000000000000000" pitchFamily="2" charset="0"/>
                        </a:rPr>
                        <a:t>Command</a:t>
                      </a:r>
                      <a:endParaRPr lang="en-US" sz="3200" b="0" i="0" dirty="0">
                        <a:solidFill>
                          <a:schemeClr val="tx1"/>
                        </a:solidFill>
                        <a:latin typeface="Amazon Ember" panose="02000000000000000000" pitchFamily="2" charset="0"/>
                        <a:ea typeface="Amazon Ember" panose="02000000000000000000" pitchFamily="2" charset="0"/>
                        <a:cs typeface="Amazon Ember Light" charset="0"/>
                      </a:endParaRPr>
                    </a:p>
                  </a:txBody>
                  <a:tcPr marL="121920" marR="121920" marT="60960" marB="60960" anchor="ctr"/>
                </a:tc>
                <a:tc>
                  <a:txBody>
                    <a:bodyPr/>
                    <a:lstStyle/>
                    <a:p>
                      <a:pPr algn="ctr"/>
                      <a:r>
                        <a:rPr lang="en-US" sz="3200" b="0" dirty="0">
                          <a:solidFill>
                            <a:schemeClr val="tx1"/>
                          </a:solidFill>
                          <a:latin typeface="Amazon Ember" panose="02000000000000000000" pitchFamily="2" charset="0"/>
                          <a:ea typeface="Amazon Ember" panose="02000000000000000000" pitchFamily="2" charset="0"/>
                        </a:rPr>
                        <a:t>Information</a:t>
                      </a:r>
                      <a:endParaRPr lang="en-US" sz="3200" b="0" i="0" dirty="0">
                        <a:solidFill>
                          <a:schemeClr val="tx1"/>
                        </a:solidFill>
                        <a:latin typeface="Amazon Ember" panose="02000000000000000000" pitchFamily="2" charset="0"/>
                        <a:ea typeface="Amazon Ember" panose="02000000000000000000" pitchFamily="2" charset="0"/>
                        <a:cs typeface="Amazon Ember Light" charset="0"/>
                      </a:endParaRPr>
                    </a:p>
                  </a:txBody>
                  <a:tcPr marL="121920" marR="121920" marT="60960" marB="60960" anchor="ctr"/>
                </a:tc>
                <a:extLst>
                  <a:ext uri="{0D108BD9-81ED-4DB2-BD59-A6C34878D82A}">
                    <a16:rowId xmlns:a16="http://schemas.microsoft.com/office/drawing/2014/main" val="10000"/>
                  </a:ext>
                </a:extLst>
              </a:tr>
              <a:tr h="633300">
                <a:tc>
                  <a:txBody>
                    <a:bodyPr/>
                    <a:lstStyle/>
                    <a:p>
                      <a:r>
                        <a:rPr lang="en-US" sz="2400" u="none" dirty="0">
                          <a:latin typeface="Lucida Console" panose="020B0609040504020204" pitchFamily="49" charset="0"/>
                        </a:rPr>
                        <a:t>docker</a:t>
                      </a:r>
                      <a:r>
                        <a:rPr lang="en-US" sz="2400" dirty="0">
                          <a:latin typeface="Lucida Console" panose="020B0609040504020204" pitchFamily="49" charset="0"/>
                        </a:rPr>
                        <a:t> build</a:t>
                      </a:r>
                      <a:endParaRPr lang="en-US" sz="2400" b="0" i="0" dirty="0">
                        <a:latin typeface="Lucida Console" panose="020B0609040504020204" pitchFamily="49" charset="0"/>
                        <a:ea typeface="Amazon Ember Light" charset="0"/>
                        <a:cs typeface="Courier New" panose="02070309020205020404" pitchFamily="49" charset="0"/>
                      </a:endParaRPr>
                    </a:p>
                  </a:txBody>
                  <a:tcPr marL="121920" marR="121920" marT="60960" marB="60960" anchor="ctr"/>
                </a:tc>
                <a:tc>
                  <a:txBody>
                    <a:bodyPr/>
                    <a:lstStyle/>
                    <a:p>
                      <a:pPr algn="l"/>
                      <a:r>
                        <a:rPr lang="en-US" sz="2400" dirty="0"/>
                        <a:t>Build an image from a Dockerfile.</a:t>
                      </a:r>
                      <a:endParaRPr lang="en-US" sz="2400" b="0" i="0" dirty="0">
                        <a:latin typeface="Amazon Ember Light" charset="0"/>
                        <a:ea typeface="Amazon Ember Light" charset="0"/>
                        <a:cs typeface="Amazon Ember Light" charset="0"/>
                      </a:endParaRPr>
                    </a:p>
                  </a:txBody>
                  <a:tcPr marL="121920" marR="121920" marT="60960" marB="60960" anchor="ctr"/>
                </a:tc>
                <a:extLst>
                  <a:ext uri="{0D108BD9-81ED-4DB2-BD59-A6C34878D82A}">
                    <a16:rowId xmlns:a16="http://schemas.microsoft.com/office/drawing/2014/main" val="10001"/>
                  </a:ext>
                </a:extLst>
              </a:tr>
              <a:tr h="633300">
                <a:tc>
                  <a:txBody>
                    <a:bodyPr/>
                    <a:lstStyle/>
                    <a:p>
                      <a:r>
                        <a:rPr lang="en-US" sz="2400" u="none" kern="1200" dirty="0">
                          <a:solidFill>
                            <a:schemeClr val="dk1"/>
                          </a:solidFill>
                          <a:latin typeface="Lucida Console" panose="020B0609040504020204" pitchFamily="49" charset="0"/>
                          <a:ea typeface="+mn-ea"/>
                          <a:cs typeface="+mn-cs"/>
                        </a:rPr>
                        <a:t>docker</a:t>
                      </a:r>
                      <a:r>
                        <a:rPr lang="en-US" sz="2400" u="none" dirty="0"/>
                        <a:t> </a:t>
                      </a:r>
                      <a:r>
                        <a:rPr lang="en-US" sz="2400" u="none" kern="1200" dirty="0">
                          <a:solidFill>
                            <a:schemeClr val="dk1"/>
                          </a:solidFill>
                          <a:latin typeface="Lucida Console" panose="020B0609040504020204" pitchFamily="49" charset="0"/>
                          <a:ea typeface="+mn-ea"/>
                          <a:cs typeface="+mn-cs"/>
                        </a:rPr>
                        <a:t>images</a:t>
                      </a:r>
                    </a:p>
                  </a:txBody>
                  <a:tcPr marL="121920" marR="121920" marT="60960" marB="60960" anchor="ctr"/>
                </a:tc>
                <a:tc>
                  <a:txBody>
                    <a:bodyPr/>
                    <a:lstStyle/>
                    <a:p>
                      <a:pPr algn="l"/>
                      <a:r>
                        <a:rPr lang="en-US" sz="2400" dirty="0"/>
                        <a:t>List images on </a:t>
                      </a:r>
                      <a:r>
                        <a:rPr lang="en-US" sz="2400" u="none" dirty="0"/>
                        <a:t>Docker host</a:t>
                      </a:r>
                      <a:r>
                        <a:rPr lang="en-US" sz="2400" dirty="0"/>
                        <a:t>.</a:t>
                      </a:r>
                      <a:endParaRPr lang="en-US" sz="2400" b="0" i="0" dirty="0">
                        <a:latin typeface="Amazon Ember Light" charset="0"/>
                        <a:ea typeface="Amazon Ember Light" charset="0"/>
                        <a:cs typeface="Amazon Ember Light" charset="0"/>
                      </a:endParaRPr>
                    </a:p>
                  </a:txBody>
                  <a:tcPr marL="121920" marR="121920" marT="60960" marB="60960" anchor="ctr"/>
                </a:tc>
                <a:extLst>
                  <a:ext uri="{0D108BD9-81ED-4DB2-BD59-A6C34878D82A}">
                    <a16:rowId xmlns:a16="http://schemas.microsoft.com/office/drawing/2014/main" val="10002"/>
                  </a:ext>
                </a:extLst>
              </a:tr>
              <a:tr h="633300">
                <a:tc>
                  <a:txBody>
                    <a:bodyPr/>
                    <a:lstStyle/>
                    <a:p>
                      <a:r>
                        <a:rPr lang="en-US" sz="2400" u="none" kern="1200" dirty="0">
                          <a:solidFill>
                            <a:schemeClr val="dk1"/>
                          </a:solidFill>
                          <a:latin typeface="Lucida Console" panose="020B0609040504020204" pitchFamily="49" charset="0"/>
                          <a:ea typeface="+mn-ea"/>
                          <a:cs typeface="+mn-cs"/>
                        </a:rPr>
                        <a:t>docker</a:t>
                      </a:r>
                      <a:r>
                        <a:rPr lang="en-US" sz="2400" dirty="0"/>
                        <a:t> </a:t>
                      </a:r>
                      <a:r>
                        <a:rPr lang="en-US" sz="2400" u="none" kern="1200" dirty="0">
                          <a:solidFill>
                            <a:schemeClr val="dk1"/>
                          </a:solidFill>
                          <a:latin typeface="Lucida Console" panose="020B0609040504020204" pitchFamily="49" charset="0"/>
                          <a:ea typeface="+mn-ea"/>
                          <a:cs typeface="+mn-cs"/>
                        </a:rPr>
                        <a:t>run</a:t>
                      </a:r>
                    </a:p>
                  </a:txBody>
                  <a:tcPr marL="121920" marR="121920" marT="60960" marB="60960" anchor="ctr"/>
                </a:tc>
                <a:tc>
                  <a:txBody>
                    <a:bodyPr/>
                    <a:lstStyle/>
                    <a:p>
                      <a:pPr algn="l"/>
                      <a:r>
                        <a:rPr lang="en-US" sz="2400" dirty="0"/>
                        <a:t>Run an image.</a:t>
                      </a:r>
                      <a:endParaRPr lang="en-US" sz="2400" b="0" i="0" dirty="0">
                        <a:latin typeface="Amazon Ember Light" charset="0"/>
                        <a:ea typeface="Amazon Ember Light" charset="0"/>
                        <a:cs typeface="Amazon Ember Light" charset="0"/>
                      </a:endParaRPr>
                    </a:p>
                  </a:txBody>
                  <a:tcPr marL="121920" marR="121920" marT="60960" marB="60960" anchor="ctr"/>
                </a:tc>
                <a:extLst>
                  <a:ext uri="{0D108BD9-81ED-4DB2-BD59-A6C34878D82A}">
                    <a16:rowId xmlns:a16="http://schemas.microsoft.com/office/drawing/2014/main" val="10003"/>
                  </a:ext>
                </a:extLst>
              </a:tr>
              <a:tr h="633300">
                <a:tc>
                  <a:txBody>
                    <a:bodyPr/>
                    <a:lstStyle/>
                    <a:p>
                      <a:r>
                        <a:rPr lang="en-US" sz="2400" u="none" kern="1200" dirty="0">
                          <a:solidFill>
                            <a:schemeClr val="dk1"/>
                          </a:solidFill>
                          <a:latin typeface="Lucida Console" panose="020B0609040504020204" pitchFamily="49" charset="0"/>
                          <a:ea typeface="+mn-ea"/>
                          <a:cs typeface="+mn-cs"/>
                        </a:rPr>
                        <a:t>docker</a:t>
                      </a:r>
                      <a:r>
                        <a:rPr lang="en-US" sz="2400" dirty="0"/>
                        <a:t> </a:t>
                      </a:r>
                      <a:r>
                        <a:rPr lang="en-US" sz="2400" u="none" kern="1200" dirty="0">
                          <a:solidFill>
                            <a:schemeClr val="dk1"/>
                          </a:solidFill>
                          <a:latin typeface="Lucida Console" panose="020B0609040504020204" pitchFamily="49" charset="0"/>
                          <a:ea typeface="+mn-ea"/>
                          <a:cs typeface="+mn-cs"/>
                        </a:rPr>
                        <a:t>ps</a:t>
                      </a:r>
                    </a:p>
                  </a:txBody>
                  <a:tcPr marL="121920" marR="121920" marT="60960" marB="60960" anchor="ctr"/>
                </a:tc>
                <a:tc>
                  <a:txBody>
                    <a:bodyPr/>
                    <a:lstStyle/>
                    <a:p>
                      <a:pPr algn="l"/>
                      <a:r>
                        <a:rPr lang="en-US" sz="2400" dirty="0"/>
                        <a:t>List running containers.</a:t>
                      </a:r>
                      <a:endParaRPr lang="en-US" sz="2400" b="0" i="0" dirty="0">
                        <a:latin typeface="Amazon Ember Light" charset="0"/>
                        <a:ea typeface="Amazon Ember Light" charset="0"/>
                        <a:cs typeface="Amazon Ember Light" charset="0"/>
                      </a:endParaRPr>
                    </a:p>
                  </a:txBody>
                  <a:tcPr marL="121920" marR="121920" marT="60960" marB="60960" anchor="ctr"/>
                </a:tc>
                <a:extLst>
                  <a:ext uri="{0D108BD9-81ED-4DB2-BD59-A6C34878D82A}">
                    <a16:rowId xmlns:a16="http://schemas.microsoft.com/office/drawing/2014/main" val="10004"/>
                  </a:ext>
                </a:extLst>
              </a:tr>
              <a:tr h="6333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u="none" kern="1200" dirty="0">
                          <a:solidFill>
                            <a:schemeClr val="dk1"/>
                          </a:solidFill>
                          <a:latin typeface="Lucida Console" panose="020B0609040504020204" pitchFamily="49" charset="0"/>
                          <a:ea typeface="+mn-ea"/>
                          <a:cs typeface="+mn-cs"/>
                        </a:rPr>
                        <a:t>docker</a:t>
                      </a:r>
                      <a:r>
                        <a:rPr lang="en-US" sz="2400" dirty="0"/>
                        <a:t> </a:t>
                      </a:r>
                      <a:r>
                        <a:rPr lang="en-US" sz="2400" u="none" kern="1200" dirty="0">
                          <a:solidFill>
                            <a:schemeClr val="dk1"/>
                          </a:solidFill>
                          <a:latin typeface="Lucida Console" panose="020B0609040504020204" pitchFamily="49" charset="0"/>
                          <a:ea typeface="+mn-ea"/>
                          <a:cs typeface="+mn-cs"/>
                        </a:rPr>
                        <a:t>pull</a:t>
                      </a:r>
                    </a:p>
                  </a:txBody>
                  <a:tcPr marL="121920" marR="121920" marT="60960" marB="60960" anchor="ctr"/>
                </a:tc>
                <a:tc>
                  <a:txBody>
                    <a:bodyPr/>
                    <a:lstStyle/>
                    <a:p>
                      <a:pPr algn="l"/>
                      <a:r>
                        <a:rPr lang="en-US" sz="2400" dirty="0"/>
                        <a:t>Download or update an image.</a:t>
                      </a:r>
                      <a:endParaRPr lang="en-US" sz="2400" b="0" i="0" dirty="0">
                        <a:latin typeface="Amazon Ember Light" charset="0"/>
                        <a:ea typeface="Amazon Ember Light" charset="0"/>
                        <a:cs typeface="Amazon Ember Light" charset="0"/>
                      </a:endParaRPr>
                    </a:p>
                  </a:txBody>
                  <a:tcPr marL="121920" marR="121920" marT="60960" marB="60960" anchor="ctr"/>
                </a:tc>
                <a:extLst>
                  <a:ext uri="{0D108BD9-81ED-4DB2-BD59-A6C34878D82A}">
                    <a16:rowId xmlns:a16="http://schemas.microsoft.com/office/drawing/2014/main" val="4199962981"/>
                  </a:ext>
                </a:extLst>
              </a:tr>
              <a:tr h="6333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u="none" kern="1200" dirty="0">
                          <a:solidFill>
                            <a:schemeClr val="dk1"/>
                          </a:solidFill>
                          <a:latin typeface="Lucida Console" panose="020B0609040504020204" pitchFamily="49" charset="0"/>
                          <a:ea typeface="+mn-ea"/>
                          <a:cs typeface="+mn-cs"/>
                        </a:rPr>
                        <a:t>docker</a:t>
                      </a:r>
                      <a:r>
                        <a:rPr lang="en-US" sz="2400" dirty="0"/>
                        <a:t> </a:t>
                      </a:r>
                      <a:r>
                        <a:rPr lang="en-US" sz="2400" u="none" kern="1200" dirty="0">
                          <a:solidFill>
                            <a:schemeClr val="dk1"/>
                          </a:solidFill>
                          <a:latin typeface="Lucida Console" panose="020B0609040504020204" pitchFamily="49" charset="0"/>
                          <a:ea typeface="+mn-ea"/>
                          <a:cs typeface="+mn-cs"/>
                        </a:rPr>
                        <a:t>push</a:t>
                      </a:r>
                    </a:p>
                  </a:txBody>
                  <a:tcPr marL="121920" marR="121920" marT="60960" marB="60960" anchor="ctr"/>
                </a:tc>
                <a:tc>
                  <a:txBody>
                    <a:bodyPr/>
                    <a:lstStyle/>
                    <a:p>
                      <a:pPr algn="l"/>
                      <a:r>
                        <a:rPr lang="en-US" sz="2400" dirty="0"/>
                        <a:t>Share your images to the registry</a:t>
                      </a:r>
                      <a:endParaRPr lang="en-US" sz="2400" b="0" i="0" dirty="0">
                        <a:latin typeface="Amazon Ember Light" charset="0"/>
                        <a:ea typeface="Amazon Ember Light" charset="0"/>
                        <a:cs typeface="Amazon Ember Light" charset="0"/>
                      </a:endParaRPr>
                    </a:p>
                  </a:txBody>
                  <a:tcPr marL="121920" marR="121920" marT="60960" marB="60960" anchor="ctr"/>
                </a:tc>
                <a:extLst>
                  <a:ext uri="{0D108BD9-81ED-4DB2-BD59-A6C34878D82A}">
                    <a16:rowId xmlns:a16="http://schemas.microsoft.com/office/drawing/2014/main" val="1739017866"/>
                  </a:ext>
                </a:extLst>
              </a:tr>
            </a:tbl>
          </a:graphicData>
        </a:graphic>
      </p:graphicFrame>
      <p:sp>
        <p:nvSpPr>
          <p:cNvPr id="3" name="Footer Placeholder 2"/>
          <p:cNvSpPr>
            <a:spLocks noGrp="1"/>
          </p:cNvSpPr>
          <p:nvPr>
            <p:ph type="ftr" sz="quarter" idx="3"/>
          </p:nvPr>
        </p:nvSpPr>
        <p:spPr/>
        <p:txBody>
          <a:bodyPr/>
          <a:lstStyle/>
          <a:p>
            <a:r>
              <a:rPr lang="en-US"/>
              <a:t>© 2020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2327246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Docker </a:t>
            </a:r>
            <a:r>
              <a:rPr lang="en-US" dirty="0">
                <a:solidFill>
                  <a:srgbClr val="FFFFFF"/>
                </a:solidFill>
              </a:rPr>
              <a:t>CLI</a:t>
            </a:r>
            <a:r>
              <a:rPr lang="en-US" dirty="0"/>
              <a:t> commands </a:t>
            </a:r>
            <a:r>
              <a:rPr lang="en-US" sz="2000" dirty="0"/>
              <a:t>(</a:t>
            </a:r>
            <a:r>
              <a:rPr lang="en-US" sz="2000" dirty="0" err="1"/>
              <a:t>cont</a:t>
            </a:r>
            <a:r>
              <a:rPr lang="en-US" sz="2000" dirty="0"/>
              <a:t>)</a:t>
            </a:r>
          </a:p>
        </p:txBody>
      </p:sp>
      <p:sp>
        <p:nvSpPr>
          <p:cNvPr id="4" name="Slide Number Placeholder 3"/>
          <p:cNvSpPr>
            <a:spLocks noGrp="1"/>
          </p:cNvSpPr>
          <p:nvPr>
            <p:ph type="sldNum" sz="quarter" idx="12"/>
          </p:nvPr>
        </p:nvSpPr>
        <p:spPr/>
        <p:txBody>
          <a:bodyPr/>
          <a:lstStyle/>
          <a:p>
            <a:fld id="{9FC43BFD-8FF7-A343-A8A6-E2338FCE8046}" type="slidenum">
              <a:rPr lang="en-US" smtClean="0"/>
              <a:pPr/>
              <a:t>19</a:t>
            </a:fld>
            <a:endParaRPr lang="en-US" dirty="0"/>
          </a:p>
        </p:txBody>
      </p:sp>
      <p:graphicFrame>
        <p:nvGraphicFramePr>
          <p:cNvPr id="5" name="Content Placeholder 5"/>
          <p:cNvGraphicFramePr>
            <a:graphicFrameLocks/>
          </p:cNvGraphicFramePr>
          <p:nvPr>
            <p:extLst>
              <p:ext uri="{D42A27DB-BD31-4B8C-83A1-F6EECF244321}">
                <p14:modId xmlns:p14="http://schemas.microsoft.com/office/powerpoint/2010/main" val="444067708"/>
              </p:ext>
            </p:extLst>
          </p:nvPr>
        </p:nvGraphicFramePr>
        <p:xfrm>
          <a:off x="961072" y="1496227"/>
          <a:ext cx="10392728" cy="4433100"/>
        </p:xfrm>
        <a:graphic>
          <a:graphicData uri="http://schemas.openxmlformats.org/drawingml/2006/table">
            <a:tbl>
              <a:tblPr firstRow="1" bandRow="1">
                <a:tableStyleId>{F5AB1C69-6EDB-4FF4-983F-18BD219EF322}</a:tableStyleId>
              </a:tblPr>
              <a:tblGrid>
                <a:gridCol w="3858306">
                  <a:extLst>
                    <a:ext uri="{9D8B030D-6E8A-4147-A177-3AD203B41FA5}">
                      <a16:colId xmlns:a16="http://schemas.microsoft.com/office/drawing/2014/main" val="20000"/>
                    </a:ext>
                  </a:extLst>
                </a:gridCol>
                <a:gridCol w="6534422">
                  <a:extLst>
                    <a:ext uri="{9D8B030D-6E8A-4147-A177-3AD203B41FA5}">
                      <a16:colId xmlns:a16="http://schemas.microsoft.com/office/drawing/2014/main" val="20001"/>
                    </a:ext>
                  </a:extLst>
                </a:gridCol>
              </a:tblGrid>
              <a:tr h="633300">
                <a:tc>
                  <a:txBody>
                    <a:bodyPr/>
                    <a:lstStyle/>
                    <a:p>
                      <a:pPr algn="ctr"/>
                      <a:r>
                        <a:rPr lang="en-US" sz="3200" b="0" dirty="0">
                          <a:solidFill>
                            <a:schemeClr val="tx1"/>
                          </a:solidFill>
                          <a:latin typeface="Amazon Ember" panose="02000000000000000000" pitchFamily="2" charset="0"/>
                          <a:ea typeface="Amazon Ember" panose="02000000000000000000" pitchFamily="2" charset="0"/>
                        </a:rPr>
                        <a:t>Command</a:t>
                      </a:r>
                      <a:endParaRPr lang="en-US" sz="3200" b="0" i="0" dirty="0">
                        <a:solidFill>
                          <a:schemeClr val="tx1"/>
                        </a:solidFill>
                        <a:latin typeface="Amazon Ember" panose="02000000000000000000" pitchFamily="2" charset="0"/>
                        <a:ea typeface="Amazon Ember" panose="02000000000000000000" pitchFamily="2" charset="0"/>
                        <a:cs typeface="Amazon Ember Light" charset="0"/>
                      </a:endParaRPr>
                    </a:p>
                  </a:txBody>
                  <a:tcPr marL="121920" marR="121920" marT="60960" marB="60960" anchor="ctr"/>
                </a:tc>
                <a:tc>
                  <a:txBody>
                    <a:bodyPr/>
                    <a:lstStyle/>
                    <a:p>
                      <a:pPr algn="ctr"/>
                      <a:r>
                        <a:rPr lang="en-US" sz="3200" b="0" dirty="0">
                          <a:solidFill>
                            <a:schemeClr val="tx1"/>
                          </a:solidFill>
                          <a:latin typeface="Amazon Ember" panose="02000000000000000000" pitchFamily="2" charset="0"/>
                          <a:ea typeface="Amazon Ember" panose="02000000000000000000" pitchFamily="2" charset="0"/>
                        </a:rPr>
                        <a:t>Information</a:t>
                      </a:r>
                      <a:endParaRPr lang="en-US" sz="3200" b="0" i="0" dirty="0">
                        <a:solidFill>
                          <a:schemeClr val="tx1"/>
                        </a:solidFill>
                        <a:latin typeface="Amazon Ember" panose="02000000000000000000" pitchFamily="2" charset="0"/>
                        <a:ea typeface="Amazon Ember" panose="02000000000000000000" pitchFamily="2" charset="0"/>
                        <a:cs typeface="Amazon Ember Light" charset="0"/>
                      </a:endParaRPr>
                    </a:p>
                  </a:txBody>
                  <a:tcPr marL="121920" marR="121920" marT="60960" marB="60960" anchor="ctr"/>
                </a:tc>
                <a:extLst>
                  <a:ext uri="{0D108BD9-81ED-4DB2-BD59-A6C34878D82A}">
                    <a16:rowId xmlns:a16="http://schemas.microsoft.com/office/drawing/2014/main" val="10000"/>
                  </a:ext>
                </a:extLst>
              </a:tr>
              <a:tr h="633300">
                <a:tc>
                  <a:txBody>
                    <a:bodyPr/>
                    <a:lstStyle/>
                    <a:p>
                      <a:r>
                        <a:rPr lang="en-US" sz="2400" u="none" kern="1200" dirty="0">
                          <a:solidFill>
                            <a:schemeClr val="dk1"/>
                          </a:solidFill>
                          <a:latin typeface="Lucida Console" panose="020B0609040504020204" pitchFamily="49" charset="0"/>
                          <a:ea typeface="+mn-ea"/>
                          <a:cs typeface="+mn-cs"/>
                        </a:rPr>
                        <a:t>docker</a:t>
                      </a:r>
                      <a:r>
                        <a:rPr lang="en-US" sz="2400" dirty="0"/>
                        <a:t> </a:t>
                      </a:r>
                      <a:r>
                        <a:rPr lang="en-US" sz="2400" u="none" kern="1200" dirty="0">
                          <a:solidFill>
                            <a:schemeClr val="dk1"/>
                          </a:solidFill>
                          <a:latin typeface="Lucida Console" panose="020B0609040504020204" pitchFamily="49" charset="0"/>
                          <a:ea typeface="+mn-ea"/>
                          <a:cs typeface="+mn-cs"/>
                        </a:rPr>
                        <a:t>stop</a:t>
                      </a:r>
                    </a:p>
                  </a:txBody>
                  <a:tcPr marL="121920" marR="121920" marT="60960" marB="60960" anchor="ctr"/>
                </a:tc>
                <a:tc>
                  <a:txBody>
                    <a:bodyPr/>
                    <a:lstStyle/>
                    <a:p>
                      <a:pPr algn="l"/>
                      <a:r>
                        <a:rPr lang="en-US" sz="2400" dirty="0"/>
                        <a:t>Stop a running container.</a:t>
                      </a:r>
                      <a:endParaRPr lang="en-US" sz="2400" b="0" i="0" dirty="0">
                        <a:latin typeface="Amazon Ember Light" charset="0"/>
                        <a:ea typeface="Amazon Ember Light" charset="0"/>
                        <a:cs typeface="Amazon Ember Light" charset="0"/>
                      </a:endParaRPr>
                    </a:p>
                  </a:txBody>
                  <a:tcPr marL="121920" marR="121920" marT="60960" marB="60960" anchor="ctr"/>
                </a:tc>
                <a:extLst>
                  <a:ext uri="{0D108BD9-81ED-4DB2-BD59-A6C34878D82A}">
                    <a16:rowId xmlns:a16="http://schemas.microsoft.com/office/drawing/2014/main" val="10001"/>
                  </a:ext>
                </a:extLst>
              </a:tr>
              <a:tr h="633300">
                <a:tc>
                  <a:txBody>
                    <a:bodyPr/>
                    <a:lstStyle/>
                    <a:p>
                      <a:r>
                        <a:rPr lang="en-US" sz="2400" u="none" kern="1200" dirty="0">
                          <a:solidFill>
                            <a:schemeClr val="dk1"/>
                          </a:solidFill>
                          <a:latin typeface="Lucida Console" panose="020B0609040504020204" pitchFamily="49" charset="0"/>
                          <a:ea typeface="+mn-ea"/>
                          <a:cs typeface="+mn-cs"/>
                        </a:rPr>
                        <a:t>docker</a:t>
                      </a:r>
                      <a:r>
                        <a:rPr lang="en-US" sz="2400" dirty="0"/>
                        <a:t> </a:t>
                      </a:r>
                      <a:r>
                        <a:rPr lang="en-US" sz="2400" u="none" kern="1200" dirty="0">
                          <a:solidFill>
                            <a:schemeClr val="dk1"/>
                          </a:solidFill>
                          <a:latin typeface="Lucida Console" panose="020B0609040504020204" pitchFamily="49" charset="0"/>
                          <a:ea typeface="+mn-ea"/>
                          <a:cs typeface="+mn-cs"/>
                        </a:rPr>
                        <a:t>rm</a:t>
                      </a:r>
                    </a:p>
                  </a:txBody>
                  <a:tcPr marL="121920" marR="121920" marT="60960" marB="60960" anchor="ctr"/>
                </a:tc>
                <a:tc>
                  <a:txBody>
                    <a:bodyPr/>
                    <a:lstStyle/>
                    <a:p>
                      <a:pPr algn="l"/>
                      <a:r>
                        <a:rPr lang="en-US" sz="2400" dirty="0"/>
                        <a:t>Delete an instance of a container.</a:t>
                      </a:r>
                      <a:endParaRPr lang="en-US" sz="2400" b="0" i="0" dirty="0">
                        <a:latin typeface="Amazon Ember Light" charset="0"/>
                        <a:ea typeface="Amazon Ember Light" charset="0"/>
                        <a:cs typeface="Amazon Ember Light" charset="0"/>
                      </a:endParaRPr>
                    </a:p>
                  </a:txBody>
                  <a:tcPr marL="121920" marR="121920" marT="60960" marB="60960" anchor="ctr"/>
                </a:tc>
                <a:extLst>
                  <a:ext uri="{0D108BD9-81ED-4DB2-BD59-A6C34878D82A}">
                    <a16:rowId xmlns:a16="http://schemas.microsoft.com/office/drawing/2014/main" val="10002"/>
                  </a:ext>
                </a:extLst>
              </a:tr>
              <a:tr h="633300">
                <a:tc>
                  <a:txBody>
                    <a:bodyPr/>
                    <a:lstStyle/>
                    <a:p>
                      <a:r>
                        <a:rPr lang="en-US" sz="2400" u="none" kern="1200" dirty="0">
                          <a:solidFill>
                            <a:schemeClr val="dk1"/>
                          </a:solidFill>
                          <a:latin typeface="Lucida Console" panose="020B0609040504020204" pitchFamily="49" charset="0"/>
                          <a:ea typeface="+mn-ea"/>
                          <a:cs typeface="+mn-cs"/>
                        </a:rPr>
                        <a:t>docker</a:t>
                      </a:r>
                      <a:r>
                        <a:rPr lang="en-US" sz="2400" dirty="0"/>
                        <a:t> </a:t>
                      </a:r>
                      <a:r>
                        <a:rPr lang="en-US" sz="2400" u="none" kern="1200" dirty="0" err="1">
                          <a:solidFill>
                            <a:schemeClr val="dk1"/>
                          </a:solidFill>
                          <a:latin typeface="Lucida Console" panose="020B0609040504020204" pitchFamily="49" charset="0"/>
                          <a:ea typeface="+mn-ea"/>
                          <a:cs typeface="+mn-cs"/>
                        </a:rPr>
                        <a:t>rmi</a:t>
                      </a:r>
                      <a:endParaRPr lang="en-US" sz="2400" u="none" kern="1200" dirty="0">
                        <a:solidFill>
                          <a:schemeClr val="dk1"/>
                        </a:solidFill>
                        <a:latin typeface="Lucida Console" panose="020B0609040504020204" pitchFamily="49" charset="0"/>
                        <a:ea typeface="+mn-ea"/>
                        <a:cs typeface="+mn-cs"/>
                      </a:endParaRPr>
                    </a:p>
                  </a:txBody>
                  <a:tcPr marL="121920" marR="121920" marT="60960" marB="60960" anchor="ctr"/>
                </a:tc>
                <a:tc>
                  <a:txBody>
                    <a:bodyPr/>
                    <a:lstStyle/>
                    <a:p>
                      <a:pPr algn="l"/>
                      <a:r>
                        <a:rPr lang="en-US" sz="2400" dirty="0"/>
                        <a:t>Delete an image.</a:t>
                      </a:r>
                      <a:endParaRPr lang="en-US" sz="2400" b="0" i="0" dirty="0">
                        <a:latin typeface="Amazon Ember Light" charset="0"/>
                        <a:ea typeface="Amazon Ember Light" charset="0"/>
                        <a:cs typeface="Amazon Ember Light" charset="0"/>
                      </a:endParaRPr>
                    </a:p>
                  </a:txBody>
                  <a:tcPr marL="121920" marR="121920" marT="60960" marB="60960" anchor="ctr"/>
                </a:tc>
                <a:extLst>
                  <a:ext uri="{0D108BD9-81ED-4DB2-BD59-A6C34878D82A}">
                    <a16:rowId xmlns:a16="http://schemas.microsoft.com/office/drawing/2014/main" val="10003"/>
                  </a:ext>
                </a:extLst>
              </a:tr>
              <a:tr h="633300">
                <a:tc>
                  <a:txBody>
                    <a:bodyPr/>
                    <a:lstStyle/>
                    <a:p>
                      <a:r>
                        <a:rPr lang="en-US" sz="2400" u="none" kern="1200" dirty="0">
                          <a:solidFill>
                            <a:schemeClr val="dk1"/>
                          </a:solidFill>
                          <a:latin typeface="Lucida Console" panose="020B0609040504020204" pitchFamily="49" charset="0"/>
                          <a:ea typeface="+mn-ea"/>
                          <a:cs typeface="+mn-cs"/>
                        </a:rPr>
                        <a:t>docker</a:t>
                      </a:r>
                      <a:r>
                        <a:rPr lang="en-US" sz="2400" dirty="0"/>
                        <a:t> </a:t>
                      </a:r>
                      <a:r>
                        <a:rPr lang="en-US" sz="2400" u="none" kern="1200" dirty="0">
                          <a:solidFill>
                            <a:schemeClr val="dk1"/>
                          </a:solidFill>
                          <a:latin typeface="Lucida Console" panose="020B0609040504020204" pitchFamily="49" charset="0"/>
                          <a:ea typeface="+mn-ea"/>
                          <a:cs typeface="+mn-cs"/>
                        </a:rPr>
                        <a:t>exec</a:t>
                      </a:r>
                    </a:p>
                  </a:txBody>
                  <a:tcPr marL="121920" marR="121920" marT="60960" marB="60960" anchor="ctr"/>
                </a:tc>
                <a:tc>
                  <a:txBody>
                    <a:bodyPr/>
                    <a:lstStyle/>
                    <a:p>
                      <a:pPr algn="l"/>
                      <a:r>
                        <a:rPr lang="en-US" sz="2400" dirty="0"/>
                        <a:t>Run a command in a container.</a:t>
                      </a:r>
                      <a:endParaRPr lang="en-US" sz="2400" b="0" i="0" dirty="0">
                        <a:latin typeface="Amazon Ember Light" charset="0"/>
                        <a:ea typeface="Amazon Ember Light" charset="0"/>
                        <a:cs typeface="Amazon Ember Light" charset="0"/>
                      </a:endParaRPr>
                    </a:p>
                  </a:txBody>
                  <a:tcPr marL="121920" marR="121920" marT="60960" marB="60960" anchor="ctr"/>
                </a:tc>
                <a:extLst>
                  <a:ext uri="{0D108BD9-81ED-4DB2-BD59-A6C34878D82A}">
                    <a16:rowId xmlns:a16="http://schemas.microsoft.com/office/drawing/2014/main" val="10004"/>
                  </a:ext>
                </a:extLst>
              </a:tr>
              <a:tr h="6333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u="none" kern="1200" dirty="0">
                          <a:solidFill>
                            <a:schemeClr val="dk1"/>
                          </a:solidFill>
                          <a:latin typeface="Lucida Console" panose="020B0609040504020204" pitchFamily="49" charset="0"/>
                          <a:ea typeface="+mn-ea"/>
                          <a:cs typeface="+mn-cs"/>
                        </a:rPr>
                        <a:t>docker</a:t>
                      </a:r>
                      <a:r>
                        <a:rPr lang="en-US" sz="2400" dirty="0"/>
                        <a:t> </a:t>
                      </a:r>
                      <a:r>
                        <a:rPr lang="en-US" sz="2400" u="none" kern="1200" dirty="0">
                          <a:solidFill>
                            <a:schemeClr val="dk1"/>
                          </a:solidFill>
                          <a:latin typeface="Lucida Console" panose="020B0609040504020204" pitchFamily="49" charset="0"/>
                          <a:ea typeface="+mn-ea"/>
                          <a:cs typeface="+mn-cs"/>
                        </a:rPr>
                        <a:t>logs</a:t>
                      </a:r>
                    </a:p>
                  </a:txBody>
                  <a:tcPr marL="121920" marR="121920" marT="60960" marB="60960" anchor="ctr"/>
                </a:tc>
                <a:tc>
                  <a:txBody>
                    <a:bodyPr/>
                    <a:lstStyle/>
                    <a:p>
                      <a:pPr algn="l"/>
                      <a:r>
                        <a:rPr lang="en-US" sz="2400" dirty="0"/>
                        <a:t>View container log output.</a:t>
                      </a:r>
                      <a:endParaRPr lang="en-US" sz="2400" b="0" i="0" dirty="0">
                        <a:latin typeface="Amazon Ember Light" charset="0"/>
                        <a:ea typeface="Amazon Ember Light" charset="0"/>
                        <a:cs typeface="Amazon Ember Light" charset="0"/>
                      </a:endParaRPr>
                    </a:p>
                  </a:txBody>
                  <a:tcPr marL="121920" marR="121920" marT="60960" marB="60960" anchor="ctr"/>
                </a:tc>
                <a:extLst>
                  <a:ext uri="{0D108BD9-81ED-4DB2-BD59-A6C34878D82A}">
                    <a16:rowId xmlns:a16="http://schemas.microsoft.com/office/drawing/2014/main" val="4199962981"/>
                  </a:ext>
                </a:extLst>
              </a:tr>
              <a:tr h="6333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u="none" kern="1200" dirty="0">
                          <a:solidFill>
                            <a:schemeClr val="dk1"/>
                          </a:solidFill>
                          <a:latin typeface="Lucida Console" panose="020B0609040504020204" pitchFamily="49" charset="0"/>
                          <a:ea typeface="+mn-ea"/>
                          <a:cs typeface="+mn-cs"/>
                        </a:rPr>
                        <a:t>docker</a:t>
                      </a:r>
                      <a:r>
                        <a:rPr lang="en-US" sz="2400" u="none" dirty="0"/>
                        <a:t> </a:t>
                      </a:r>
                      <a:r>
                        <a:rPr lang="en-US" sz="2400" u="none" kern="1200" dirty="0">
                          <a:solidFill>
                            <a:schemeClr val="dk1"/>
                          </a:solidFill>
                          <a:latin typeface="Lucida Console" panose="020B0609040504020204" pitchFamily="49" charset="0"/>
                          <a:ea typeface="+mn-ea"/>
                          <a:cs typeface="+mn-cs"/>
                        </a:rPr>
                        <a:t>inspect</a:t>
                      </a:r>
                    </a:p>
                  </a:txBody>
                  <a:tcPr marL="121920" marR="121920" marT="60960" marB="60960" anchor="ctr"/>
                </a:tc>
                <a:tc>
                  <a:txBody>
                    <a:bodyPr/>
                    <a:lstStyle/>
                    <a:p>
                      <a:pPr algn="l"/>
                      <a:r>
                        <a:rPr lang="en-US" sz="2400" dirty="0"/>
                        <a:t>Inspect </a:t>
                      </a:r>
                      <a:r>
                        <a:rPr lang="en-US" sz="2400" u="none" dirty="0"/>
                        <a:t>container information</a:t>
                      </a:r>
                      <a:r>
                        <a:rPr lang="en-US" sz="2400" baseline="0" dirty="0"/>
                        <a:t>.</a:t>
                      </a:r>
                      <a:endParaRPr lang="en-US" sz="2400" b="0" i="0" dirty="0">
                        <a:latin typeface="Amazon Ember Light" charset="0"/>
                        <a:ea typeface="Amazon Ember Light" charset="0"/>
                        <a:cs typeface="Amazon Ember Light" charset="0"/>
                      </a:endParaRPr>
                    </a:p>
                  </a:txBody>
                  <a:tcPr marL="121920" marR="121920" marT="60960" marB="60960" anchor="ctr"/>
                </a:tc>
                <a:extLst>
                  <a:ext uri="{0D108BD9-81ED-4DB2-BD59-A6C34878D82A}">
                    <a16:rowId xmlns:a16="http://schemas.microsoft.com/office/drawing/2014/main" val="1739017866"/>
                  </a:ext>
                </a:extLst>
              </a:tr>
            </a:tbl>
          </a:graphicData>
        </a:graphic>
      </p:graphicFrame>
      <p:sp>
        <p:nvSpPr>
          <p:cNvPr id="3" name="Footer Placeholder 2"/>
          <p:cNvSpPr>
            <a:spLocks noGrp="1"/>
          </p:cNvSpPr>
          <p:nvPr>
            <p:ph type="ftr" sz="quarter" idx="3"/>
          </p:nvPr>
        </p:nvSpPr>
        <p:spPr/>
        <p:txBody>
          <a:bodyPr/>
          <a:lstStyle/>
          <a:p>
            <a:r>
              <a:rPr lang="en-US"/>
              <a:t>© 2020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4266117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Amazon ECR</a:t>
            </a:r>
          </a:p>
        </p:txBody>
      </p:sp>
      <p:sp>
        <p:nvSpPr>
          <p:cNvPr id="4" name="Slide Number Placeholder 3"/>
          <p:cNvSpPr>
            <a:spLocks noGrp="1"/>
          </p:cNvSpPr>
          <p:nvPr>
            <p:ph type="sldNum" sz="quarter" idx="12"/>
          </p:nvPr>
        </p:nvSpPr>
        <p:spPr/>
        <p:txBody>
          <a:bodyPr/>
          <a:lstStyle/>
          <a:p>
            <a:fld id="{9FC43BFD-8FF7-A343-A8A6-E2338FCE8046}" type="slidenum">
              <a:rPr lang="en-US" smtClean="0"/>
              <a:pPr/>
              <a:t>20</a:t>
            </a:fld>
            <a:endParaRPr lang="en-US" dirty="0"/>
          </a:p>
        </p:txBody>
      </p:sp>
      <p:sp>
        <p:nvSpPr>
          <p:cNvPr id="6" name="TextBox 5"/>
          <p:cNvSpPr txBox="1"/>
          <p:nvPr/>
        </p:nvSpPr>
        <p:spPr>
          <a:xfrm>
            <a:off x="238539" y="1494869"/>
            <a:ext cx="11521440" cy="4801314"/>
          </a:xfrm>
          <a:prstGeom prst="rect">
            <a:avLst/>
          </a:prstGeom>
          <a:noFill/>
          <a:ln>
            <a:noFill/>
          </a:ln>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r>
              <a:rPr lang="en-US" dirty="0">
                <a:solidFill>
                  <a:schemeClr val="tx1"/>
                </a:solidFill>
                <a:latin typeface="Lucida Console" panose="020B0609040504020204" pitchFamily="49" charset="0"/>
                <a:cs typeface="Courier New" panose="02070309020205020404" pitchFamily="49" charset="0"/>
              </a:rPr>
              <a:t># Create a repository called </a:t>
            </a:r>
            <a:r>
              <a:rPr lang="en-US" dirty="0">
                <a:solidFill>
                  <a:srgbClr val="000000"/>
                </a:solidFill>
                <a:latin typeface="Lucida Console" panose="020B0609040504020204" pitchFamily="49" charset="0"/>
                <a:cs typeface="Courier New" panose="02070309020205020404" pitchFamily="49" charset="0"/>
              </a:rPr>
              <a:t>hello-world</a:t>
            </a:r>
          </a:p>
          <a:p>
            <a:r>
              <a:rPr lang="en-US" dirty="0">
                <a:solidFill>
                  <a:schemeClr val="tx1"/>
                </a:solidFill>
                <a:latin typeface="Lucida Console" panose="020B0609040504020204" pitchFamily="49" charset="0"/>
                <a:cs typeface="Courier New" panose="02070309020205020404" pitchFamily="49" charset="0"/>
              </a:rPr>
              <a:t>&gt; </a:t>
            </a:r>
            <a:r>
              <a:rPr lang="en-US" dirty="0" err="1">
                <a:solidFill>
                  <a:srgbClr val="000000"/>
                </a:solidFill>
                <a:latin typeface="Lucida Console" panose="020B0609040504020204" pitchFamily="49" charset="0"/>
                <a:cs typeface="Courier New" panose="02070309020205020404" pitchFamily="49" charset="0"/>
              </a:rPr>
              <a:t>aws</a:t>
            </a:r>
            <a:r>
              <a:rPr lang="en-US" dirty="0">
                <a:solidFill>
                  <a:srgbClr val="000000"/>
                </a:solidFill>
                <a:latin typeface="Lucida Console" panose="020B0609040504020204" pitchFamily="49" charset="0"/>
                <a:cs typeface="Courier New" panose="02070309020205020404" pitchFamily="49" charset="0"/>
              </a:rPr>
              <a:t> </a:t>
            </a:r>
            <a:r>
              <a:rPr lang="en-US" dirty="0" err="1">
                <a:solidFill>
                  <a:srgbClr val="000000"/>
                </a:solidFill>
                <a:latin typeface="Lucida Console" panose="020B0609040504020204" pitchFamily="49" charset="0"/>
                <a:cs typeface="Courier New" panose="02070309020205020404" pitchFamily="49" charset="0"/>
              </a:rPr>
              <a:t>ecr</a:t>
            </a:r>
            <a:r>
              <a:rPr lang="en-US" dirty="0">
                <a:solidFill>
                  <a:schemeClr val="tx1"/>
                </a:solidFill>
                <a:latin typeface="Lucida Console" panose="020B0609040504020204" pitchFamily="49" charset="0"/>
                <a:cs typeface="Courier New" panose="02070309020205020404" pitchFamily="49" charset="0"/>
              </a:rPr>
              <a:t> create-repository --repository-name </a:t>
            </a:r>
            <a:r>
              <a:rPr lang="en-US" dirty="0">
                <a:solidFill>
                  <a:srgbClr val="000000"/>
                </a:solidFill>
                <a:latin typeface="Lucida Console" panose="020B0609040504020204" pitchFamily="49" charset="0"/>
                <a:cs typeface="Courier New" panose="02070309020205020404" pitchFamily="49" charset="0"/>
              </a:rPr>
              <a:t>hello-world</a:t>
            </a:r>
          </a:p>
          <a:p>
            <a:endParaRPr lang="en-US" dirty="0">
              <a:solidFill>
                <a:schemeClr val="tx1"/>
              </a:solidFill>
              <a:latin typeface="Lucida Console" panose="020B0609040504020204" pitchFamily="49" charset="0"/>
              <a:cs typeface="Courier New" panose="02070309020205020404" pitchFamily="49" charset="0"/>
            </a:endParaRPr>
          </a:p>
          <a:p>
            <a:r>
              <a:rPr lang="en-US" dirty="0">
                <a:solidFill>
                  <a:schemeClr val="tx1"/>
                </a:solidFill>
                <a:latin typeface="Lucida Console" panose="020B0609040504020204" pitchFamily="49" charset="0"/>
                <a:cs typeface="Courier New" panose="02070309020205020404" pitchFamily="49" charset="0"/>
              </a:rPr>
              <a:t># </a:t>
            </a:r>
            <a:r>
              <a:rPr lang="en-US" dirty="0">
                <a:solidFill>
                  <a:srgbClr val="000000"/>
                </a:solidFill>
                <a:latin typeface="Lucida Console" panose="020B0609040504020204" pitchFamily="49" charset="0"/>
                <a:cs typeface="Courier New" panose="02070309020205020404" pitchFamily="49" charset="0"/>
              </a:rPr>
              <a:t>Build</a:t>
            </a:r>
            <a:r>
              <a:rPr lang="en-US" dirty="0">
                <a:solidFill>
                  <a:schemeClr val="tx1"/>
                </a:solidFill>
                <a:latin typeface="Lucida Console" panose="020B0609040504020204" pitchFamily="49" charset="0"/>
                <a:cs typeface="Courier New" panose="02070309020205020404" pitchFamily="49" charset="0"/>
              </a:rPr>
              <a:t> or tag an image</a:t>
            </a:r>
          </a:p>
          <a:p>
            <a:r>
              <a:rPr lang="en-US" dirty="0">
                <a:solidFill>
                  <a:schemeClr val="tx1"/>
                </a:solidFill>
                <a:latin typeface="Lucida Console" panose="020B0609040504020204" pitchFamily="49" charset="0"/>
                <a:cs typeface="Courier New" panose="02070309020205020404" pitchFamily="49" charset="0"/>
              </a:rPr>
              <a:t>&gt; </a:t>
            </a:r>
            <a:r>
              <a:rPr lang="en-US" dirty="0">
                <a:solidFill>
                  <a:srgbClr val="000000"/>
                </a:solidFill>
                <a:latin typeface="Lucida Console" panose="020B0609040504020204" pitchFamily="49" charset="0"/>
                <a:cs typeface="Courier New" panose="02070309020205020404" pitchFamily="49" charset="0"/>
              </a:rPr>
              <a:t>docker build</a:t>
            </a:r>
            <a:r>
              <a:rPr lang="en-US" dirty="0">
                <a:solidFill>
                  <a:schemeClr val="tx1"/>
                </a:solidFill>
                <a:latin typeface="Lucida Console" panose="020B0609040504020204" pitchFamily="49" charset="0"/>
                <a:cs typeface="Courier New" panose="02070309020205020404" pitchFamily="49" charset="0"/>
              </a:rPr>
              <a:t> </a:t>
            </a:r>
            <a:r>
              <a:rPr lang="en-US" dirty="0">
                <a:solidFill>
                  <a:srgbClr val="000000"/>
                </a:solidFill>
                <a:latin typeface="Lucida Console" panose="020B0609040504020204" pitchFamily="49" charset="0"/>
                <a:cs typeface="Courier New" panose="02070309020205020404" pitchFamily="49" charset="0"/>
              </a:rPr>
              <a:t>-t hello-world .</a:t>
            </a:r>
          </a:p>
          <a:p>
            <a:r>
              <a:rPr lang="en-US" dirty="0">
                <a:solidFill>
                  <a:schemeClr val="tx1"/>
                </a:solidFill>
                <a:latin typeface="Lucida Console" panose="020B0609040504020204" pitchFamily="49" charset="0"/>
                <a:cs typeface="Courier New" panose="02070309020205020404" pitchFamily="49" charset="0"/>
              </a:rPr>
              <a:t>&gt; docker tag </a:t>
            </a:r>
            <a:r>
              <a:rPr lang="en-US" dirty="0">
                <a:solidFill>
                  <a:srgbClr val="000000"/>
                </a:solidFill>
                <a:latin typeface="Lucida Console" panose="020B0609040504020204" pitchFamily="49" charset="0"/>
                <a:cs typeface="Courier New" panose="02070309020205020404" pitchFamily="49" charset="0"/>
              </a:rPr>
              <a:t>hello-world</a:t>
            </a:r>
            <a:r>
              <a:rPr lang="en-US" dirty="0">
                <a:solidFill>
                  <a:schemeClr val="tx1"/>
                </a:solidFill>
                <a:latin typeface="Lucida Console" panose="020B0609040504020204" pitchFamily="49" charset="0"/>
                <a:cs typeface="Courier New" panose="02070309020205020404" pitchFamily="49" charset="0"/>
              </a:rPr>
              <a:t> </a:t>
            </a:r>
            <a:r>
              <a:rPr lang="en-US" i="1" dirty="0">
                <a:solidFill>
                  <a:schemeClr val="tx1"/>
                </a:solidFill>
                <a:latin typeface="Lucida Console" panose="020B0609040504020204" pitchFamily="49" charset="0"/>
                <a:cs typeface="Courier New" panose="02070309020205020404" pitchFamily="49" charset="0"/>
              </a:rPr>
              <a:t>aws_account_id</a:t>
            </a:r>
            <a:r>
              <a:rPr lang="en-US" dirty="0">
                <a:solidFill>
                  <a:schemeClr val="tx1"/>
                </a:solidFill>
                <a:latin typeface="Lucida Console" panose="020B0609040504020204" pitchFamily="49" charset="0"/>
                <a:cs typeface="Courier New" panose="02070309020205020404" pitchFamily="49" charset="0"/>
              </a:rPr>
              <a:t>.dkr.ecr.</a:t>
            </a:r>
            <a:r>
              <a:rPr lang="en-US" i="1" dirty="0">
                <a:solidFill>
                  <a:schemeClr val="tx1"/>
                </a:solidFill>
                <a:latin typeface="Lucida Console" panose="020B0609040504020204" pitchFamily="49" charset="0"/>
                <a:cs typeface="Courier New" panose="02070309020205020404" pitchFamily="49" charset="0"/>
              </a:rPr>
              <a:t>us-east-1</a:t>
            </a:r>
            <a:r>
              <a:rPr lang="en-US" dirty="0">
                <a:solidFill>
                  <a:schemeClr val="tx1"/>
                </a:solidFill>
                <a:latin typeface="Lucida Console" panose="020B0609040504020204" pitchFamily="49" charset="0"/>
                <a:cs typeface="Courier New" panose="02070309020205020404" pitchFamily="49" charset="0"/>
              </a:rPr>
              <a:t>.amazonaws.com/hello-world</a:t>
            </a:r>
          </a:p>
          <a:p>
            <a:endParaRPr lang="en-US" dirty="0">
              <a:solidFill>
                <a:schemeClr val="tx1"/>
              </a:solidFill>
              <a:latin typeface="Lucida Console" panose="020B0609040504020204" pitchFamily="49" charset="0"/>
              <a:cs typeface="Courier New" panose="02070309020205020404" pitchFamily="49" charset="0"/>
            </a:endParaRPr>
          </a:p>
          <a:p>
            <a:r>
              <a:rPr lang="en-US" dirty="0">
                <a:solidFill>
                  <a:schemeClr val="tx1"/>
                </a:solidFill>
                <a:latin typeface="Lucida Console" panose="020B0609040504020204" pitchFamily="49" charset="0"/>
                <a:cs typeface="Courier New" panose="02070309020205020404" pitchFamily="49" charset="0"/>
              </a:rPr>
              <a:t># Authenticate Docker to your Amazon ECR registry</a:t>
            </a:r>
          </a:p>
          <a:p>
            <a:r>
              <a:rPr lang="en-US" dirty="0">
                <a:solidFill>
                  <a:schemeClr val="tx1"/>
                </a:solidFill>
                <a:latin typeface="Lucida Console" panose="020B0609040504020204" pitchFamily="49" charset="0"/>
                <a:cs typeface="Courier New" panose="02070309020205020404" pitchFamily="49" charset="0"/>
              </a:rPr>
              <a:t>&gt; </a:t>
            </a:r>
            <a:r>
              <a:rPr lang="en-US" dirty="0" err="1">
                <a:solidFill>
                  <a:srgbClr val="000000"/>
                </a:solidFill>
                <a:latin typeface="Lucida Console" panose="020B0609040504020204" pitchFamily="49" charset="0"/>
                <a:cs typeface="Courier New" panose="02070309020205020404" pitchFamily="49" charset="0"/>
              </a:rPr>
              <a:t>aws</a:t>
            </a:r>
            <a:r>
              <a:rPr lang="en-US" dirty="0">
                <a:solidFill>
                  <a:srgbClr val="000000"/>
                </a:solidFill>
                <a:latin typeface="Lucida Console" panose="020B0609040504020204" pitchFamily="49" charset="0"/>
                <a:cs typeface="Courier New" panose="02070309020205020404" pitchFamily="49" charset="0"/>
              </a:rPr>
              <a:t> </a:t>
            </a:r>
            <a:r>
              <a:rPr lang="en-US" dirty="0" err="1">
                <a:solidFill>
                  <a:srgbClr val="000000"/>
                </a:solidFill>
                <a:latin typeface="Lucida Console" panose="020B0609040504020204" pitchFamily="49" charset="0"/>
                <a:cs typeface="Courier New" panose="02070309020205020404" pitchFamily="49" charset="0"/>
              </a:rPr>
              <a:t>ecr</a:t>
            </a:r>
            <a:r>
              <a:rPr lang="en-US" dirty="0">
                <a:solidFill>
                  <a:schemeClr val="tx1"/>
                </a:solidFill>
                <a:latin typeface="Lucida Console" panose="020B0609040504020204" pitchFamily="49" charset="0"/>
                <a:cs typeface="Courier New" panose="02070309020205020404" pitchFamily="49" charset="0"/>
              </a:rPr>
              <a:t> get-login</a:t>
            </a:r>
          </a:p>
          <a:p>
            <a:r>
              <a:rPr lang="en-US" dirty="0">
                <a:solidFill>
                  <a:schemeClr val="tx1"/>
                </a:solidFill>
                <a:latin typeface="Lucida Console" panose="020B0609040504020204" pitchFamily="49" charset="0"/>
                <a:cs typeface="Courier New" panose="02070309020205020404" pitchFamily="49" charset="0"/>
              </a:rPr>
              <a:t>&gt; docker login -u AWS -p </a:t>
            </a:r>
            <a:r>
              <a:rPr lang="en-US" i="1" dirty="0">
                <a:solidFill>
                  <a:schemeClr val="tx1"/>
                </a:solidFill>
                <a:latin typeface="Lucida Console" panose="020B0609040504020204" pitchFamily="49" charset="0"/>
                <a:cs typeface="Courier New" panose="02070309020205020404" pitchFamily="49" charset="0"/>
              </a:rPr>
              <a:t>&lt;password&gt; </a:t>
            </a:r>
            <a:r>
              <a:rPr lang="en-US" dirty="0">
                <a:solidFill>
                  <a:schemeClr val="tx1"/>
                </a:solidFill>
                <a:latin typeface="Lucida Console" panose="020B0609040504020204" pitchFamily="49" charset="0"/>
                <a:cs typeface="Courier New" panose="02070309020205020404" pitchFamily="49" charset="0"/>
              </a:rPr>
              <a:t>-e none </a:t>
            </a:r>
            <a:r>
              <a:rPr lang="en-US" i="1" dirty="0">
                <a:solidFill>
                  <a:schemeClr val="tx1"/>
                </a:solidFill>
                <a:latin typeface="Lucida Console" panose="020B0609040504020204" pitchFamily="49" charset="0"/>
                <a:cs typeface="Courier New" panose="02070309020205020404" pitchFamily="49" charset="0"/>
              </a:rPr>
              <a:t>aws_account_id</a:t>
            </a:r>
            <a:r>
              <a:rPr lang="en-US" dirty="0">
                <a:solidFill>
                  <a:schemeClr val="tx1"/>
                </a:solidFill>
                <a:latin typeface="Lucida Console" panose="020B0609040504020204" pitchFamily="49" charset="0"/>
                <a:cs typeface="Courier New" panose="02070309020205020404" pitchFamily="49" charset="0"/>
              </a:rPr>
              <a:t>.dkr.ecr.us-east-1.amazonaws.com</a:t>
            </a:r>
          </a:p>
          <a:p>
            <a:r>
              <a:rPr lang="en-US" dirty="0">
                <a:solidFill>
                  <a:schemeClr val="tx1"/>
                </a:solidFill>
                <a:latin typeface="Lucida Console" panose="020B0609040504020204" pitchFamily="49" charset="0"/>
                <a:cs typeface="Courier New" panose="02070309020205020404" pitchFamily="49" charset="0"/>
              </a:rPr>
              <a:t># You can skip the `docker login` step </a:t>
            </a:r>
            <a:r>
              <a:rPr lang="en-US" dirty="0">
                <a:solidFill>
                  <a:srgbClr val="000000"/>
                </a:solidFill>
                <a:latin typeface="Lucida Console" panose="020B0609040504020204" pitchFamily="49" charset="0"/>
                <a:cs typeface="Courier New" panose="02070309020205020404" pitchFamily="49" charset="0"/>
              </a:rPr>
              <a:t>if</a:t>
            </a:r>
            <a:r>
              <a:rPr lang="en-US" dirty="0">
                <a:solidFill>
                  <a:schemeClr val="tx1"/>
                </a:solidFill>
                <a:latin typeface="Lucida Console" panose="020B0609040504020204" pitchFamily="49" charset="0"/>
                <a:cs typeface="Courier New" panose="02070309020205020404" pitchFamily="49" charset="0"/>
              </a:rPr>
              <a:t> you have </a:t>
            </a:r>
            <a:r>
              <a:rPr lang="en-US" dirty="0">
                <a:solidFill>
                  <a:srgbClr val="000000"/>
                </a:solidFill>
                <a:latin typeface="Lucida Console" panose="020B0609040504020204" pitchFamily="49" charset="0"/>
                <a:cs typeface="Courier New" panose="02070309020205020404" pitchFamily="49" charset="0"/>
              </a:rPr>
              <a:t>amazon-</a:t>
            </a:r>
            <a:r>
              <a:rPr lang="en-US" dirty="0" err="1">
                <a:solidFill>
                  <a:srgbClr val="000000"/>
                </a:solidFill>
                <a:latin typeface="Lucida Console" panose="020B0609040504020204" pitchFamily="49" charset="0"/>
                <a:cs typeface="Courier New" panose="02070309020205020404" pitchFamily="49" charset="0"/>
              </a:rPr>
              <a:t>ecr</a:t>
            </a:r>
            <a:r>
              <a:rPr lang="en-US" dirty="0">
                <a:solidFill>
                  <a:srgbClr val="000000"/>
                </a:solidFill>
                <a:latin typeface="Lucida Console" panose="020B0609040504020204" pitchFamily="49" charset="0"/>
                <a:cs typeface="Courier New" panose="02070309020205020404" pitchFamily="49" charset="0"/>
              </a:rPr>
              <a:t>-credential-helper setup</a:t>
            </a:r>
            <a:r>
              <a:rPr lang="en-US" dirty="0">
                <a:solidFill>
                  <a:schemeClr val="tx1"/>
                </a:solidFill>
                <a:latin typeface="Lucida Console" panose="020B0609040504020204" pitchFamily="49" charset="0"/>
                <a:cs typeface="Courier New" panose="02070309020205020404" pitchFamily="49" charset="0"/>
              </a:rPr>
              <a:t>. </a:t>
            </a:r>
          </a:p>
          <a:p>
            <a:endParaRPr lang="en-US" dirty="0">
              <a:solidFill>
                <a:schemeClr val="tx1"/>
              </a:solidFill>
              <a:latin typeface="Lucida Console" panose="020B0609040504020204" pitchFamily="49" charset="0"/>
              <a:cs typeface="Courier New" panose="02070309020205020404" pitchFamily="49" charset="0"/>
            </a:endParaRPr>
          </a:p>
          <a:p>
            <a:r>
              <a:rPr lang="en-US" dirty="0">
                <a:solidFill>
                  <a:schemeClr val="tx1"/>
                </a:solidFill>
                <a:latin typeface="Lucida Console" panose="020B0609040504020204" pitchFamily="49" charset="0"/>
                <a:cs typeface="Courier New" panose="02070309020205020404" pitchFamily="49" charset="0"/>
              </a:rPr>
              <a:t># Push an image to your repository</a:t>
            </a:r>
          </a:p>
          <a:p>
            <a:r>
              <a:rPr lang="en-US" dirty="0">
                <a:solidFill>
                  <a:schemeClr val="tx1"/>
                </a:solidFill>
                <a:latin typeface="Lucida Console" panose="020B0609040504020204" pitchFamily="49" charset="0"/>
                <a:cs typeface="Courier New" panose="02070309020205020404" pitchFamily="49" charset="0"/>
              </a:rPr>
              <a:t>&gt; </a:t>
            </a:r>
            <a:r>
              <a:rPr lang="en-US" dirty="0">
                <a:solidFill>
                  <a:srgbClr val="000000"/>
                </a:solidFill>
                <a:latin typeface="Lucida Console" panose="020B0609040504020204" pitchFamily="49" charset="0"/>
                <a:cs typeface="Courier New" panose="02070309020205020404" pitchFamily="49" charset="0"/>
              </a:rPr>
              <a:t>docker push</a:t>
            </a:r>
            <a:r>
              <a:rPr lang="en-US" dirty="0">
                <a:solidFill>
                  <a:schemeClr val="tx1"/>
                </a:solidFill>
                <a:latin typeface="Lucida Console" panose="020B0609040504020204" pitchFamily="49" charset="0"/>
                <a:cs typeface="Courier New" panose="02070309020205020404" pitchFamily="49" charset="0"/>
              </a:rPr>
              <a:t> </a:t>
            </a:r>
            <a:r>
              <a:rPr lang="en-US" i="1" dirty="0">
                <a:solidFill>
                  <a:srgbClr val="000000"/>
                </a:solidFill>
                <a:latin typeface="Lucida Console" panose="020B0609040504020204" pitchFamily="49" charset="0"/>
                <a:cs typeface="Courier New" panose="02070309020205020404" pitchFamily="49" charset="0"/>
              </a:rPr>
              <a:t>aws_account_id</a:t>
            </a:r>
            <a:r>
              <a:rPr lang="en-US" dirty="0">
                <a:solidFill>
                  <a:srgbClr val="000000"/>
                </a:solidFill>
                <a:latin typeface="Lucida Console" panose="020B0609040504020204" pitchFamily="49" charset="0"/>
                <a:cs typeface="Courier New" panose="02070309020205020404" pitchFamily="49" charset="0"/>
              </a:rPr>
              <a:t>.dkr.ecr.us-east-1.amazonaws.com/hello-world</a:t>
            </a:r>
          </a:p>
        </p:txBody>
      </p:sp>
      <p:sp>
        <p:nvSpPr>
          <p:cNvPr id="3" name="Footer Placeholder 2"/>
          <p:cNvSpPr>
            <a:spLocks noGrp="1"/>
          </p:cNvSpPr>
          <p:nvPr>
            <p:ph type="ftr" sz="quarter" idx="3"/>
          </p:nvPr>
        </p:nvSpPr>
        <p:spPr/>
        <p:txBody>
          <a:bodyPr/>
          <a:lstStyle/>
          <a:p>
            <a:r>
              <a:rPr lang="en-US"/>
              <a:t>© 2020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3747695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6000" dirty="0"/>
              <a:t>Introduction to</a:t>
            </a:r>
            <a:br>
              <a:rPr lang="en-US" sz="6000" dirty="0"/>
            </a:br>
            <a:r>
              <a:rPr lang="en-US" sz="6000" dirty="0"/>
              <a:t>Amazon </a:t>
            </a:r>
            <a:r>
              <a:rPr lang="en-US" sz="6000" dirty="0">
                <a:solidFill>
                  <a:srgbClr val="FFFFFF"/>
                </a:solidFill>
              </a:rPr>
              <a:t>Container</a:t>
            </a:r>
            <a:r>
              <a:rPr lang="en-US" sz="6000" dirty="0"/>
              <a:t> </a:t>
            </a:r>
            <a:r>
              <a:rPr lang="en-US" dirty="0">
                <a:solidFill>
                  <a:srgbClr val="FFFFFF"/>
                </a:solidFill>
              </a:rPr>
              <a:t>S</a:t>
            </a:r>
            <a:r>
              <a:rPr lang="en-US" sz="6000" dirty="0">
                <a:solidFill>
                  <a:srgbClr val="FFFFFF"/>
                </a:solidFill>
              </a:rPr>
              <a:t>ervices</a:t>
            </a:r>
            <a:endParaRPr lang="en-US" sz="6000" dirty="0">
              <a:solidFill>
                <a:srgbClr val="FFFFFF"/>
              </a:solidFill>
              <a:latin typeface="Amazon Ember Light" panose="020B0403020204020204"/>
            </a:endParaRPr>
          </a:p>
        </p:txBody>
      </p:sp>
      <p:sp>
        <p:nvSpPr>
          <p:cNvPr id="3" name="Slide Number Placeholder 2"/>
          <p:cNvSpPr>
            <a:spLocks noGrp="1"/>
          </p:cNvSpPr>
          <p:nvPr>
            <p:ph type="sldNum" sz="quarter" idx="4294967295"/>
          </p:nvPr>
        </p:nvSpPr>
        <p:spPr>
          <a:xfrm>
            <a:off x="9448800" y="6356350"/>
            <a:ext cx="2743200" cy="365125"/>
          </a:xfrm>
        </p:spPr>
        <p:txBody>
          <a:bodyPr/>
          <a:lstStyle/>
          <a:p>
            <a:fld id="{9FC43BFD-8FF7-A343-A8A6-E2338FCE8046}" type="slidenum">
              <a:rPr lang="en-US" smtClean="0"/>
              <a:pPr/>
              <a:t>21</a:t>
            </a:fld>
            <a:endParaRPr lang="en-US" dirty="0"/>
          </a:p>
        </p:txBody>
      </p:sp>
      <p:sp>
        <p:nvSpPr>
          <p:cNvPr id="5" name="Footer Placeholder 4"/>
          <p:cNvSpPr>
            <a:spLocks noGrp="1"/>
          </p:cNvSpPr>
          <p:nvPr>
            <p:ph type="ftr" sz="quarter" idx="3"/>
          </p:nvPr>
        </p:nvSpPr>
        <p:spPr/>
        <p:txBody>
          <a:bodyPr/>
          <a:lstStyle/>
          <a:p>
            <a:r>
              <a:rPr lang="en-US"/>
              <a:t>© 2020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2054116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Evolution of </a:t>
            </a:r>
            <a:r>
              <a:rPr lang="en-US" dirty="0">
                <a:solidFill>
                  <a:srgbClr val="FFFFFF"/>
                </a:solidFill>
              </a:rPr>
              <a:t>container management</a:t>
            </a:r>
            <a:endParaRPr lang="en-US" dirty="0">
              <a:solidFill>
                <a:srgbClr val="FFFFFF"/>
              </a:solidFill>
              <a:latin typeface="Amazon Ember Light" panose="020B0403020204020204"/>
            </a:endParaRPr>
          </a:p>
        </p:txBody>
      </p:sp>
      <p:sp>
        <p:nvSpPr>
          <p:cNvPr id="2" name="Slide Number Placeholder 1"/>
          <p:cNvSpPr>
            <a:spLocks noGrp="1"/>
          </p:cNvSpPr>
          <p:nvPr>
            <p:ph type="sldNum" sz="quarter" idx="12"/>
          </p:nvPr>
        </p:nvSpPr>
        <p:spPr/>
        <p:txBody>
          <a:bodyPr/>
          <a:lstStyle/>
          <a:p>
            <a:fld id="{9FC43BFD-8FF7-A343-A8A6-E2338FCE8046}" type="slidenum">
              <a:rPr lang="en-US" smtClean="0"/>
              <a:pPr/>
              <a:t>22</a:t>
            </a:fld>
            <a:endParaRPr lang="en-US" dirty="0"/>
          </a:p>
        </p:txBody>
      </p:sp>
      <p:sp>
        <p:nvSpPr>
          <p:cNvPr id="23" name="Content Placeholder 8"/>
          <p:cNvSpPr txBox="1">
            <a:spLocks/>
          </p:cNvSpPr>
          <p:nvPr/>
        </p:nvSpPr>
        <p:spPr>
          <a:xfrm>
            <a:off x="4488484" y="4770126"/>
            <a:ext cx="2615879" cy="118618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gn="ctr">
              <a:buFont typeface="Arial"/>
              <a:buNone/>
            </a:pPr>
            <a:r>
              <a:rPr lang="en-US" sz="2400" dirty="0">
                <a:latin typeface="Amazon Ember" panose="02000000000000000000" pitchFamily="2" charset="0"/>
                <a:ea typeface="Amazon Ember" panose="02000000000000000000" pitchFamily="2" charset="0"/>
              </a:rPr>
              <a:t>Docker container</a:t>
            </a:r>
          </a:p>
        </p:txBody>
      </p:sp>
      <p:sp>
        <p:nvSpPr>
          <p:cNvPr id="24" name="Content Placeholder 8"/>
          <p:cNvSpPr txBox="1">
            <a:spLocks/>
          </p:cNvSpPr>
          <p:nvPr/>
        </p:nvSpPr>
        <p:spPr>
          <a:xfrm>
            <a:off x="8615027" y="5796717"/>
            <a:ext cx="2883781" cy="44728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gn="ctr">
              <a:buFont typeface="Arial"/>
              <a:buNone/>
            </a:pPr>
            <a:r>
              <a:rPr lang="en-US" sz="2400" dirty="0">
                <a:latin typeface="Amazon Ember" panose="02000000000000000000" pitchFamily="2" charset="0"/>
                <a:ea typeface="Amazon Ember" panose="02000000000000000000" pitchFamily="2" charset="0"/>
              </a:rPr>
              <a:t>Docker containers</a:t>
            </a:r>
          </a:p>
        </p:txBody>
      </p:sp>
      <p:cxnSp>
        <p:nvCxnSpPr>
          <p:cNvPr id="25" name="Straight Arrow Connector 24"/>
          <p:cNvCxnSpPr/>
          <p:nvPr/>
        </p:nvCxnSpPr>
        <p:spPr>
          <a:xfrm>
            <a:off x="2796126" y="3653863"/>
            <a:ext cx="1952520" cy="0"/>
          </a:xfrm>
          <a:prstGeom prst="straightConnector1">
            <a:avLst/>
          </a:prstGeom>
          <a:ln w="12700">
            <a:solidFill>
              <a:schemeClr val="tx1"/>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a:off x="6991665" y="3634608"/>
            <a:ext cx="2049843" cy="0"/>
          </a:xfrm>
          <a:prstGeom prst="straightConnector1">
            <a:avLst/>
          </a:prstGeom>
          <a:ln w="12700">
            <a:solidFill>
              <a:schemeClr val="tx1"/>
            </a:solidFill>
            <a:tailEnd type="arrow" w="med" len="sm"/>
          </a:ln>
        </p:spPr>
        <p:style>
          <a:lnRef idx="1">
            <a:schemeClr val="accent1"/>
          </a:lnRef>
          <a:fillRef idx="0">
            <a:schemeClr val="accent1"/>
          </a:fillRef>
          <a:effectRef idx="0">
            <a:schemeClr val="accent1"/>
          </a:effectRef>
          <a:fontRef idx="minor">
            <a:schemeClr val="tx1"/>
          </a:fontRef>
        </p:style>
      </p:cxnSp>
      <p:sp>
        <p:nvSpPr>
          <p:cNvPr id="4" name="Footer Placeholder 3"/>
          <p:cNvSpPr>
            <a:spLocks noGrp="1"/>
          </p:cNvSpPr>
          <p:nvPr>
            <p:ph type="ftr" sz="quarter" idx="3"/>
          </p:nvPr>
        </p:nvSpPr>
        <p:spPr/>
        <p:txBody>
          <a:bodyPr/>
          <a:lstStyle/>
          <a:p>
            <a:r>
              <a:rPr lang="en-US"/>
              <a:t>© 2020 Amazon Web Services, Inc. or its Affiliates. All rights reserved.</a:t>
            </a:r>
            <a:endParaRPr lang="en-US" dirty="0"/>
          </a:p>
        </p:txBody>
      </p:sp>
      <p:sp>
        <p:nvSpPr>
          <p:cNvPr id="27" name="TextBox 26">
            <a:extLst>
              <a:ext uri="{FF2B5EF4-FFF2-40B4-BE49-F238E27FC236}">
                <a16:creationId xmlns:a16="http://schemas.microsoft.com/office/drawing/2014/main" id="{4256BB3C-8013-824D-8B2A-F604C7B4DC6C}"/>
              </a:ext>
            </a:extLst>
          </p:cNvPr>
          <p:cNvSpPr txBox="1"/>
          <p:nvPr/>
        </p:nvSpPr>
        <p:spPr>
          <a:xfrm>
            <a:off x="748137" y="4664184"/>
            <a:ext cx="2100921" cy="461665"/>
          </a:xfrm>
          <a:prstGeom prst="rect">
            <a:avLst/>
          </a:prstGeom>
          <a:noFill/>
        </p:spPr>
        <p:txBody>
          <a:bodyPr wrap="square" rtlCol="0">
            <a:spAutoFit/>
          </a:bodyPr>
          <a:lstStyle/>
          <a:p>
            <a:pPr algn="ctr"/>
            <a:r>
              <a:rPr lang="en-US" sz="2400" dirty="0">
                <a:latin typeface="Amazon Ember" panose="02000000000000000000" pitchFamily="2" charset="0"/>
                <a:ea typeface="Amazon Ember" panose="02000000000000000000" pitchFamily="2" charset="0"/>
              </a:rPr>
              <a:t>Amazon EC2</a:t>
            </a:r>
          </a:p>
        </p:txBody>
      </p:sp>
      <p:pic>
        <p:nvPicPr>
          <p:cNvPr id="28" name="Graphic 6">
            <a:extLst>
              <a:ext uri="{FF2B5EF4-FFF2-40B4-BE49-F238E27FC236}">
                <a16:creationId xmlns:a16="http://schemas.microsoft.com/office/drawing/2014/main" id="{D8AF6CFD-7182-AE41-BE56-CA8D81C11633}"/>
              </a:ext>
            </a:extLst>
          </p:cNvPr>
          <p:cNvPicPr>
            <a:picLocks noChangeAspect="1"/>
          </p:cNvPicPr>
          <p:nvPr/>
        </p:nvPicPr>
        <p:blipFill>
          <a:blip r:embed="rId4"/>
          <a:stretch>
            <a:fillRect/>
          </a:stretch>
        </p:blipFill>
        <p:spPr>
          <a:xfrm>
            <a:off x="884198" y="2739463"/>
            <a:ext cx="1828800" cy="1828800"/>
          </a:xfrm>
          <a:prstGeom prst="rect">
            <a:avLst/>
          </a:prstGeom>
        </p:spPr>
      </p:pic>
      <p:pic>
        <p:nvPicPr>
          <p:cNvPr id="29" name="Graphic 135">
            <a:extLst>
              <a:ext uri="{FF2B5EF4-FFF2-40B4-BE49-F238E27FC236}">
                <a16:creationId xmlns:a16="http://schemas.microsoft.com/office/drawing/2014/main" id="{C19987B1-DB3A-1640-994D-BCB81FCC1AE4}"/>
              </a:ext>
            </a:extLst>
          </p:cNvPr>
          <p:cNvPicPr>
            <a:picLocks noChangeAspect="1"/>
          </p:cNvPicPr>
          <p:nvPr/>
        </p:nvPicPr>
        <p:blipFill>
          <a:blip r:embed="rId5"/>
          <a:stretch>
            <a:fillRect/>
          </a:stretch>
        </p:blipFill>
        <p:spPr>
          <a:xfrm>
            <a:off x="4797342" y="2619203"/>
            <a:ext cx="1828800" cy="1828800"/>
          </a:xfrm>
          <a:prstGeom prst="rect">
            <a:avLst/>
          </a:prstGeom>
        </p:spPr>
      </p:pic>
      <p:pic>
        <p:nvPicPr>
          <p:cNvPr id="30" name="Graphic 13">
            <a:extLst>
              <a:ext uri="{FF2B5EF4-FFF2-40B4-BE49-F238E27FC236}">
                <a16:creationId xmlns:a16="http://schemas.microsoft.com/office/drawing/2014/main" id="{8ED914EA-8278-5449-B046-F8859FA607C7}"/>
              </a:ext>
            </a:extLst>
          </p:cNvPr>
          <p:cNvPicPr>
            <a:picLocks noChangeAspect="1"/>
          </p:cNvPicPr>
          <p:nvPr/>
        </p:nvPicPr>
        <p:blipFill>
          <a:blip r:embed="rId6"/>
          <a:stretch>
            <a:fillRect/>
          </a:stretch>
        </p:blipFill>
        <p:spPr>
          <a:xfrm>
            <a:off x="5826048" y="3022929"/>
            <a:ext cx="914400" cy="914400"/>
          </a:xfrm>
          <a:prstGeom prst="rect">
            <a:avLst/>
          </a:prstGeom>
          <a:solidFill>
            <a:schemeClr val="bg1"/>
          </a:solidFill>
        </p:spPr>
      </p:pic>
      <p:pic>
        <p:nvPicPr>
          <p:cNvPr id="31" name="Graphic 13">
            <a:extLst>
              <a:ext uri="{FF2B5EF4-FFF2-40B4-BE49-F238E27FC236}">
                <a16:creationId xmlns:a16="http://schemas.microsoft.com/office/drawing/2014/main" id="{8ED914EA-8278-5449-B046-F8859FA607C7}"/>
              </a:ext>
            </a:extLst>
          </p:cNvPr>
          <p:cNvPicPr>
            <a:picLocks noChangeAspect="1"/>
          </p:cNvPicPr>
          <p:nvPr/>
        </p:nvPicPr>
        <p:blipFill>
          <a:blip r:embed="rId6"/>
          <a:stretch>
            <a:fillRect/>
          </a:stretch>
        </p:blipFill>
        <p:spPr>
          <a:xfrm>
            <a:off x="5817591" y="3774124"/>
            <a:ext cx="914400" cy="914400"/>
          </a:xfrm>
          <a:prstGeom prst="rect">
            <a:avLst/>
          </a:prstGeom>
          <a:solidFill>
            <a:schemeClr val="bg1"/>
          </a:solidFill>
        </p:spPr>
      </p:pic>
      <p:pic>
        <p:nvPicPr>
          <p:cNvPr id="39" name="Graphic 135">
            <a:extLst>
              <a:ext uri="{FF2B5EF4-FFF2-40B4-BE49-F238E27FC236}">
                <a16:creationId xmlns:a16="http://schemas.microsoft.com/office/drawing/2014/main" id="{C19987B1-DB3A-1640-994D-BCB81FCC1AE4}"/>
              </a:ext>
            </a:extLst>
          </p:cNvPr>
          <p:cNvPicPr>
            <a:picLocks noChangeAspect="1"/>
          </p:cNvPicPr>
          <p:nvPr/>
        </p:nvPicPr>
        <p:blipFill>
          <a:blip r:embed="rId5"/>
          <a:stretch>
            <a:fillRect/>
          </a:stretch>
        </p:blipFill>
        <p:spPr>
          <a:xfrm>
            <a:off x="9036669" y="1502940"/>
            <a:ext cx="1828800" cy="1828800"/>
          </a:xfrm>
          <a:prstGeom prst="rect">
            <a:avLst/>
          </a:prstGeom>
        </p:spPr>
      </p:pic>
      <p:pic>
        <p:nvPicPr>
          <p:cNvPr id="40" name="Graphic 13">
            <a:extLst>
              <a:ext uri="{FF2B5EF4-FFF2-40B4-BE49-F238E27FC236}">
                <a16:creationId xmlns:a16="http://schemas.microsoft.com/office/drawing/2014/main" id="{8ED914EA-8278-5449-B046-F8859FA607C7}"/>
              </a:ext>
            </a:extLst>
          </p:cNvPr>
          <p:cNvPicPr>
            <a:picLocks noChangeAspect="1"/>
          </p:cNvPicPr>
          <p:nvPr/>
        </p:nvPicPr>
        <p:blipFill>
          <a:blip r:embed="rId6"/>
          <a:stretch>
            <a:fillRect/>
          </a:stretch>
        </p:blipFill>
        <p:spPr>
          <a:xfrm>
            <a:off x="10065375" y="1906666"/>
            <a:ext cx="914400" cy="914400"/>
          </a:xfrm>
          <a:prstGeom prst="rect">
            <a:avLst/>
          </a:prstGeom>
          <a:solidFill>
            <a:schemeClr val="bg1"/>
          </a:solidFill>
        </p:spPr>
      </p:pic>
      <p:pic>
        <p:nvPicPr>
          <p:cNvPr id="41" name="Graphic 13">
            <a:extLst>
              <a:ext uri="{FF2B5EF4-FFF2-40B4-BE49-F238E27FC236}">
                <a16:creationId xmlns:a16="http://schemas.microsoft.com/office/drawing/2014/main" id="{8ED914EA-8278-5449-B046-F8859FA607C7}"/>
              </a:ext>
            </a:extLst>
          </p:cNvPr>
          <p:cNvPicPr>
            <a:picLocks noChangeAspect="1"/>
          </p:cNvPicPr>
          <p:nvPr/>
        </p:nvPicPr>
        <p:blipFill>
          <a:blip r:embed="rId6"/>
          <a:stretch>
            <a:fillRect/>
          </a:stretch>
        </p:blipFill>
        <p:spPr>
          <a:xfrm>
            <a:off x="10056918" y="2657861"/>
            <a:ext cx="914400" cy="914400"/>
          </a:xfrm>
          <a:prstGeom prst="rect">
            <a:avLst/>
          </a:prstGeom>
          <a:solidFill>
            <a:schemeClr val="bg1"/>
          </a:solidFill>
        </p:spPr>
      </p:pic>
      <p:pic>
        <p:nvPicPr>
          <p:cNvPr id="42" name="Graphic 135">
            <a:extLst>
              <a:ext uri="{FF2B5EF4-FFF2-40B4-BE49-F238E27FC236}">
                <a16:creationId xmlns:a16="http://schemas.microsoft.com/office/drawing/2014/main" id="{C19987B1-DB3A-1640-994D-BCB81FCC1AE4}"/>
              </a:ext>
            </a:extLst>
          </p:cNvPr>
          <p:cNvPicPr>
            <a:picLocks noChangeAspect="1"/>
          </p:cNvPicPr>
          <p:nvPr/>
        </p:nvPicPr>
        <p:blipFill>
          <a:blip r:embed="rId5"/>
          <a:stretch>
            <a:fillRect/>
          </a:stretch>
        </p:blipFill>
        <p:spPr>
          <a:xfrm>
            <a:off x="9036669" y="3735466"/>
            <a:ext cx="1828800" cy="1828800"/>
          </a:xfrm>
          <a:prstGeom prst="rect">
            <a:avLst/>
          </a:prstGeom>
        </p:spPr>
      </p:pic>
      <p:pic>
        <p:nvPicPr>
          <p:cNvPr id="43" name="Graphic 13">
            <a:extLst>
              <a:ext uri="{FF2B5EF4-FFF2-40B4-BE49-F238E27FC236}">
                <a16:creationId xmlns:a16="http://schemas.microsoft.com/office/drawing/2014/main" id="{8ED914EA-8278-5449-B046-F8859FA607C7}"/>
              </a:ext>
            </a:extLst>
          </p:cNvPr>
          <p:cNvPicPr>
            <a:picLocks noChangeAspect="1"/>
          </p:cNvPicPr>
          <p:nvPr/>
        </p:nvPicPr>
        <p:blipFill>
          <a:blip r:embed="rId6"/>
          <a:stretch>
            <a:fillRect/>
          </a:stretch>
        </p:blipFill>
        <p:spPr>
          <a:xfrm>
            <a:off x="10065375" y="4139192"/>
            <a:ext cx="914400" cy="914400"/>
          </a:xfrm>
          <a:prstGeom prst="rect">
            <a:avLst/>
          </a:prstGeom>
          <a:solidFill>
            <a:schemeClr val="bg1"/>
          </a:solidFill>
        </p:spPr>
      </p:pic>
      <p:pic>
        <p:nvPicPr>
          <p:cNvPr id="44" name="Graphic 13">
            <a:extLst>
              <a:ext uri="{FF2B5EF4-FFF2-40B4-BE49-F238E27FC236}">
                <a16:creationId xmlns:a16="http://schemas.microsoft.com/office/drawing/2014/main" id="{8ED914EA-8278-5449-B046-F8859FA607C7}"/>
              </a:ext>
            </a:extLst>
          </p:cNvPr>
          <p:cNvPicPr>
            <a:picLocks noChangeAspect="1"/>
          </p:cNvPicPr>
          <p:nvPr/>
        </p:nvPicPr>
        <p:blipFill>
          <a:blip r:embed="rId6"/>
          <a:stretch>
            <a:fillRect/>
          </a:stretch>
        </p:blipFill>
        <p:spPr>
          <a:xfrm>
            <a:off x="10056918" y="4890387"/>
            <a:ext cx="914400" cy="914400"/>
          </a:xfrm>
          <a:prstGeom prst="rect">
            <a:avLst/>
          </a:prstGeom>
          <a:solidFill>
            <a:schemeClr val="bg1"/>
          </a:solidFill>
        </p:spPr>
      </p:pic>
    </p:spTree>
    <p:custDataLst>
      <p:tags r:id="rId1"/>
    </p:custDataLst>
    <p:extLst>
      <p:ext uri="{BB962C8B-B14F-4D97-AF65-F5344CB8AC3E}">
        <p14:creationId xmlns:p14="http://schemas.microsoft.com/office/powerpoint/2010/main" val="1442515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Management challenges</a:t>
            </a:r>
          </a:p>
        </p:txBody>
      </p:sp>
      <p:sp>
        <p:nvSpPr>
          <p:cNvPr id="3" name="Slide Number Placeholder 2"/>
          <p:cNvSpPr>
            <a:spLocks noGrp="1"/>
          </p:cNvSpPr>
          <p:nvPr>
            <p:ph type="sldNum" sz="quarter" idx="12"/>
          </p:nvPr>
        </p:nvSpPr>
        <p:spPr/>
        <p:txBody>
          <a:bodyPr/>
          <a:lstStyle/>
          <a:p>
            <a:fld id="{9FC43BFD-8FF7-A343-A8A6-E2338FCE8046}" type="slidenum">
              <a:rPr lang="en-US" smtClean="0"/>
              <a:pPr/>
              <a:t>23</a:t>
            </a:fld>
            <a:endParaRPr lang="en-US" dirty="0"/>
          </a:p>
        </p:txBody>
      </p:sp>
      <p:sp>
        <p:nvSpPr>
          <p:cNvPr id="258" name="Footer Placeholder 257"/>
          <p:cNvSpPr>
            <a:spLocks noGrp="1"/>
          </p:cNvSpPr>
          <p:nvPr>
            <p:ph type="ftr" sz="quarter" idx="3"/>
          </p:nvPr>
        </p:nvSpPr>
        <p:spPr/>
        <p:txBody>
          <a:bodyPr/>
          <a:lstStyle/>
          <a:p>
            <a:r>
              <a:rPr lang="en-US"/>
              <a:t>© 2020 Amazon Web Services, Inc. or its Affiliates. All rights reserved.</a:t>
            </a:r>
            <a:endParaRPr lang="en-US" dirty="0"/>
          </a:p>
        </p:txBody>
      </p:sp>
      <p:pic>
        <p:nvPicPr>
          <p:cNvPr id="109" name="Graphic 39">
            <a:extLst>
              <a:ext uri="{FF2B5EF4-FFF2-40B4-BE49-F238E27FC236}">
                <a16:creationId xmlns:a16="http://schemas.microsoft.com/office/drawing/2014/main" id="{6FA71975-EA2D-784E-8A28-738A17320E91}"/>
              </a:ext>
            </a:extLst>
          </p:cNvPr>
          <p:cNvPicPr>
            <a:picLocks noChangeAspect="1"/>
          </p:cNvPicPr>
          <p:nvPr/>
        </p:nvPicPr>
        <p:blipFill>
          <a:blip r:embed="rId4"/>
          <a:stretch>
            <a:fillRect/>
          </a:stretch>
        </p:blipFill>
        <p:spPr>
          <a:xfrm>
            <a:off x="460155" y="3778942"/>
            <a:ext cx="914400" cy="914400"/>
          </a:xfrm>
          <a:prstGeom prst="rect">
            <a:avLst/>
          </a:prstGeom>
        </p:spPr>
      </p:pic>
      <p:grpSp>
        <p:nvGrpSpPr>
          <p:cNvPr id="260" name="Group 259"/>
          <p:cNvGrpSpPr/>
          <p:nvPr/>
        </p:nvGrpSpPr>
        <p:grpSpPr>
          <a:xfrm>
            <a:off x="2119593" y="3245927"/>
            <a:ext cx="9483638" cy="1233020"/>
            <a:chOff x="476466" y="1600465"/>
            <a:chExt cx="9483638" cy="1233020"/>
          </a:xfrm>
        </p:grpSpPr>
        <p:grpSp>
          <p:nvGrpSpPr>
            <p:cNvPr id="259" name="Group 258"/>
            <p:cNvGrpSpPr/>
            <p:nvPr/>
          </p:nvGrpSpPr>
          <p:grpSpPr>
            <a:xfrm>
              <a:off x="476466" y="1604361"/>
              <a:ext cx="1168672" cy="1218585"/>
              <a:chOff x="476466" y="1604361"/>
              <a:chExt cx="1168672" cy="1218585"/>
            </a:xfrm>
          </p:grpSpPr>
          <p:pic>
            <p:nvPicPr>
              <p:cNvPr id="110" name="Graphic 135">
                <a:extLst>
                  <a:ext uri="{FF2B5EF4-FFF2-40B4-BE49-F238E27FC236}">
                    <a16:creationId xmlns:a16="http://schemas.microsoft.com/office/drawing/2014/main" id="{C19987B1-DB3A-1640-994D-BCB81FCC1AE4}"/>
                  </a:ext>
                </a:extLst>
              </p:cNvPr>
              <p:cNvPicPr>
                <a:picLocks noChangeAspect="1"/>
              </p:cNvPicPr>
              <p:nvPr/>
            </p:nvPicPr>
            <p:blipFill>
              <a:blip r:embed="rId5"/>
              <a:stretch>
                <a:fillRect/>
              </a:stretch>
            </p:blipFill>
            <p:spPr>
              <a:xfrm>
                <a:off x="476466" y="1604361"/>
                <a:ext cx="1067942" cy="1067942"/>
              </a:xfrm>
              <a:prstGeom prst="rect">
                <a:avLst/>
              </a:prstGeom>
            </p:spPr>
          </p:pic>
          <p:pic>
            <p:nvPicPr>
              <p:cNvPr id="111" name="Graphic 13">
                <a:extLst>
                  <a:ext uri="{FF2B5EF4-FFF2-40B4-BE49-F238E27FC236}">
                    <a16:creationId xmlns:a16="http://schemas.microsoft.com/office/drawing/2014/main" id="{8ED914EA-8278-5449-B046-F8859FA607C7}"/>
                  </a:ext>
                </a:extLst>
              </p:cNvPr>
              <p:cNvPicPr>
                <a:picLocks noChangeAspect="1"/>
              </p:cNvPicPr>
              <p:nvPr/>
            </p:nvPicPr>
            <p:blipFill>
              <a:blip r:embed="rId6"/>
              <a:stretch>
                <a:fillRect/>
              </a:stretch>
            </p:blipFill>
            <p:spPr>
              <a:xfrm>
                <a:off x="1111167" y="1843537"/>
                <a:ext cx="533971" cy="533971"/>
              </a:xfrm>
              <a:prstGeom prst="rect">
                <a:avLst/>
              </a:prstGeom>
              <a:solidFill>
                <a:schemeClr val="bg1"/>
              </a:solidFill>
            </p:spPr>
          </p:pic>
          <p:pic>
            <p:nvPicPr>
              <p:cNvPr id="112" name="Graphic 13">
                <a:extLst>
                  <a:ext uri="{FF2B5EF4-FFF2-40B4-BE49-F238E27FC236}">
                    <a16:creationId xmlns:a16="http://schemas.microsoft.com/office/drawing/2014/main" id="{8ED914EA-8278-5449-B046-F8859FA607C7}"/>
                  </a:ext>
                </a:extLst>
              </p:cNvPr>
              <p:cNvPicPr>
                <a:picLocks noChangeAspect="1"/>
              </p:cNvPicPr>
              <p:nvPr/>
            </p:nvPicPr>
            <p:blipFill>
              <a:blip r:embed="rId6"/>
              <a:stretch>
                <a:fillRect/>
              </a:stretch>
            </p:blipFill>
            <p:spPr>
              <a:xfrm>
                <a:off x="1111166" y="2288975"/>
                <a:ext cx="533971" cy="533971"/>
              </a:xfrm>
              <a:prstGeom prst="rect">
                <a:avLst/>
              </a:prstGeom>
              <a:solidFill>
                <a:schemeClr val="bg1"/>
              </a:solidFill>
            </p:spPr>
          </p:pic>
        </p:grpSp>
        <p:grpSp>
          <p:nvGrpSpPr>
            <p:cNvPr id="113" name="Group 112"/>
            <p:cNvGrpSpPr/>
            <p:nvPr/>
          </p:nvGrpSpPr>
          <p:grpSpPr>
            <a:xfrm>
              <a:off x="1862294" y="1604361"/>
              <a:ext cx="1168672" cy="1218585"/>
              <a:chOff x="476466" y="1604361"/>
              <a:chExt cx="1168672" cy="1218585"/>
            </a:xfrm>
          </p:grpSpPr>
          <p:pic>
            <p:nvPicPr>
              <p:cNvPr id="114" name="Graphic 135">
                <a:extLst>
                  <a:ext uri="{FF2B5EF4-FFF2-40B4-BE49-F238E27FC236}">
                    <a16:creationId xmlns:a16="http://schemas.microsoft.com/office/drawing/2014/main" id="{C19987B1-DB3A-1640-994D-BCB81FCC1AE4}"/>
                  </a:ext>
                </a:extLst>
              </p:cNvPr>
              <p:cNvPicPr>
                <a:picLocks noChangeAspect="1"/>
              </p:cNvPicPr>
              <p:nvPr/>
            </p:nvPicPr>
            <p:blipFill>
              <a:blip r:embed="rId5"/>
              <a:stretch>
                <a:fillRect/>
              </a:stretch>
            </p:blipFill>
            <p:spPr>
              <a:xfrm>
                <a:off x="476466" y="1604361"/>
                <a:ext cx="1067942" cy="1067942"/>
              </a:xfrm>
              <a:prstGeom prst="rect">
                <a:avLst/>
              </a:prstGeom>
            </p:spPr>
          </p:pic>
          <p:pic>
            <p:nvPicPr>
              <p:cNvPr id="115" name="Graphic 13">
                <a:extLst>
                  <a:ext uri="{FF2B5EF4-FFF2-40B4-BE49-F238E27FC236}">
                    <a16:creationId xmlns:a16="http://schemas.microsoft.com/office/drawing/2014/main" id="{8ED914EA-8278-5449-B046-F8859FA607C7}"/>
                  </a:ext>
                </a:extLst>
              </p:cNvPr>
              <p:cNvPicPr>
                <a:picLocks noChangeAspect="1"/>
              </p:cNvPicPr>
              <p:nvPr/>
            </p:nvPicPr>
            <p:blipFill>
              <a:blip r:embed="rId6"/>
              <a:stretch>
                <a:fillRect/>
              </a:stretch>
            </p:blipFill>
            <p:spPr>
              <a:xfrm>
                <a:off x="1111167" y="1843537"/>
                <a:ext cx="533971" cy="533971"/>
              </a:xfrm>
              <a:prstGeom prst="rect">
                <a:avLst/>
              </a:prstGeom>
              <a:solidFill>
                <a:schemeClr val="bg1"/>
              </a:solidFill>
            </p:spPr>
          </p:pic>
          <p:pic>
            <p:nvPicPr>
              <p:cNvPr id="116" name="Graphic 13">
                <a:extLst>
                  <a:ext uri="{FF2B5EF4-FFF2-40B4-BE49-F238E27FC236}">
                    <a16:creationId xmlns:a16="http://schemas.microsoft.com/office/drawing/2014/main" id="{8ED914EA-8278-5449-B046-F8859FA607C7}"/>
                  </a:ext>
                </a:extLst>
              </p:cNvPr>
              <p:cNvPicPr>
                <a:picLocks noChangeAspect="1"/>
              </p:cNvPicPr>
              <p:nvPr/>
            </p:nvPicPr>
            <p:blipFill>
              <a:blip r:embed="rId6"/>
              <a:stretch>
                <a:fillRect/>
              </a:stretch>
            </p:blipFill>
            <p:spPr>
              <a:xfrm>
                <a:off x="1111166" y="2288975"/>
                <a:ext cx="533971" cy="533971"/>
              </a:xfrm>
              <a:prstGeom prst="rect">
                <a:avLst/>
              </a:prstGeom>
              <a:solidFill>
                <a:schemeClr val="bg1"/>
              </a:solidFill>
            </p:spPr>
          </p:pic>
        </p:grpSp>
        <p:grpSp>
          <p:nvGrpSpPr>
            <p:cNvPr id="117" name="Group 116"/>
            <p:cNvGrpSpPr/>
            <p:nvPr/>
          </p:nvGrpSpPr>
          <p:grpSpPr>
            <a:xfrm>
              <a:off x="3248122" y="1604361"/>
              <a:ext cx="1168672" cy="1218585"/>
              <a:chOff x="476466" y="1604361"/>
              <a:chExt cx="1168672" cy="1218585"/>
            </a:xfrm>
          </p:grpSpPr>
          <p:pic>
            <p:nvPicPr>
              <p:cNvPr id="118" name="Graphic 135">
                <a:extLst>
                  <a:ext uri="{FF2B5EF4-FFF2-40B4-BE49-F238E27FC236}">
                    <a16:creationId xmlns:a16="http://schemas.microsoft.com/office/drawing/2014/main" id="{C19987B1-DB3A-1640-994D-BCB81FCC1AE4}"/>
                  </a:ext>
                </a:extLst>
              </p:cNvPr>
              <p:cNvPicPr>
                <a:picLocks noChangeAspect="1"/>
              </p:cNvPicPr>
              <p:nvPr/>
            </p:nvPicPr>
            <p:blipFill>
              <a:blip r:embed="rId5"/>
              <a:stretch>
                <a:fillRect/>
              </a:stretch>
            </p:blipFill>
            <p:spPr>
              <a:xfrm>
                <a:off x="476466" y="1604361"/>
                <a:ext cx="1067942" cy="1067942"/>
              </a:xfrm>
              <a:prstGeom prst="rect">
                <a:avLst/>
              </a:prstGeom>
            </p:spPr>
          </p:pic>
          <p:pic>
            <p:nvPicPr>
              <p:cNvPr id="119" name="Graphic 13">
                <a:extLst>
                  <a:ext uri="{FF2B5EF4-FFF2-40B4-BE49-F238E27FC236}">
                    <a16:creationId xmlns:a16="http://schemas.microsoft.com/office/drawing/2014/main" id="{8ED914EA-8278-5449-B046-F8859FA607C7}"/>
                  </a:ext>
                </a:extLst>
              </p:cNvPr>
              <p:cNvPicPr>
                <a:picLocks noChangeAspect="1"/>
              </p:cNvPicPr>
              <p:nvPr/>
            </p:nvPicPr>
            <p:blipFill>
              <a:blip r:embed="rId6"/>
              <a:stretch>
                <a:fillRect/>
              </a:stretch>
            </p:blipFill>
            <p:spPr>
              <a:xfrm>
                <a:off x="1111167" y="1843537"/>
                <a:ext cx="533971" cy="533971"/>
              </a:xfrm>
              <a:prstGeom prst="rect">
                <a:avLst/>
              </a:prstGeom>
              <a:solidFill>
                <a:schemeClr val="bg1"/>
              </a:solidFill>
            </p:spPr>
          </p:pic>
          <p:pic>
            <p:nvPicPr>
              <p:cNvPr id="120" name="Graphic 13">
                <a:extLst>
                  <a:ext uri="{FF2B5EF4-FFF2-40B4-BE49-F238E27FC236}">
                    <a16:creationId xmlns:a16="http://schemas.microsoft.com/office/drawing/2014/main" id="{8ED914EA-8278-5449-B046-F8859FA607C7}"/>
                  </a:ext>
                </a:extLst>
              </p:cNvPr>
              <p:cNvPicPr>
                <a:picLocks noChangeAspect="1"/>
              </p:cNvPicPr>
              <p:nvPr/>
            </p:nvPicPr>
            <p:blipFill>
              <a:blip r:embed="rId6"/>
              <a:stretch>
                <a:fillRect/>
              </a:stretch>
            </p:blipFill>
            <p:spPr>
              <a:xfrm>
                <a:off x="1111166" y="2288975"/>
                <a:ext cx="533971" cy="533971"/>
              </a:xfrm>
              <a:prstGeom prst="rect">
                <a:avLst/>
              </a:prstGeom>
              <a:solidFill>
                <a:schemeClr val="bg1"/>
              </a:solidFill>
            </p:spPr>
          </p:pic>
        </p:grpSp>
        <p:grpSp>
          <p:nvGrpSpPr>
            <p:cNvPr id="121" name="Group 120"/>
            <p:cNvGrpSpPr/>
            <p:nvPr/>
          </p:nvGrpSpPr>
          <p:grpSpPr>
            <a:xfrm>
              <a:off x="4633950" y="1604198"/>
              <a:ext cx="1168672" cy="1218585"/>
              <a:chOff x="476466" y="1604361"/>
              <a:chExt cx="1168672" cy="1218585"/>
            </a:xfrm>
          </p:grpSpPr>
          <p:pic>
            <p:nvPicPr>
              <p:cNvPr id="122" name="Graphic 135">
                <a:extLst>
                  <a:ext uri="{FF2B5EF4-FFF2-40B4-BE49-F238E27FC236}">
                    <a16:creationId xmlns:a16="http://schemas.microsoft.com/office/drawing/2014/main" id="{C19987B1-DB3A-1640-994D-BCB81FCC1AE4}"/>
                  </a:ext>
                </a:extLst>
              </p:cNvPr>
              <p:cNvPicPr>
                <a:picLocks noChangeAspect="1"/>
              </p:cNvPicPr>
              <p:nvPr/>
            </p:nvPicPr>
            <p:blipFill>
              <a:blip r:embed="rId5"/>
              <a:stretch>
                <a:fillRect/>
              </a:stretch>
            </p:blipFill>
            <p:spPr>
              <a:xfrm>
                <a:off x="476466" y="1604361"/>
                <a:ext cx="1067942" cy="1067942"/>
              </a:xfrm>
              <a:prstGeom prst="rect">
                <a:avLst/>
              </a:prstGeom>
            </p:spPr>
          </p:pic>
          <p:pic>
            <p:nvPicPr>
              <p:cNvPr id="123" name="Graphic 13">
                <a:extLst>
                  <a:ext uri="{FF2B5EF4-FFF2-40B4-BE49-F238E27FC236}">
                    <a16:creationId xmlns:a16="http://schemas.microsoft.com/office/drawing/2014/main" id="{8ED914EA-8278-5449-B046-F8859FA607C7}"/>
                  </a:ext>
                </a:extLst>
              </p:cNvPr>
              <p:cNvPicPr>
                <a:picLocks noChangeAspect="1"/>
              </p:cNvPicPr>
              <p:nvPr/>
            </p:nvPicPr>
            <p:blipFill>
              <a:blip r:embed="rId6"/>
              <a:stretch>
                <a:fillRect/>
              </a:stretch>
            </p:blipFill>
            <p:spPr>
              <a:xfrm>
                <a:off x="1111167" y="1843537"/>
                <a:ext cx="533971" cy="533971"/>
              </a:xfrm>
              <a:prstGeom prst="rect">
                <a:avLst/>
              </a:prstGeom>
              <a:solidFill>
                <a:schemeClr val="bg1"/>
              </a:solidFill>
            </p:spPr>
          </p:pic>
          <p:pic>
            <p:nvPicPr>
              <p:cNvPr id="124" name="Graphic 13">
                <a:extLst>
                  <a:ext uri="{FF2B5EF4-FFF2-40B4-BE49-F238E27FC236}">
                    <a16:creationId xmlns:a16="http://schemas.microsoft.com/office/drawing/2014/main" id="{8ED914EA-8278-5449-B046-F8859FA607C7}"/>
                  </a:ext>
                </a:extLst>
              </p:cNvPr>
              <p:cNvPicPr>
                <a:picLocks noChangeAspect="1"/>
              </p:cNvPicPr>
              <p:nvPr/>
            </p:nvPicPr>
            <p:blipFill>
              <a:blip r:embed="rId6"/>
              <a:stretch>
                <a:fillRect/>
              </a:stretch>
            </p:blipFill>
            <p:spPr>
              <a:xfrm>
                <a:off x="1111166" y="2288975"/>
                <a:ext cx="533971" cy="533971"/>
              </a:xfrm>
              <a:prstGeom prst="rect">
                <a:avLst/>
              </a:prstGeom>
              <a:solidFill>
                <a:schemeClr val="bg1"/>
              </a:solidFill>
            </p:spPr>
          </p:pic>
        </p:grpSp>
        <p:grpSp>
          <p:nvGrpSpPr>
            <p:cNvPr id="125" name="Group 124"/>
            <p:cNvGrpSpPr/>
            <p:nvPr/>
          </p:nvGrpSpPr>
          <p:grpSpPr>
            <a:xfrm>
              <a:off x="6019778" y="1600465"/>
              <a:ext cx="1168672" cy="1218585"/>
              <a:chOff x="476466" y="1604361"/>
              <a:chExt cx="1168672" cy="1218585"/>
            </a:xfrm>
          </p:grpSpPr>
          <p:pic>
            <p:nvPicPr>
              <p:cNvPr id="126" name="Graphic 135">
                <a:extLst>
                  <a:ext uri="{FF2B5EF4-FFF2-40B4-BE49-F238E27FC236}">
                    <a16:creationId xmlns:a16="http://schemas.microsoft.com/office/drawing/2014/main" id="{C19987B1-DB3A-1640-994D-BCB81FCC1AE4}"/>
                  </a:ext>
                </a:extLst>
              </p:cNvPr>
              <p:cNvPicPr>
                <a:picLocks noChangeAspect="1"/>
              </p:cNvPicPr>
              <p:nvPr/>
            </p:nvPicPr>
            <p:blipFill>
              <a:blip r:embed="rId5"/>
              <a:stretch>
                <a:fillRect/>
              </a:stretch>
            </p:blipFill>
            <p:spPr>
              <a:xfrm>
                <a:off x="476466" y="1604361"/>
                <a:ext cx="1067942" cy="1067942"/>
              </a:xfrm>
              <a:prstGeom prst="rect">
                <a:avLst/>
              </a:prstGeom>
            </p:spPr>
          </p:pic>
          <p:pic>
            <p:nvPicPr>
              <p:cNvPr id="127" name="Graphic 13">
                <a:extLst>
                  <a:ext uri="{FF2B5EF4-FFF2-40B4-BE49-F238E27FC236}">
                    <a16:creationId xmlns:a16="http://schemas.microsoft.com/office/drawing/2014/main" id="{8ED914EA-8278-5449-B046-F8859FA607C7}"/>
                  </a:ext>
                </a:extLst>
              </p:cNvPr>
              <p:cNvPicPr>
                <a:picLocks noChangeAspect="1"/>
              </p:cNvPicPr>
              <p:nvPr/>
            </p:nvPicPr>
            <p:blipFill>
              <a:blip r:embed="rId6"/>
              <a:stretch>
                <a:fillRect/>
              </a:stretch>
            </p:blipFill>
            <p:spPr>
              <a:xfrm>
                <a:off x="1111167" y="1843537"/>
                <a:ext cx="533971" cy="533971"/>
              </a:xfrm>
              <a:prstGeom prst="rect">
                <a:avLst/>
              </a:prstGeom>
              <a:solidFill>
                <a:schemeClr val="bg1"/>
              </a:solidFill>
            </p:spPr>
          </p:pic>
          <p:pic>
            <p:nvPicPr>
              <p:cNvPr id="128" name="Graphic 13">
                <a:extLst>
                  <a:ext uri="{FF2B5EF4-FFF2-40B4-BE49-F238E27FC236}">
                    <a16:creationId xmlns:a16="http://schemas.microsoft.com/office/drawing/2014/main" id="{8ED914EA-8278-5449-B046-F8859FA607C7}"/>
                  </a:ext>
                </a:extLst>
              </p:cNvPr>
              <p:cNvPicPr>
                <a:picLocks noChangeAspect="1"/>
              </p:cNvPicPr>
              <p:nvPr/>
            </p:nvPicPr>
            <p:blipFill>
              <a:blip r:embed="rId6"/>
              <a:stretch>
                <a:fillRect/>
              </a:stretch>
            </p:blipFill>
            <p:spPr>
              <a:xfrm>
                <a:off x="1111166" y="2288975"/>
                <a:ext cx="533971" cy="533971"/>
              </a:xfrm>
              <a:prstGeom prst="rect">
                <a:avLst/>
              </a:prstGeom>
              <a:solidFill>
                <a:schemeClr val="bg1"/>
              </a:solidFill>
            </p:spPr>
          </p:pic>
        </p:grpSp>
        <p:grpSp>
          <p:nvGrpSpPr>
            <p:cNvPr id="129" name="Group 128"/>
            <p:cNvGrpSpPr/>
            <p:nvPr/>
          </p:nvGrpSpPr>
          <p:grpSpPr>
            <a:xfrm>
              <a:off x="7405606" y="1614900"/>
              <a:ext cx="1168672" cy="1218585"/>
              <a:chOff x="476466" y="1604361"/>
              <a:chExt cx="1168672" cy="1218585"/>
            </a:xfrm>
          </p:grpSpPr>
          <p:pic>
            <p:nvPicPr>
              <p:cNvPr id="130" name="Graphic 135">
                <a:extLst>
                  <a:ext uri="{FF2B5EF4-FFF2-40B4-BE49-F238E27FC236}">
                    <a16:creationId xmlns:a16="http://schemas.microsoft.com/office/drawing/2014/main" id="{C19987B1-DB3A-1640-994D-BCB81FCC1AE4}"/>
                  </a:ext>
                </a:extLst>
              </p:cNvPr>
              <p:cNvPicPr>
                <a:picLocks noChangeAspect="1"/>
              </p:cNvPicPr>
              <p:nvPr/>
            </p:nvPicPr>
            <p:blipFill>
              <a:blip r:embed="rId5"/>
              <a:stretch>
                <a:fillRect/>
              </a:stretch>
            </p:blipFill>
            <p:spPr>
              <a:xfrm>
                <a:off x="476466" y="1604361"/>
                <a:ext cx="1067942" cy="1067942"/>
              </a:xfrm>
              <a:prstGeom prst="rect">
                <a:avLst/>
              </a:prstGeom>
            </p:spPr>
          </p:pic>
          <p:pic>
            <p:nvPicPr>
              <p:cNvPr id="131" name="Graphic 13">
                <a:extLst>
                  <a:ext uri="{FF2B5EF4-FFF2-40B4-BE49-F238E27FC236}">
                    <a16:creationId xmlns:a16="http://schemas.microsoft.com/office/drawing/2014/main" id="{8ED914EA-8278-5449-B046-F8859FA607C7}"/>
                  </a:ext>
                </a:extLst>
              </p:cNvPr>
              <p:cNvPicPr>
                <a:picLocks noChangeAspect="1"/>
              </p:cNvPicPr>
              <p:nvPr/>
            </p:nvPicPr>
            <p:blipFill>
              <a:blip r:embed="rId6"/>
              <a:stretch>
                <a:fillRect/>
              </a:stretch>
            </p:blipFill>
            <p:spPr>
              <a:xfrm>
                <a:off x="1111167" y="1843537"/>
                <a:ext cx="533971" cy="533971"/>
              </a:xfrm>
              <a:prstGeom prst="rect">
                <a:avLst/>
              </a:prstGeom>
              <a:solidFill>
                <a:schemeClr val="bg1"/>
              </a:solidFill>
            </p:spPr>
          </p:pic>
          <p:pic>
            <p:nvPicPr>
              <p:cNvPr id="132" name="Graphic 13">
                <a:extLst>
                  <a:ext uri="{FF2B5EF4-FFF2-40B4-BE49-F238E27FC236}">
                    <a16:creationId xmlns:a16="http://schemas.microsoft.com/office/drawing/2014/main" id="{8ED914EA-8278-5449-B046-F8859FA607C7}"/>
                  </a:ext>
                </a:extLst>
              </p:cNvPr>
              <p:cNvPicPr>
                <a:picLocks noChangeAspect="1"/>
              </p:cNvPicPr>
              <p:nvPr/>
            </p:nvPicPr>
            <p:blipFill>
              <a:blip r:embed="rId6"/>
              <a:stretch>
                <a:fillRect/>
              </a:stretch>
            </p:blipFill>
            <p:spPr>
              <a:xfrm>
                <a:off x="1111166" y="2288975"/>
                <a:ext cx="533971" cy="533971"/>
              </a:xfrm>
              <a:prstGeom prst="rect">
                <a:avLst/>
              </a:prstGeom>
              <a:solidFill>
                <a:schemeClr val="bg1"/>
              </a:solidFill>
            </p:spPr>
          </p:pic>
        </p:grpSp>
        <p:grpSp>
          <p:nvGrpSpPr>
            <p:cNvPr id="133" name="Group 132"/>
            <p:cNvGrpSpPr/>
            <p:nvPr/>
          </p:nvGrpSpPr>
          <p:grpSpPr>
            <a:xfrm>
              <a:off x="8791432" y="1600465"/>
              <a:ext cx="1168672" cy="1218585"/>
              <a:chOff x="476466" y="1604361"/>
              <a:chExt cx="1168672" cy="1218585"/>
            </a:xfrm>
          </p:grpSpPr>
          <p:pic>
            <p:nvPicPr>
              <p:cNvPr id="134" name="Graphic 135">
                <a:extLst>
                  <a:ext uri="{FF2B5EF4-FFF2-40B4-BE49-F238E27FC236}">
                    <a16:creationId xmlns:a16="http://schemas.microsoft.com/office/drawing/2014/main" id="{C19987B1-DB3A-1640-994D-BCB81FCC1AE4}"/>
                  </a:ext>
                </a:extLst>
              </p:cNvPr>
              <p:cNvPicPr>
                <a:picLocks noChangeAspect="1"/>
              </p:cNvPicPr>
              <p:nvPr/>
            </p:nvPicPr>
            <p:blipFill>
              <a:blip r:embed="rId5"/>
              <a:stretch>
                <a:fillRect/>
              </a:stretch>
            </p:blipFill>
            <p:spPr>
              <a:xfrm>
                <a:off x="476466" y="1604361"/>
                <a:ext cx="1067942" cy="1067942"/>
              </a:xfrm>
              <a:prstGeom prst="rect">
                <a:avLst/>
              </a:prstGeom>
            </p:spPr>
          </p:pic>
          <p:pic>
            <p:nvPicPr>
              <p:cNvPr id="135" name="Graphic 13">
                <a:extLst>
                  <a:ext uri="{FF2B5EF4-FFF2-40B4-BE49-F238E27FC236}">
                    <a16:creationId xmlns:a16="http://schemas.microsoft.com/office/drawing/2014/main" id="{8ED914EA-8278-5449-B046-F8859FA607C7}"/>
                  </a:ext>
                </a:extLst>
              </p:cNvPr>
              <p:cNvPicPr>
                <a:picLocks noChangeAspect="1"/>
              </p:cNvPicPr>
              <p:nvPr/>
            </p:nvPicPr>
            <p:blipFill>
              <a:blip r:embed="rId6"/>
              <a:stretch>
                <a:fillRect/>
              </a:stretch>
            </p:blipFill>
            <p:spPr>
              <a:xfrm>
                <a:off x="1111167" y="1843537"/>
                <a:ext cx="533971" cy="533971"/>
              </a:xfrm>
              <a:prstGeom prst="rect">
                <a:avLst/>
              </a:prstGeom>
              <a:solidFill>
                <a:schemeClr val="bg1"/>
              </a:solidFill>
            </p:spPr>
          </p:pic>
          <p:pic>
            <p:nvPicPr>
              <p:cNvPr id="136" name="Graphic 13">
                <a:extLst>
                  <a:ext uri="{FF2B5EF4-FFF2-40B4-BE49-F238E27FC236}">
                    <a16:creationId xmlns:a16="http://schemas.microsoft.com/office/drawing/2014/main" id="{8ED914EA-8278-5449-B046-F8859FA607C7}"/>
                  </a:ext>
                </a:extLst>
              </p:cNvPr>
              <p:cNvPicPr>
                <a:picLocks noChangeAspect="1"/>
              </p:cNvPicPr>
              <p:nvPr/>
            </p:nvPicPr>
            <p:blipFill>
              <a:blip r:embed="rId6"/>
              <a:stretch>
                <a:fillRect/>
              </a:stretch>
            </p:blipFill>
            <p:spPr>
              <a:xfrm>
                <a:off x="1111166" y="2288975"/>
                <a:ext cx="533971" cy="533971"/>
              </a:xfrm>
              <a:prstGeom prst="rect">
                <a:avLst/>
              </a:prstGeom>
              <a:solidFill>
                <a:schemeClr val="bg1"/>
              </a:solidFill>
            </p:spPr>
          </p:pic>
        </p:grpSp>
      </p:grpSp>
      <p:grpSp>
        <p:nvGrpSpPr>
          <p:cNvPr id="137" name="Group 136"/>
          <p:cNvGrpSpPr/>
          <p:nvPr/>
        </p:nvGrpSpPr>
        <p:grpSpPr>
          <a:xfrm>
            <a:off x="2169958" y="4478947"/>
            <a:ext cx="9483638" cy="1233020"/>
            <a:chOff x="476466" y="1600465"/>
            <a:chExt cx="9483638" cy="1233020"/>
          </a:xfrm>
        </p:grpSpPr>
        <p:grpSp>
          <p:nvGrpSpPr>
            <p:cNvPr id="138" name="Group 137"/>
            <p:cNvGrpSpPr/>
            <p:nvPr/>
          </p:nvGrpSpPr>
          <p:grpSpPr>
            <a:xfrm>
              <a:off x="476466" y="1604361"/>
              <a:ext cx="1168672" cy="1218585"/>
              <a:chOff x="476466" y="1604361"/>
              <a:chExt cx="1168672" cy="1218585"/>
            </a:xfrm>
          </p:grpSpPr>
          <p:pic>
            <p:nvPicPr>
              <p:cNvPr id="163" name="Graphic 135">
                <a:extLst>
                  <a:ext uri="{FF2B5EF4-FFF2-40B4-BE49-F238E27FC236}">
                    <a16:creationId xmlns:a16="http://schemas.microsoft.com/office/drawing/2014/main" id="{C19987B1-DB3A-1640-994D-BCB81FCC1AE4}"/>
                  </a:ext>
                </a:extLst>
              </p:cNvPr>
              <p:cNvPicPr>
                <a:picLocks noChangeAspect="1"/>
              </p:cNvPicPr>
              <p:nvPr/>
            </p:nvPicPr>
            <p:blipFill>
              <a:blip r:embed="rId5"/>
              <a:stretch>
                <a:fillRect/>
              </a:stretch>
            </p:blipFill>
            <p:spPr>
              <a:xfrm>
                <a:off x="476466" y="1604361"/>
                <a:ext cx="1067942" cy="1067942"/>
              </a:xfrm>
              <a:prstGeom prst="rect">
                <a:avLst/>
              </a:prstGeom>
            </p:spPr>
          </p:pic>
          <p:pic>
            <p:nvPicPr>
              <p:cNvPr id="164" name="Graphic 13">
                <a:extLst>
                  <a:ext uri="{FF2B5EF4-FFF2-40B4-BE49-F238E27FC236}">
                    <a16:creationId xmlns:a16="http://schemas.microsoft.com/office/drawing/2014/main" id="{8ED914EA-8278-5449-B046-F8859FA607C7}"/>
                  </a:ext>
                </a:extLst>
              </p:cNvPr>
              <p:cNvPicPr>
                <a:picLocks noChangeAspect="1"/>
              </p:cNvPicPr>
              <p:nvPr/>
            </p:nvPicPr>
            <p:blipFill>
              <a:blip r:embed="rId6"/>
              <a:stretch>
                <a:fillRect/>
              </a:stretch>
            </p:blipFill>
            <p:spPr>
              <a:xfrm>
                <a:off x="1111167" y="1843537"/>
                <a:ext cx="533971" cy="533971"/>
              </a:xfrm>
              <a:prstGeom prst="rect">
                <a:avLst/>
              </a:prstGeom>
              <a:solidFill>
                <a:schemeClr val="bg1"/>
              </a:solidFill>
            </p:spPr>
          </p:pic>
          <p:pic>
            <p:nvPicPr>
              <p:cNvPr id="165" name="Graphic 13">
                <a:extLst>
                  <a:ext uri="{FF2B5EF4-FFF2-40B4-BE49-F238E27FC236}">
                    <a16:creationId xmlns:a16="http://schemas.microsoft.com/office/drawing/2014/main" id="{8ED914EA-8278-5449-B046-F8859FA607C7}"/>
                  </a:ext>
                </a:extLst>
              </p:cNvPr>
              <p:cNvPicPr>
                <a:picLocks noChangeAspect="1"/>
              </p:cNvPicPr>
              <p:nvPr/>
            </p:nvPicPr>
            <p:blipFill>
              <a:blip r:embed="rId6"/>
              <a:stretch>
                <a:fillRect/>
              </a:stretch>
            </p:blipFill>
            <p:spPr>
              <a:xfrm>
                <a:off x="1111166" y="2288975"/>
                <a:ext cx="533971" cy="533971"/>
              </a:xfrm>
              <a:prstGeom prst="rect">
                <a:avLst/>
              </a:prstGeom>
              <a:solidFill>
                <a:schemeClr val="bg1"/>
              </a:solidFill>
            </p:spPr>
          </p:pic>
        </p:grpSp>
        <p:grpSp>
          <p:nvGrpSpPr>
            <p:cNvPr id="139" name="Group 138"/>
            <p:cNvGrpSpPr/>
            <p:nvPr/>
          </p:nvGrpSpPr>
          <p:grpSpPr>
            <a:xfrm>
              <a:off x="1862294" y="1604361"/>
              <a:ext cx="1168672" cy="1218585"/>
              <a:chOff x="476466" y="1604361"/>
              <a:chExt cx="1168672" cy="1218585"/>
            </a:xfrm>
          </p:grpSpPr>
          <p:pic>
            <p:nvPicPr>
              <p:cNvPr id="160" name="Graphic 135">
                <a:extLst>
                  <a:ext uri="{FF2B5EF4-FFF2-40B4-BE49-F238E27FC236}">
                    <a16:creationId xmlns:a16="http://schemas.microsoft.com/office/drawing/2014/main" id="{C19987B1-DB3A-1640-994D-BCB81FCC1AE4}"/>
                  </a:ext>
                </a:extLst>
              </p:cNvPr>
              <p:cNvPicPr>
                <a:picLocks noChangeAspect="1"/>
              </p:cNvPicPr>
              <p:nvPr/>
            </p:nvPicPr>
            <p:blipFill>
              <a:blip r:embed="rId5"/>
              <a:stretch>
                <a:fillRect/>
              </a:stretch>
            </p:blipFill>
            <p:spPr>
              <a:xfrm>
                <a:off x="476466" y="1604361"/>
                <a:ext cx="1067942" cy="1067942"/>
              </a:xfrm>
              <a:prstGeom prst="rect">
                <a:avLst/>
              </a:prstGeom>
            </p:spPr>
          </p:pic>
          <p:pic>
            <p:nvPicPr>
              <p:cNvPr id="161" name="Graphic 13">
                <a:extLst>
                  <a:ext uri="{FF2B5EF4-FFF2-40B4-BE49-F238E27FC236}">
                    <a16:creationId xmlns:a16="http://schemas.microsoft.com/office/drawing/2014/main" id="{8ED914EA-8278-5449-B046-F8859FA607C7}"/>
                  </a:ext>
                </a:extLst>
              </p:cNvPr>
              <p:cNvPicPr>
                <a:picLocks noChangeAspect="1"/>
              </p:cNvPicPr>
              <p:nvPr/>
            </p:nvPicPr>
            <p:blipFill>
              <a:blip r:embed="rId6"/>
              <a:stretch>
                <a:fillRect/>
              </a:stretch>
            </p:blipFill>
            <p:spPr>
              <a:xfrm>
                <a:off x="1111167" y="1843537"/>
                <a:ext cx="533971" cy="533971"/>
              </a:xfrm>
              <a:prstGeom prst="rect">
                <a:avLst/>
              </a:prstGeom>
              <a:solidFill>
                <a:schemeClr val="bg1"/>
              </a:solidFill>
            </p:spPr>
          </p:pic>
          <p:pic>
            <p:nvPicPr>
              <p:cNvPr id="162" name="Graphic 13">
                <a:extLst>
                  <a:ext uri="{FF2B5EF4-FFF2-40B4-BE49-F238E27FC236}">
                    <a16:creationId xmlns:a16="http://schemas.microsoft.com/office/drawing/2014/main" id="{8ED914EA-8278-5449-B046-F8859FA607C7}"/>
                  </a:ext>
                </a:extLst>
              </p:cNvPr>
              <p:cNvPicPr>
                <a:picLocks noChangeAspect="1"/>
              </p:cNvPicPr>
              <p:nvPr/>
            </p:nvPicPr>
            <p:blipFill>
              <a:blip r:embed="rId6"/>
              <a:stretch>
                <a:fillRect/>
              </a:stretch>
            </p:blipFill>
            <p:spPr>
              <a:xfrm>
                <a:off x="1111166" y="2288975"/>
                <a:ext cx="533971" cy="533971"/>
              </a:xfrm>
              <a:prstGeom prst="rect">
                <a:avLst/>
              </a:prstGeom>
              <a:solidFill>
                <a:schemeClr val="bg1"/>
              </a:solidFill>
            </p:spPr>
          </p:pic>
        </p:grpSp>
        <p:grpSp>
          <p:nvGrpSpPr>
            <p:cNvPr id="140" name="Group 139"/>
            <p:cNvGrpSpPr/>
            <p:nvPr/>
          </p:nvGrpSpPr>
          <p:grpSpPr>
            <a:xfrm>
              <a:off x="3248122" y="1604361"/>
              <a:ext cx="1168672" cy="1218585"/>
              <a:chOff x="476466" y="1604361"/>
              <a:chExt cx="1168672" cy="1218585"/>
            </a:xfrm>
          </p:grpSpPr>
          <p:pic>
            <p:nvPicPr>
              <p:cNvPr id="157" name="Graphic 135">
                <a:extLst>
                  <a:ext uri="{FF2B5EF4-FFF2-40B4-BE49-F238E27FC236}">
                    <a16:creationId xmlns:a16="http://schemas.microsoft.com/office/drawing/2014/main" id="{C19987B1-DB3A-1640-994D-BCB81FCC1AE4}"/>
                  </a:ext>
                </a:extLst>
              </p:cNvPr>
              <p:cNvPicPr>
                <a:picLocks noChangeAspect="1"/>
              </p:cNvPicPr>
              <p:nvPr/>
            </p:nvPicPr>
            <p:blipFill>
              <a:blip r:embed="rId5"/>
              <a:stretch>
                <a:fillRect/>
              </a:stretch>
            </p:blipFill>
            <p:spPr>
              <a:xfrm>
                <a:off x="476466" y="1604361"/>
                <a:ext cx="1067942" cy="1067942"/>
              </a:xfrm>
              <a:prstGeom prst="rect">
                <a:avLst/>
              </a:prstGeom>
            </p:spPr>
          </p:pic>
          <p:pic>
            <p:nvPicPr>
              <p:cNvPr id="158" name="Graphic 13">
                <a:extLst>
                  <a:ext uri="{FF2B5EF4-FFF2-40B4-BE49-F238E27FC236}">
                    <a16:creationId xmlns:a16="http://schemas.microsoft.com/office/drawing/2014/main" id="{8ED914EA-8278-5449-B046-F8859FA607C7}"/>
                  </a:ext>
                </a:extLst>
              </p:cNvPr>
              <p:cNvPicPr>
                <a:picLocks noChangeAspect="1"/>
              </p:cNvPicPr>
              <p:nvPr/>
            </p:nvPicPr>
            <p:blipFill>
              <a:blip r:embed="rId6"/>
              <a:stretch>
                <a:fillRect/>
              </a:stretch>
            </p:blipFill>
            <p:spPr>
              <a:xfrm>
                <a:off x="1111167" y="1843537"/>
                <a:ext cx="533971" cy="533971"/>
              </a:xfrm>
              <a:prstGeom prst="rect">
                <a:avLst/>
              </a:prstGeom>
              <a:solidFill>
                <a:schemeClr val="bg1"/>
              </a:solidFill>
            </p:spPr>
          </p:pic>
          <p:pic>
            <p:nvPicPr>
              <p:cNvPr id="159" name="Graphic 13">
                <a:extLst>
                  <a:ext uri="{FF2B5EF4-FFF2-40B4-BE49-F238E27FC236}">
                    <a16:creationId xmlns:a16="http://schemas.microsoft.com/office/drawing/2014/main" id="{8ED914EA-8278-5449-B046-F8859FA607C7}"/>
                  </a:ext>
                </a:extLst>
              </p:cNvPr>
              <p:cNvPicPr>
                <a:picLocks noChangeAspect="1"/>
              </p:cNvPicPr>
              <p:nvPr/>
            </p:nvPicPr>
            <p:blipFill>
              <a:blip r:embed="rId6"/>
              <a:stretch>
                <a:fillRect/>
              </a:stretch>
            </p:blipFill>
            <p:spPr>
              <a:xfrm>
                <a:off x="1111166" y="2288975"/>
                <a:ext cx="533971" cy="533971"/>
              </a:xfrm>
              <a:prstGeom prst="rect">
                <a:avLst/>
              </a:prstGeom>
              <a:solidFill>
                <a:schemeClr val="bg1"/>
              </a:solidFill>
            </p:spPr>
          </p:pic>
        </p:grpSp>
        <p:grpSp>
          <p:nvGrpSpPr>
            <p:cNvPr id="141" name="Group 140"/>
            <p:cNvGrpSpPr/>
            <p:nvPr/>
          </p:nvGrpSpPr>
          <p:grpSpPr>
            <a:xfrm>
              <a:off x="4633950" y="1604198"/>
              <a:ext cx="1168672" cy="1218585"/>
              <a:chOff x="476466" y="1604361"/>
              <a:chExt cx="1168672" cy="1218585"/>
            </a:xfrm>
          </p:grpSpPr>
          <p:pic>
            <p:nvPicPr>
              <p:cNvPr id="154" name="Graphic 135">
                <a:extLst>
                  <a:ext uri="{FF2B5EF4-FFF2-40B4-BE49-F238E27FC236}">
                    <a16:creationId xmlns:a16="http://schemas.microsoft.com/office/drawing/2014/main" id="{C19987B1-DB3A-1640-994D-BCB81FCC1AE4}"/>
                  </a:ext>
                </a:extLst>
              </p:cNvPr>
              <p:cNvPicPr>
                <a:picLocks noChangeAspect="1"/>
              </p:cNvPicPr>
              <p:nvPr/>
            </p:nvPicPr>
            <p:blipFill>
              <a:blip r:embed="rId5"/>
              <a:stretch>
                <a:fillRect/>
              </a:stretch>
            </p:blipFill>
            <p:spPr>
              <a:xfrm>
                <a:off x="476466" y="1604361"/>
                <a:ext cx="1067942" cy="1067942"/>
              </a:xfrm>
              <a:prstGeom prst="rect">
                <a:avLst/>
              </a:prstGeom>
            </p:spPr>
          </p:pic>
          <p:pic>
            <p:nvPicPr>
              <p:cNvPr id="155" name="Graphic 13">
                <a:extLst>
                  <a:ext uri="{FF2B5EF4-FFF2-40B4-BE49-F238E27FC236}">
                    <a16:creationId xmlns:a16="http://schemas.microsoft.com/office/drawing/2014/main" id="{8ED914EA-8278-5449-B046-F8859FA607C7}"/>
                  </a:ext>
                </a:extLst>
              </p:cNvPr>
              <p:cNvPicPr>
                <a:picLocks noChangeAspect="1"/>
              </p:cNvPicPr>
              <p:nvPr/>
            </p:nvPicPr>
            <p:blipFill>
              <a:blip r:embed="rId6"/>
              <a:stretch>
                <a:fillRect/>
              </a:stretch>
            </p:blipFill>
            <p:spPr>
              <a:xfrm>
                <a:off x="1111167" y="1843537"/>
                <a:ext cx="533971" cy="533971"/>
              </a:xfrm>
              <a:prstGeom prst="rect">
                <a:avLst/>
              </a:prstGeom>
              <a:solidFill>
                <a:schemeClr val="bg1"/>
              </a:solidFill>
            </p:spPr>
          </p:pic>
          <p:pic>
            <p:nvPicPr>
              <p:cNvPr id="156" name="Graphic 13">
                <a:extLst>
                  <a:ext uri="{FF2B5EF4-FFF2-40B4-BE49-F238E27FC236}">
                    <a16:creationId xmlns:a16="http://schemas.microsoft.com/office/drawing/2014/main" id="{8ED914EA-8278-5449-B046-F8859FA607C7}"/>
                  </a:ext>
                </a:extLst>
              </p:cNvPr>
              <p:cNvPicPr>
                <a:picLocks noChangeAspect="1"/>
              </p:cNvPicPr>
              <p:nvPr/>
            </p:nvPicPr>
            <p:blipFill>
              <a:blip r:embed="rId6"/>
              <a:stretch>
                <a:fillRect/>
              </a:stretch>
            </p:blipFill>
            <p:spPr>
              <a:xfrm>
                <a:off x="1111166" y="2288975"/>
                <a:ext cx="533971" cy="533971"/>
              </a:xfrm>
              <a:prstGeom prst="rect">
                <a:avLst/>
              </a:prstGeom>
              <a:solidFill>
                <a:schemeClr val="bg1"/>
              </a:solidFill>
            </p:spPr>
          </p:pic>
        </p:grpSp>
        <p:grpSp>
          <p:nvGrpSpPr>
            <p:cNvPr id="142" name="Group 141"/>
            <p:cNvGrpSpPr/>
            <p:nvPr/>
          </p:nvGrpSpPr>
          <p:grpSpPr>
            <a:xfrm>
              <a:off x="6019778" y="1600465"/>
              <a:ext cx="1168672" cy="1218585"/>
              <a:chOff x="476466" y="1604361"/>
              <a:chExt cx="1168672" cy="1218585"/>
            </a:xfrm>
          </p:grpSpPr>
          <p:pic>
            <p:nvPicPr>
              <p:cNvPr id="151" name="Graphic 135">
                <a:extLst>
                  <a:ext uri="{FF2B5EF4-FFF2-40B4-BE49-F238E27FC236}">
                    <a16:creationId xmlns:a16="http://schemas.microsoft.com/office/drawing/2014/main" id="{C19987B1-DB3A-1640-994D-BCB81FCC1AE4}"/>
                  </a:ext>
                </a:extLst>
              </p:cNvPr>
              <p:cNvPicPr>
                <a:picLocks noChangeAspect="1"/>
              </p:cNvPicPr>
              <p:nvPr/>
            </p:nvPicPr>
            <p:blipFill>
              <a:blip r:embed="rId5"/>
              <a:stretch>
                <a:fillRect/>
              </a:stretch>
            </p:blipFill>
            <p:spPr>
              <a:xfrm>
                <a:off x="476466" y="1604361"/>
                <a:ext cx="1067942" cy="1067942"/>
              </a:xfrm>
              <a:prstGeom prst="rect">
                <a:avLst/>
              </a:prstGeom>
            </p:spPr>
          </p:pic>
          <p:pic>
            <p:nvPicPr>
              <p:cNvPr id="152" name="Graphic 13">
                <a:extLst>
                  <a:ext uri="{FF2B5EF4-FFF2-40B4-BE49-F238E27FC236}">
                    <a16:creationId xmlns:a16="http://schemas.microsoft.com/office/drawing/2014/main" id="{8ED914EA-8278-5449-B046-F8859FA607C7}"/>
                  </a:ext>
                </a:extLst>
              </p:cNvPr>
              <p:cNvPicPr>
                <a:picLocks noChangeAspect="1"/>
              </p:cNvPicPr>
              <p:nvPr/>
            </p:nvPicPr>
            <p:blipFill>
              <a:blip r:embed="rId6"/>
              <a:stretch>
                <a:fillRect/>
              </a:stretch>
            </p:blipFill>
            <p:spPr>
              <a:xfrm>
                <a:off x="1111167" y="1843537"/>
                <a:ext cx="533971" cy="533971"/>
              </a:xfrm>
              <a:prstGeom prst="rect">
                <a:avLst/>
              </a:prstGeom>
              <a:solidFill>
                <a:schemeClr val="bg1"/>
              </a:solidFill>
            </p:spPr>
          </p:pic>
          <p:pic>
            <p:nvPicPr>
              <p:cNvPr id="153" name="Graphic 13">
                <a:extLst>
                  <a:ext uri="{FF2B5EF4-FFF2-40B4-BE49-F238E27FC236}">
                    <a16:creationId xmlns:a16="http://schemas.microsoft.com/office/drawing/2014/main" id="{8ED914EA-8278-5449-B046-F8859FA607C7}"/>
                  </a:ext>
                </a:extLst>
              </p:cNvPr>
              <p:cNvPicPr>
                <a:picLocks noChangeAspect="1"/>
              </p:cNvPicPr>
              <p:nvPr/>
            </p:nvPicPr>
            <p:blipFill>
              <a:blip r:embed="rId6"/>
              <a:stretch>
                <a:fillRect/>
              </a:stretch>
            </p:blipFill>
            <p:spPr>
              <a:xfrm>
                <a:off x="1111166" y="2288975"/>
                <a:ext cx="533971" cy="533971"/>
              </a:xfrm>
              <a:prstGeom prst="rect">
                <a:avLst/>
              </a:prstGeom>
              <a:solidFill>
                <a:schemeClr val="bg1"/>
              </a:solidFill>
            </p:spPr>
          </p:pic>
        </p:grpSp>
        <p:grpSp>
          <p:nvGrpSpPr>
            <p:cNvPr id="143" name="Group 142"/>
            <p:cNvGrpSpPr/>
            <p:nvPr/>
          </p:nvGrpSpPr>
          <p:grpSpPr>
            <a:xfrm>
              <a:off x="7405606" y="1614900"/>
              <a:ext cx="1168672" cy="1218585"/>
              <a:chOff x="476466" y="1604361"/>
              <a:chExt cx="1168672" cy="1218585"/>
            </a:xfrm>
          </p:grpSpPr>
          <p:pic>
            <p:nvPicPr>
              <p:cNvPr id="148" name="Graphic 135">
                <a:extLst>
                  <a:ext uri="{FF2B5EF4-FFF2-40B4-BE49-F238E27FC236}">
                    <a16:creationId xmlns:a16="http://schemas.microsoft.com/office/drawing/2014/main" id="{C19987B1-DB3A-1640-994D-BCB81FCC1AE4}"/>
                  </a:ext>
                </a:extLst>
              </p:cNvPr>
              <p:cNvPicPr>
                <a:picLocks noChangeAspect="1"/>
              </p:cNvPicPr>
              <p:nvPr/>
            </p:nvPicPr>
            <p:blipFill>
              <a:blip r:embed="rId5"/>
              <a:stretch>
                <a:fillRect/>
              </a:stretch>
            </p:blipFill>
            <p:spPr>
              <a:xfrm>
                <a:off x="476466" y="1604361"/>
                <a:ext cx="1067942" cy="1067942"/>
              </a:xfrm>
              <a:prstGeom prst="rect">
                <a:avLst/>
              </a:prstGeom>
            </p:spPr>
          </p:pic>
          <p:pic>
            <p:nvPicPr>
              <p:cNvPr id="149" name="Graphic 13">
                <a:extLst>
                  <a:ext uri="{FF2B5EF4-FFF2-40B4-BE49-F238E27FC236}">
                    <a16:creationId xmlns:a16="http://schemas.microsoft.com/office/drawing/2014/main" id="{8ED914EA-8278-5449-B046-F8859FA607C7}"/>
                  </a:ext>
                </a:extLst>
              </p:cNvPr>
              <p:cNvPicPr>
                <a:picLocks noChangeAspect="1"/>
              </p:cNvPicPr>
              <p:nvPr/>
            </p:nvPicPr>
            <p:blipFill>
              <a:blip r:embed="rId6"/>
              <a:stretch>
                <a:fillRect/>
              </a:stretch>
            </p:blipFill>
            <p:spPr>
              <a:xfrm>
                <a:off x="1111167" y="1843537"/>
                <a:ext cx="533971" cy="533971"/>
              </a:xfrm>
              <a:prstGeom prst="rect">
                <a:avLst/>
              </a:prstGeom>
              <a:solidFill>
                <a:schemeClr val="bg1"/>
              </a:solidFill>
            </p:spPr>
          </p:pic>
          <p:pic>
            <p:nvPicPr>
              <p:cNvPr id="150" name="Graphic 13">
                <a:extLst>
                  <a:ext uri="{FF2B5EF4-FFF2-40B4-BE49-F238E27FC236}">
                    <a16:creationId xmlns:a16="http://schemas.microsoft.com/office/drawing/2014/main" id="{8ED914EA-8278-5449-B046-F8859FA607C7}"/>
                  </a:ext>
                </a:extLst>
              </p:cNvPr>
              <p:cNvPicPr>
                <a:picLocks noChangeAspect="1"/>
              </p:cNvPicPr>
              <p:nvPr/>
            </p:nvPicPr>
            <p:blipFill>
              <a:blip r:embed="rId6"/>
              <a:stretch>
                <a:fillRect/>
              </a:stretch>
            </p:blipFill>
            <p:spPr>
              <a:xfrm>
                <a:off x="1111166" y="2288975"/>
                <a:ext cx="533971" cy="533971"/>
              </a:xfrm>
              <a:prstGeom prst="rect">
                <a:avLst/>
              </a:prstGeom>
              <a:solidFill>
                <a:schemeClr val="bg1"/>
              </a:solidFill>
            </p:spPr>
          </p:pic>
        </p:grpSp>
        <p:grpSp>
          <p:nvGrpSpPr>
            <p:cNvPr id="144" name="Group 143"/>
            <p:cNvGrpSpPr/>
            <p:nvPr/>
          </p:nvGrpSpPr>
          <p:grpSpPr>
            <a:xfrm>
              <a:off x="8791432" y="1600465"/>
              <a:ext cx="1168672" cy="1218585"/>
              <a:chOff x="476466" y="1604361"/>
              <a:chExt cx="1168672" cy="1218585"/>
            </a:xfrm>
          </p:grpSpPr>
          <p:pic>
            <p:nvPicPr>
              <p:cNvPr id="145" name="Graphic 135">
                <a:extLst>
                  <a:ext uri="{FF2B5EF4-FFF2-40B4-BE49-F238E27FC236}">
                    <a16:creationId xmlns:a16="http://schemas.microsoft.com/office/drawing/2014/main" id="{C19987B1-DB3A-1640-994D-BCB81FCC1AE4}"/>
                  </a:ext>
                </a:extLst>
              </p:cNvPr>
              <p:cNvPicPr>
                <a:picLocks noChangeAspect="1"/>
              </p:cNvPicPr>
              <p:nvPr/>
            </p:nvPicPr>
            <p:blipFill>
              <a:blip r:embed="rId5"/>
              <a:stretch>
                <a:fillRect/>
              </a:stretch>
            </p:blipFill>
            <p:spPr>
              <a:xfrm>
                <a:off x="476466" y="1604361"/>
                <a:ext cx="1067942" cy="1067942"/>
              </a:xfrm>
              <a:prstGeom prst="rect">
                <a:avLst/>
              </a:prstGeom>
            </p:spPr>
          </p:pic>
          <p:pic>
            <p:nvPicPr>
              <p:cNvPr id="146" name="Graphic 13">
                <a:extLst>
                  <a:ext uri="{FF2B5EF4-FFF2-40B4-BE49-F238E27FC236}">
                    <a16:creationId xmlns:a16="http://schemas.microsoft.com/office/drawing/2014/main" id="{8ED914EA-8278-5449-B046-F8859FA607C7}"/>
                  </a:ext>
                </a:extLst>
              </p:cNvPr>
              <p:cNvPicPr>
                <a:picLocks noChangeAspect="1"/>
              </p:cNvPicPr>
              <p:nvPr/>
            </p:nvPicPr>
            <p:blipFill>
              <a:blip r:embed="rId6"/>
              <a:stretch>
                <a:fillRect/>
              </a:stretch>
            </p:blipFill>
            <p:spPr>
              <a:xfrm>
                <a:off x="1111167" y="1843537"/>
                <a:ext cx="533971" cy="533971"/>
              </a:xfrm>
              <a:prstGeom prst="rect">
                <a:avLst/>
              </a:prstGeom>
              <a:solidFill>
                <a:schemeClr val="bg1"/>
              </a:solidFill>
            </p:spPr>
          </p:pic>
          <p:pic>
            <p:nvPicPr>
              <p:cNvPr id="147" name="Graphic 13">
                <a:extLst>
                  <a:ext uri="{FF2B5EF4-FFF2-40B4-BE49-F238E27FC236}">
                    <a16:creationId xmlns:a16="http://schemas.microsoft.com/office/drawing/2014/main" id="{8ED914EA-8278-5449-B046-F8859FA607C7}"/>
                  </a:ext>
                </a:extLst>
              </p:cNvPr>
              <p:cNvPicPr>
                <a:picLocks noChangeAspect="1"/>
              </p:cNvPicPr>
              <p:nvPr/>
            </p:nvPicPr>
            <p:blipFill>
              <a:blip r:embed="rId6"/>
              <a:stretch>
                <a:fillRect/>
              </a:stretch>
            </p:blipFill>
            <p:spPr>
              <a:xfrm>
                <a:off x="1111166" y="2288975"/>
                <a:ext cx="533971" cy="533971"/>
              </a:xfrm>
              <a:prstGeom prst="rect">
                <a:avLst/>
              </a:prstGeom>
              <a:solidFill>
                <a:schemeClr val="bg1"/>
              </a:solidFill>
            </p:spPr>
          </p:pic>
        </p:grpSp>
      </p:grpSp>
      <p:cxnSp>
        <p:nvCxnSpPr>
          <p:cNvPr id="262" name="Elbow Connector 261"/>
          <p:cNvCxnSpPr>
            <a:stCxn id="109" idx="3"/>
            <a:endCxn id="134" idx="0"/>
          </p:cNvCxnSpPr>
          <p:nvPr/>
        </p:nvCxnSpPr>
        <p:spPr>
          <a:xfrm flipV="1">
            <a:off x="1374555" y="3245927"/>
            <a:ext cx="9593975" cy="990215"/>
          </a:xfrm>
          <a:prstGeom prst="bentConnector4">
            <a:avLst>
              <a:gd name="adj1" fmla="val 4544"/>
              <a:gd name="adj2" fmla="val 123086"/>
            </a:avLst>
          </a:prstGeom>
          <a:ln w="12700">
            <a:headEnd type="none"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166" name="Elbow Connector 165"/>
          <p:cNvCxnSpPr>
            <a:stCxn id="109" idx="3"/>
            <a:endCxn id="145" idx="2"/>
          </p:cNvCxnSpPr>
          <p:nvPr/>
        </p:nvCxnSpPr>
        <p:spPr>
          <a:xfrm>
            <a:off x="1374555" y="4236142"/>
            <a:ext cx="9644340" cy="1310747"/>
          </a:xfrm>
          <a:prstGeom prst="bentConnector4">
            <a:avLst>
              <a:gd name="adj1" fmla="val 4567"/>
              <a:gd name="adj2" fmla="val 117440"/>
            </a:avLst>
          </a:prstGeom>
          <a:ln w="12700">
            <a:headEnd type="none"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269" name="Straight Arrow Connector 268"/>
          <p:cNvCxnSpPr>
            <a:stCxn id="130" idx="0"/>
          </p:cNvCxnSpPr>
          <p:nvPr/>
        </p:nvCxnSpPr>
        <p:spPr>
          <a:xfrm flipV="1">
            <a:off x="9582704" y="3031384"/>
            <a:ext cx="0" cy="228978"/>
          </a:xfrm>
          <a:prstGeom prst="straightConnector1">
            <a:avLst/>
          </a:prstGeom>
          <a:ln w="12700">
            <a:headEnd type="arrow" w="med" len="sm"/>
            <a:tailEnd type="none"/>
          </a:ln>
        </p:spPr>
        <p:style>
          <a:lnRef idx="1">
            <a:schemeClr val="accent1"/>
          </a:lnRef>
          <a:fillRef idx="0">
            <a:schemeClr val="accent1"/>
          </a:fillRef>
          <a:effectRef idx="0">
            <a:schemeClr val="accent1"/>
          </a:effectRef>
          <a:fontRef idx="minor">
            <a:schemeClr val="tx1"/>
          </a:fontRef>
        </p:style>
      </p:cxnSp>
      <p:cxnSp>
        <p:nvCxnSpPr>
          <p:cNvPr id="170" name="Straight Arrow Connector 169"/>
          <p:cNvCxnSpPr/>
          <p:nvPr/>
        </p:nvCxnSpPr>
        <p:spPr>
          <a:xfrm flipV="1">
            <a:off x="8196876" y="3031384"/>
            <a:ext cx="0" cy="228978"/>
          </a:xfrm>
          <a:prstGeom prst="straightConnector1">
            <a:avLst/>
          </a:prstGeom>
          <a:ln w="12700">
            <a:headEnd type="arrow" w="med" len="sm"/>
            <a:tailEnd type="none"/>
          </a:ln>
        </p:spPr>
        <p:style>
          <a:lnRef idx="1">
            <a:schemeClr val="accent1"/>
          </a:lnRef>
          <a:fillRef idx="0">
            <a:schemeClr val="accent1"/>
          </a:fillRef>
          <a:effectRef idx="0">
            <a:schemeClr val="accent1"/>
          </a:effectRef>
          <a:fontRef idx="minor">
            <a:schemeClr val="tx1"/>
          </a:fontRef>
        </p:style>
      </p:cxnSp>
      <p:cxnSp>
        <p:nvCxnSpPr>
          <p:cNvPr id="171" name="Straight Arrow Connector 170"/>
          <p:cNvCxnSpPr/>
          <p:nvPr/>
        </p:nvCxnSpPr>
        <p:spPr>
          <a:xfrm flipV="1">
            <a:off x="6801264" y="3031384"/>
            <a:ext cx="0" cy="228978"/>
          </a:xfrm>
          <a:prstGeom prst="straightConnector1">
            <a:avLst/>
          </a:prstGeom>
          <a:ln w="12700">
            <a:headEnd type="arrow" w="med" len="sm"/>
            <a:tailEnd type="none"/>
          </a:ln>
        </p:spPr>
        <p:style>
          <a:lnRef idx="1">
            <a:schemeClr val="accent1"/>
          </a:lnRef>
          <a:fillRef idx="0">
            <a:schemeClr val="accent1"/>
          </a:fillRef>
          <a:effectRef idx="0">
            <a:schemeClr val="accent1"/>
          </a:effectRef>
          <a:fontRef idx="minor">
            <a:schemeClr val="tx1"/>
          </a:fontRef>
        </p:style>
      </p:cxnSp>
      <p:cxnSp>
        <p:nvCxnSpPr>
          <p:cNvPr id="172" name="Straight Arrow Connector 171"/>
          <p:cNvCxnSpPr/>
          <p:nvPr/>
        </p:nvCxnSpPr>
        <p:spPr>
          <a:xfrm flipV="1">
            <a:off x="5421070" y="3016949"/>
            <a:ext cx="0" cy="228978"/>
          </a:xfrm>
          <a:prstGeom prst="straightConnector1">
            <a:avLst/>
          </a:prstGeom>
          <a:ln w="12700">
            <a:headEnd type="arrow" w="med" len="sm"/>
            <a:tailEnd type="none"/>
          </a:ln>
        </p:spPr>
        <p:style>
          <a:lnRef idx="1">
            <a:schemeClr val="accent1"/>
          </a:lnRef>
          <a:fillRef idx="0">
            <a:schemeClr val="accent1"/>
          </a:fillRef>
          <a:effectRef idx="0">
            <a:schemeClr val="accent1"/>
          </a:effectRef>
          <a:fontRef idx="minor">
            <a:schemeClr val="tx1"/>
          </a:fontRef>
        </p:style>
      </p:cxnSp>
      <p:cxnSp>
        <p:nvCxnSpPr>
          <p:cNvPr id="173" name="Straight Arrow Connector 172"/>
          <p:cNvCxnSpPr/>
          <p:nvPr/>
        </p:nvCxnSpPr>
        <p:spPr>
          <a:xfrm flipV="1">
            <a:off x="4035242" y="3016949"/>
            <a:ext cx="0" cy="228978"/>
          </a:xfrm>
          <a:prstGeom prst="straightConnector1">
            <a:avLst/>
          </a:prstGeom>
          <a:ln w="12700">
            <a:headEnd type="arrow" w="med" len="sm"/>
            <a:tailEnd type="none"/>
          </a:ln>
        </p:spPr>
        <p:style>
          <a:lnRef idx="1">
            <a:schemeClr val="accent1"/>
          </a:lnRef>
          <a:fillRef idx="0">
            <a:schemeClr val="accent1"/>
          </a:fillRef>
          <a:effectRef idx="0">
            <a:schemeClr val="accent1"/>
          </a:effectRef>
          <a:fontRef idx="minor">
            <a:schemeClr val="tx1"/>
          </a:fontRef>
        </p:style>
      </p:cxnSp>
      <p:cxnSp>
        <p:nvCxnSpPr>
          <p:cNvPr id="174" name="Straight Arrow Connector 173"/>
          <p:cNvCxnSpPr/>
          <p:nvPr/>
        </p:nvCxnSpPr>
        <p:spPr>
          <a:xfrm flipV="1">
            <a:off x="2639630" y="3016949"/>
            <a:ext cx="0" cy="228978"/>
          </a:xfrm>
          <a:prstGeom prst="straightConnector1">
            <a:avLst/>
          </a:prstGeom>
          <a:ln w="12700">
            <a:headEnd type="arrow" w="med" len="sm"/>
            <a:tailEnd type="none"/>
          </a:ln>
        </p:spPr>
        <p:style>
          <a:lnRef idx="1">
            <a:schemeClr val="accent1"/>
          </a:lnRef>
          <a:fillRef idx="0">
            <a:schemeClr val="accent1"/>
          </a:fillRef>
          <a:effectRef idx="0">
            <a:schemeClr val="accent1"/>
          </a:effectRef>
          <a:fontRef idx="minor">
            <a:schemeClr val="tx1"/>
          </a:fontRef>
        </p:style>
      </p:cxnSp>
      <p:cxnSp>
        <p:nvCxnSpPr>
          <p:cNvPr id="175" name="Straight Arrow Connector 174"/>
          <p:cNvCxnSpPr/>
          <p:nvPr/>
        </p:nvCxnSpPr>
        <p:spPr>
          <a:xfrm flipV="1">
            <a:off x="9633069" y="5546889"/>
            <a:ext cx="0" cy="228978"/>
          </a:xfrm>
          <a:prstGeom prst="straightConnector1">
            <a:avLst/>
          </a:prstGeom>
          <a:ln w="12700">
            <a:headEnd type="none" w="med" len="sm"/>
            <a:tailEnd type="arrow"/>
          </a:ln>
        </p:spPr>
        <p:style>
          <a:lnRef idx="1">
            <a:schemeClr val="accent1"/>
          </a:lnRef>
          <a:fillRef idx="0">
            <a:schemeClr val="accent1"/>
          </a:fillRef>
          <a:effectRef idx="0">
            <a:schemeClr val="accent1"/>
          </a:effectRef>
          <a:fontRef idx="minor">
            <a:schemeClr val="tx1"/>
          </a:fontRef>
        </p:style>
      </p:cxnSp>
      <p:cxnSp>
        <p:nvCxnSpPr>
          <p:cNvPr id="176" name="Straight Arrow Connector 175"/>
          <p:cNvCxnSpPr/>
          <p:nvPr/>
        </p:nvCxnSpPr>
        <p:spPr>
          <a:xfrm flipV="1">
            <a:off x="8247241" y="5546889"/>
            <a:ext cx="0" cy="228978"/>
          </a:xfrm>
          <a:prstGeom prst="straightConnector1">
            <a:avLst/>
          </a:prstGeom>
          <a:ln w="12700">
            <a:headEnd type="none" w="med" len="sm"/>
            <a:tailEnd type="arrow"/>
          </a:ln>
        </p:spPr>
        <p:style>
          <a:lnRef idx="1">
            <a:schemeClr val="accent1"/>
          </a:lnRef>
          <a:fillRef idx="0">
            <a:schemeClr val="accent1"/>
          </a:fillRef>
          <a:effectRef idx="0">
            <a:schemeClr val="accent1"/>
          </a:effectRef>
          <a:fontRef idx="minor">
            <a:schemeClr val="tx1"/>
          </a:fontRef>
        </p:style>
      </p:cxnSp>
      <p:cxnSp>
        <p:nvCxnSpPr>
          <p:cNvPr id="177" name="Straight Arrow Connector 176"/>
          <p:cNvCxnSpPr/>
          <p:nvPr/>
        </p:nvCxnSpPr>
        <p:spPr>
          <a:xfrm flipV="1">
            <a:off x="6851629" y="5546889"/>
            <a:ext cx="0" cy="228978"/>
          </a:xfrm>
          <a:prstGeom prst="straightConnector1">
            <a:avLst/>
          </a:prstGeom>
          <a:ln w="12700">
            <a:headEnd type="none" w="med" len="sm"/>
            <a:tailEnd type="arrow"/>
          </a:ln>
        </p:spPr>
        <p:style>
          <a:lnRef idx="1">
            <a:schemeClr val="accent1"/>
          </a:lnRef>
          <a:fillRef idx="0">
            <a:schemeClr val="accent1"/>
          </a:fillRef>
          <a:effectRef idx="0">
            <a:schemeClr val="accent1"/>
          </a:effectRef>
          <a:fontRef idx="minor">
            <a:schemeClr val="tx1"/>
          </a:fontRef>
        </p:style>
      </p:cxnSp>
      <p:cxnSp>
        <p:nvCxnSpPr>
          <p:cNvPr id="178" name="Straight Arrow Connector 177"/>
          <p:cNvCxnSpPr/>
          <p:nvPr/>
        </p:nvCxnSpPr>
        <p:spPr>
          <a:xfrm flipV="1">
            <a:off x="5471435" y="5532454"/>
            <a:ext cx="0" cy="228978"/>
          </a:xfrm>
          <a:prstGeom prst="straightConnector1">
            <a:avLst/>
          </a:prstGeom>
          <a:ln w="12700">
            <a:headEnd type="none" w="med" len="sm"/>
            <a:tailEnd type="arrow"/>
          </a:ln>
        </p:spPr>
        <p:style>
          <a:lnRef idx="1">
            <a:schemeClr val="accent1"/>
          </a:lnRef>
          <a:fillRef idx="0">
            <a:schemeClr val="accent1"/>
          </a:fillRef>
          <a:effectRef idx="0">
            <a:schemeClr val="accent1"/>
          </a:effectRef>
          <a:fontRef idx="minor">
            <a:schemeClr val="tx1"/>
          </a:fontRef>
        </p:style>
      </p:cxnSp>
      <p:cxnSp>
        <p:nvCxnSpPr>
          <p:cNvPr id="179" name="Straight Arrow Connector 178"/>
          <p:cNvCxnSpPr/>
          <p:nvPr/>
        </p:nvCxnSpPr>
        <p:spPr>
          <a:xfrm flipV="1">
            <a:off x="4085607" y="5532454"/>
            <a:ext cx="0" cy="228978"/>
          </a:xfrm>
          <a:prstGeom prst="straightConnector1">
            <a:avLst/>
          </a:prstGeom>
          <a:ln w="12700">
            <a:headEnd type="none" w="med" len="sm"/>
            <a:tailEnd type="arrow"/>
          </a:ln>
        </p:spPr>
        <p:style>
          <a:lnRef idx="1">
            <a:schemeClr val="accent1"/>
          </a:lnRef>
          <a:fillRef idx="0">
            <a:schemeClr val="accent1"/>
          </a:fillRef>
          <a:effectRef idx="0">
            <a:schemeClr val="accent1"/>
          </a:effectRef>
          <a:fontRef idx="minor">
            <a:schemeClr val="tx1"/>
          </a:fontRef>
        </p:style>
      </p:cxnSp>
      <p:cxnSp>
        <p:nvCxnSpPr>
          <p:cNvPr id="180" name="Straight Arrow Connector 179"/>
          <p:cNvCxnSpPr/>
          <p:nvPr/>
        </p:nvCxnSpPr>
        <p:spPr>
          <a:xfrm flipV="1">
            <a:off x="2689995" y="5532454"/>
            <a:ext cx="0" cy="228978"/>
          </a:xfrm>
          <a:prstGeom prst="straightConnector1">
            <a:avLst/>
          </a:prstGeom>
          <a:ln w="12700">
            <a:headEnd type="none" w="med" len="sm"/>
            <a:tailEnd type="arrow"/>
          </a:ln>
        </p:spPr>
        <p:style>
          <a:lnRef idx="1">
            <a:schemeClr val="accent1"/>
          </a:lnRef>
          <a:fillRef idx="0">
            <a:schemeClr val="accent1"/>
          </a:fillRef>
          <a:effectRef idx="0">
            <a:schemeClr val="accent1"/>
          </a:effectRef>
          <a:fontRef idx="minor">
            <a:schemeClr val="tx1"/>
          </a:fontRef>
        </p:style>
      </p:cxnSp>
      <p:sp>
        <p:nvSpPr>
          <p:cNvPr id="292" name="Rectangular Callout 291"/>
          <p:cNvSpPr/>
          <p:nvPr/>
        </p:nvSpPr>
        <p:spPr>
          <a:xfrm>
            <a:off x="2070322" y="1202387"/>
            <a:ext cx="3873707" cy="1646323"/>
          </a:xfrm>
          <a:prstGeom prst="wedgeRectCallout">
            <a:avLst>
              <a:gd name="adj1" fmla="val -67155"/>
              <a:gd name="adj2" fmla="val 108031"/>
            </a:avLst>
          </a:prstGeom>
          <a:solidFill>
            <a:schemeClr val="bg1"/>
          </a:solidFill>
          <a:ln w="254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t"/>
          <a:lstStyle/>
          <a:p>
            <a:r>
              <a:rPr lang="en-US" sz="2400"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rPr>
              <a:t>I need an </a:t>
            </a:r>
            <a:r>
              <a:rPr lang="en-US" sz="24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rPr>
              <a:t>easier</a:t>
            </a:r>
            <a:r>
              <a:rPr lang="en-US" sz="2400"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rPr>
              <a:t> way to manage large clusters of instances, place containers, and run services.</a:t>
            </a:r>
          </a:p>
        </p:txBody>
      </p:sp>
    </p:spTree>
    <p:custDataLst>
      <p:tags r:id="rId1"/>
    </p:custDataLst>
    <p:extLst>
      <p:ext uri="{BB962C8B-B14F-4D97-AF65-F5344CB8AC3E}">
        <p14:creationId xmlns:p14="http://schemas.microsoft.com/office/powerpoint/2010/main" val="2036369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6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7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7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7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7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7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76"/>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77"/>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78"/>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79"/>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80"/>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2"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Amazon </a:t>
            </a:r>
            <a:r>
              <a:rPr lang="en-US" dirty="0">
                <a:solidFill>
                  <a:srgbClr val="FFFFFF"/>
                </a:solidFill>
              </a:rPr>
              <a:t>container</a:t>
            </a:r>
            <a:r>
              <a:rPr lang="en-US" dirty="0"/>
              <a:t> </a:t>
            </a:r>
            <a:r>
              <a:rPr lang="en-US" dirty="0">
                <a:solidFill>
                  <a:srgbClr val="FFFFFF"/>
                </a:solidFill>
              </a:rPr>
              <a:t>services</a:t>
            </a:r>
            <a:endParaRPr lang="en-US" dirty="0">
              <a:solidFill>
                <a:srgbClr val="FFFFFF"/>
              </a:solidFill>
              <a:latin typeface="Amazon Ember Light" panose="020B0403020204020204"/>
            </a:endParaRPr>
          </a:p>
        </p:txBody>
      </p:sp>
      <p:sp>
        <p:nvSpPr>
          <p:cNvPr id="3" name="Slide Number Placeholder 2"/>
          <p:cNvSpPr>
            <a:spLocks noGrp="1"/>
          </p:cNvSpPr>
          <p:nvPr>
            <p:ph type="sldNum" sz="quarter" idx="12"/>
          </p:nvPr>
        </p:nvSpPr>
        <p:spPr/>
        <p:txBody>
          <a:bodyPr/>
          <a:lstStyle/>
          <a:p>
            <a:fld id="{9FC43BFD-8FF7-A343-A8A6-E2338FCE8046}" type="slidenum">
              <a:rPr lang="en-US" smtClean="0"/>
              <a:pPr/>
              <a:t>24</a:t>
            </a:fld>
            <a:endParaRPr lang="en-US" dirty="0"/>
          </a:p>
        </p:txBody>
      </p:sp>
      <p:sp>
        <p:nvSpPr>
          <p:cNvPr id="4" name="Content Placeholder 8"/>
          <p:cNvSpPr txBox="1">
            <a:spLocks/>
          </p:cNvSpPr>
          <p:nvPr/>
        </p:nvSpPr>
        <p:spPr>
          <a:xfrm>
            <a:off x="370391" y="1641260"/>
            <a:ext cx="2803806" cy="159473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Font typeface="Arial"/>
              <a:buNone/>
            </a:pPr>
            <a:r>
              <a:rPr lang="en-US" sz="2400" dirty="0">
                <a:latin typeface="Amazon Ember" panose="02000000000000000000" pitchFamily="2" charset="0"/>
                <a:ea typeface="Amazon Ember" panose="02000000000000000000" pitchFamily="2" charset="0"/>
              </a:rPr>
              <a:t>Management</a:t>
            </a:r>
          </a:p>
          <a:p>
            <a:pPr marL="0" indent="0">
              <a:buNone/>
            </a:pPr>
            <a:r>
              <a:rPr lang="en-US" sz="1900" dirty="0">
                <a:latin typeface="Amazon Ember Light" panose="020B0403020204020204" pitchFamily="34" charset="0"/>
                <a:ea typeface="Amazon Ember Light" panose="020B0403020204020204" pitchFamily="34" charset="0"/>
                <a:cs typeface="Amazon Ember Light" panose="020B0403020204020204" pitchFamily="34" charset="0"/>
              </a:rPr>
              <a:t>Deployment, scheduling, scaling </a:t>
            </a:r>
            <a:r>
              <a:rPr lang="en-US" sz="19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rPr>
              <a:t>&amp;</a:t>
            </a:r>
            <a:r>
              <a:rPr lang="en-US" sz="1900" dirty="0">
                <a:latin typeface="Amazon Ember Light" panose="020B0403020204020204" pitchFamily="34" charset="0"/>
                <a:ea typeface="Amazon Ember Light" panose="020B0403020204020204" pitchFamily="34" charset="0"/>
                <a:cs typeface="Amazon Ember Light" panose="020B0403020204020204" pitchFamily="34" charset="0"/>
              </a:rPr>
              <a:t> management of containerized </a:t>
            </a:r>
            <a:r>
              <a:rPr lang="en-US" sz="19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rPr>
              <a:t>apps</a:t>
            </a:r>
            <a:endParaRPr lang="en-US" sz="1900" dirty="0">
              <a:solidFill>
                <a:srgbClr val="000000"/>
              </a:solidFill>
              <a:latin typeface="Amazon Ember Light" panose="020B0403020204020204"/>
              <a:ea typeface="Amazon Ember Light" panose="020B0403020204020204" pitchFamily="34" charset="0"/>
              <a:cs typeface="Amazon Ember Light" panose="020B0403020204020204" pitchFamily="34" charset="0"/>
            </a:endParaRPr>
          </a:p>
          <a:p>
            <a:pPr marL="0" indent="0">
              <a:buFont typeface="Arial"/>
              <a:buNone/>
            </a:pPr>
            <a:endParaRPr lang="en-US" sz="2400" b="1" dirty="0">
              <a:latin typeface="Amazon Ember" panose="02000000000000000000" pitchFamily="2" charset="0"/>
              <a:ea typeface="Amazon Ember" panose="02000000000000000000" pitchFamily="2" charset="0"/>
            </a:endParaRPr>
          </a:p>
        </p:txBody>
      </p:sp>
      <p:sp>
        <p:nvSpPr>
          <p:cNvPr id="5" name="Content Placeholder 8"/>
          <p:cNvSpPr txBox="1">
            <a:spLocks/>
          </p:cNvSpPr>
          <p:nvPr/>
        </p:nvSpPr>
        <p:spPr>
          <a:xfrm>
            <a:off x="387029" y="3293517"/>
            <a:ext cx="2650602" cy="159473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Font typeface="Arial"/>
              <a:buNone/>
            </a:pPr>
            <a:r>
              <a:rPr lang="en-US" sz="2400" dirty="0">
                <a:latin typeface="Amazon Ember" panose="02000000000000000000" pitchFamily="2" charset="0"/>
                <a:ea typeface="Amazon Ember" panose="02000000000000000000" pitchFamily="2" charset="0"/>
              </a:rPr>
              <a:t>Hosting</a:t>
            </a:r>
          </a:p>
          <a:p>
            <a:pPr marL="0" indent="0">
              <a:buNone/>
            </a:pPr>
            <a:r>
              <a:rPr lang="en-US" sz="1900" dirty="0">
                <a:latin typeface="Amazon Ember Light" panose="020B0403020204020204" pitchFamily="34" charset="0"/>
                <a:ea typeface="Amazon Ember Light" panose="020B0403020204020204" pitchFamily="34" charset="0"/>
                <a:cs typeface="Amazon Ember Light" panose="020B0403020204020204" pitchFamily="34" charset="0"/>
              </a:rPr>
              <a:t>Where the containers run</a:t>
            </a:r>
          </a:p>
          <a:p>
            <a:pPr marL="0" indent="0">
              <a:buFont typeface="Arial"/>
              <a:buNone/>
            </a:pPr>
            <a:endParaRPr lang="en-US" sz="2400" b="1" dirty="0">
              <a:latin typeface="Amazon Ember" panose="02000000000000000000" pitchFamily="2" charset="0"/>
              <a:ea typeface="Amazon Ember" panose="02000000000000000000" pitchFamily="2" charset="0"/>
            </a:endParaRPr>
          </a:p>
        </p:txBody>
      </p:sp>
      <p:sp>
        <p:nvSpPr>
          <p:cNvPr id="6" name="Content Placeholder 8"/>
          <p:cNvSpPr txBox="1">
            <a:spLocks/>
          </p:cNvSpPr>
          <p:nvPr/>
        </p:nvSpPr>
        <p:spPr>
          <a:xfrm>
            <a:off x="419100" y="5003352"/>
            <a:ext cx="2787168" cy="1365955"/>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Font typeface="Arial"/>
              <a:buNone/>
            </a:pPr>
            <a:r>
              <a:rPr lang="en-US" sz="2400" dirty="0">
                <a:latin typeface="Amazon Ember" panose="02000000000000000000" pitchFamily="2" charset="0"/>
                <a:ea typeface="Amazon Ember" panose="02000000000000000000" pitchFamily="2" charset="0"/>
              </a:rPr>
              <a:t>Image </a:t>
            </a:r>
            <a:br>
              <a:rPr lang="en-US" sz="2400" dirty="0">
                <a:latin typeface="Amazon Ember" panose="02000000000000000000" pitchFamily="2" charset="0"/>
                <a:ea typeface="Amazon Ember" panose="02000000000000000000" pitchFamily="2" charset="0"/>
              </a:rPr>
            </a:br>
            <a:r>
              <a:rPr lang="en-US" sz="2400" dirty="0">
                <a:latin typeface="Amazon Ember" panose="02000000000000000000" pitchFamily="2" charset="0"/>
                <a:ea typeface="Amazon Ember" panose="02000000000000000000" pitchFamily="2" charset="0"/>
              </a:rPr>
              <a:t>Registry</a:t>
            </a:r>
          </a:p>
          <a:p>
            <a:pPr marL="0" indent="0">
              <a:buNone/>
            </a:pPr>
            <a:r>
              <a:rPr lang="en-US" sz="1900" dirty="0">
                <a:latin typeface="Amazon Ember Light" panose="020B0403020204020204" pitchFamily="34" charset="0"/>
                <a:ea typeface="Amazon Ember Light" panose="020B0403020204020204" pitchFamily="34" charset="0"/>
                <a:cs typeface="Amazon Ember Light" panose="020B0403020204020204" pitchFamily="34" charset="0"/>
              </a:rPr>
              <a:t>Repo for the containers images</a:t>
            </a:r>
          </a:p>
          <a:p>
            <a:pPr marL="0" indent="0">
              <a:buFont typeface="Arial"/>
              <a:buNone/>
            </a:pPr>
            <a:endParaRPr lang="en-US" sz="2400" b="1" dirty="0">
              <a:latin typeface="Amazon Ember" panose="02000000000000000000" pitchFamily="2" charset="0"/>
              <a:ea typeface="Amazon Ember" panose="02000000000000000000" pitchFamily="2" charset="0"/>
            </a:endParaRPr>
          </a:p>
        </p:txBody>
      </p:sp>
      <p:cxnSp>
        <p:nvCxnSpPr>
          <p:cNvPr id="18" name="Straight Arrow Connector 17"/>
          <p:cNvCxnSpPr/>
          <p:nvPr/>
        </p:nvCxnSpPr>
        <p:spPr>
          <a:xfrm flipV="1">
            <a:off x="3473197" y="2247809"/>
            <a:ext cx="1334061" cy="1"/>
          </a:xfrm>
          <a:prstGeom prst="straightConnector1">
            <a:avLst/>
          </a:prstGeom>
          <a:ln w="12700">
            <a:solidFill>
              <a:schemeClr val="tx1"/>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V="1">
            <a:off x="3473197" y="4090885"/>
            <a:ext cx="1334061" cy="1"/>
          </a:xfrm>
          <a:prstGeom prst="straightConnector1">
            <a:avLst/>
          </a:prstGeom>
          <a:ln w="12700">
            <a:solidFill>
              <a:schemeClr val="tx1"/>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flipV="1">
            <a:off x="3473197" y="5686329"/>
            <a:ext cx="1334061" cy="1"/>
          </a:xfrm>
          <a:prstGeom prst="straightConnector1">
            <a:avLst/>
          </a:prstGeom>
          <a:ln w="12700">
            <a:solidFill>
              <a:schemeClr val="tx1"/>
            </a:solidFill>
            <a:tailEnd type="arrow" w="med" len="sm"/>
          </a:ln>
        </p:spPr>
        <p:style>
          <a:lnRef idx="1">
            <a:schemeClr val="accent1"/>
          </a:lnRef>
          <a:fillRef idx="0">
            <a:schemeClr val="accent1"/>
          </a:fillRef>
          <a:effectRef idx="0">
            <a:schemeClr val="accent1"/>
          </a:effectRef>
          <a:fontRef idx="minor">
            <a:schemeClr val="tx1"/>
          </a:fontRef>
        </p:style>
      </p:cxnSp>
      <p:sp>
        <p:nvSpPr>
          <p:cNvPr id="17" name="Footer Placeholder 16"/>
          <p:cNvSpPr>
            <a:spLocks noGrp="1"/>
          </p:cNvSpPr>
          <p:nvPr>
            <p:ph type="ftr" sz="quarter" idx="3"/>
          </p:nvPr>
        </p:nvSpPr>
        <p:spPr/>
        <p:txBody>
          <a:bodyPr/>
          <a:lstStyle/>
          <a:p>
            <a:r>
              <a:rPr lang="en-US"/>
              <a:t>© 2020 Amazon Web Services, Inc. or its Affiliates. All rights reserved.</a:t>
            </a:r>
            <a:endParaRPr lang="en-US" dirty="0"/>
          </a:p>
        </p:txBody>
      </p:sp>
      <p:sp>
        <p:nvSpPr>
          <p:cNvPr id="22" name="TextBox 21">
            <a:extLst>
              <a:ext uri="{FF2B5EF4-FFF2-40B4-BE49-F238E27FC236}">
                <a16:creationId xmlns:a16="http://schemas.microsoft.com/office/drawing/2014/main" id="{8CF5FB91-5B4F-E84D-AFCE-50004C988F46}"/>
              </a:ext>
            </a:extLst>
          </p:cNvPr>
          <p:cNvSpPr txBox="1"/>
          <p:nvPr/>
        </p:nvSpPr>
        <p:spPr>
          <a:xfrm>
            <a:off x="4663679" y="2469542"/>
            <a:ext cx="2301904" cy="369332"/>
          </a:xfrm>
          <a:prstGeom prst="rect">
            <a:avLst/>
          </a:prstGeom>
          <a:noFill/>
        </p:spPr>
        <p:txBody>
          <a:bodyPr wrap="square" rtlCol="0">
            <a:spAutoFit/>
          </a:bodyPr>
          <a:lstStyle/>
          <a:p>
            <a:pPr algn="ctr"/>
            <a:r>
              <a:rPr lang="en-US" dirty="0">
                <a:latin typeface="Amazon Ember" panose="02000000000000000000" pitchFamily="2" charset="0"/>
                <a:ea typeface="Amazon Ember" panose="02000000000000000000" pitchFamily="2" charset="0"/>
              </a:rPr>
              <a:t>Amazon ECS</a:t>
            </a:r>
          </a:p>
        </p:txBody>
      </p:sp>
      <p:pic>
        <p:nvPicPr>
          <p:cNvPr id="23" name="Graphic 21">
            <a:extLst>
              <a:ext uri="{FF2B5EF4-FFF2-40B4-BE49-F238E27FC236}">
                <a16:creationId xmlns:a16="http://schemas.microsoft.com/office/drawing/2014/main" id="{56FBFD27-4604-2843-963C-296819DA9A42}"/>
              </a:ext>
            </a:extLst>
          </p:cNvPr>
          <p:cNvPicPr>
            <a:picLocks noChangeAspect="1"/>
          </p:cNvPicPr>
          <p:nvPr/>
        </p:nvPicPr>
        <p:blipFill>
          <a:blip r:embed="rId4"/>
          <a:stretch>
            <a:fillRect/>
          </a:stretch>
        </p:blipFill>
        <p:spPr>
          <a:xfrm>
            <a:off x="5459031" y="1761383"/>
            <a:ext cx="711200" cy="711200"/>
          </a:xfrm>
          <a:prstGeom prst="rect">
            <a:avLst/>
          </a:prstGeom>
        </p:spPr>
      </p:pic>
      <p:sp>
        <p:nvSpPr>
          <p:cNvPr id="24" name="TextBox 23">
            <a:extLst>
              <a:ext uri="{FF2B5EF4-FFF2-40B4-BE49-F238E27FC236}">
                <a16:creationId xmlns:a16="http://schemas.microsoft.com/office/drawing/2014/main" id="{4256BB3C-8013-824D-8B2A-F604C7B4DC6C}"/>
              </a:ext>
            </a:extLst>
          </p:cNvPr>
          <p:cNvSpPr txBox="1"/>
          <p:nvPr/>
        </p:nvSpPr>
        <p:spPr>
          <a:xfrm>
            <a:off x="5057979" y="4270606"/>
            <a:ext cx="1513305" cy="369332"/>
          </a:xfrm>
          <a:prstGeom prst="rect">
            <a:avLst/>
          </a:prstGeom>
          <a:noFill/>
        </p:spPr>
        <p:txBody>
          <a:bodyPr wrap="square" rtlCol="0">
            <a:spAutoFit/>
          </a:bodyPr>
          <a:lstStyle/>
          <a:p>
            <a:pPr algn="ctr"/>
            <a:r>
              <a:rPr lang="en-US" dirty="0">
                <a:latin typeface="Amazon Ember" panose="02000000000000000000" pitchFamily="2" charset="0"/>
                <a:ea typeface="Amazon Ember" panose="02000000000000000000" pitchFamily="2" charset="0"/>
              </a:rPr>
              <a:t>Amazon EC2</a:t>
            </a:r>
          </a:p>
        </p:txBody>
      </p:sp>
      <p:pic>
        <p:nvPicPr>
          <p:cNvPr id="25" name="Graphic 6">
            <a:extLst>
              <a:ext uri="{FF2B5EF4-FFF2-40B4-BE49-F238E27FC236}">
                <a16:creationId xmlns:a16="http://schemas.microsoft.com/office/drawing/2014/main" id="{D8AF6CFD-7182-AE41-BE56-CA8D81C11633}"/>
              </a:ext>
            </a:extLst>
          </p:cNvPr>
          <p:cNvPicPr>
            <a:picLocks noChangeAspect="1"/>
          </p:cNvPicPr>
          <p:nvPr/>
        </p:nvPicPr>
        <p:blipFill>
          <a:blip r:embed="rId5"/>
          <a:stretch>
            <a:fillRect/>
          </a:stretch>
        </p:blipFill>
        <p:spPr>
          <a:xfrm>
            <a:off x="5459031" y="3541832"/>
            <a:ext cx="711200" cy="711200"/>
          </a:xfrm>
          <a:prstGeom prst="rect">
            <a:avLst/>
          </a:prstGeom>
        </p:spPr>
      </p:pic>
      <p:grpSp>
        <p:nvGrpSpPr>
          <p:cNvPr id="35" name="Group 34"/>
          <p:cNvGrpSpPr/>
          <p:nvPr/>
        </p:nvGrpSpPr>
        <p:grpSpPr>
          <a:xfrm>
            <a:off x="4663679" y="5000028"/>
            <a:ext cx="2301904" cy="1095604"/>
            <a:chOff x="3633525" y="4937134"/>
            <a:chExt cx="2301904" cy="1095604"/>
          </a:xfrm>
        </p:grpSpPr>
        <p:sp>
          <p:nvSpPr>
            <p:cNvPr id="26" name="TextBox 25">
              <a:extLst>
                <a:ext uri="{FF2B5EF4-FFF2-40B4-BE49-F238E27FC236}">
                  <a16:creationId xmlns:a16="http://schemas.microsoft.com/office/drawing/2014/main" id="{BBC66FD7-F41F-0A41-B918-0950A5665588}"/>
                </a:ext>
              </a:extLst>
            </p:cNvPr>
            <p:cNvSpPr txBox="1"/>
            <p:nvPr/>
          </p:nvSpPr>
          <p:spPr>
            <a:xfrm>
              <a:off x="3633525" y="5663406"/>
              <a:ext cx="2301904" cy="369332"/>
            </a:xfrm>
            <a:prstGeom prst="rect">
              <a:avLst/>
            </a:prstGeom>
            <a:noFill/>
          </p:spPr>
          <p:txBody>
            <a:bodyPr wrap="square" rtlCol="0">
              <a:spAutoFit/>
            </a:bodyPr>
            <a:lstStyle/>
            <a:p>
              <a:pPr algn="ctr"/>
              <a:r>
                <a:rPr lang="en-US" dirty="0">
                  <a:latin typeface="Amazon Ember" panose="02000000000000000000" pitchFamily="2" charset="0"/>
                  <a:ea typeface="Amazon Ember" panose="02000000000000000000" pitchFamily="2" charset="0"/>
                </a:rPr>
                <a:t>Amazon ECR</a:t>
              </a:r>
            </a:p>
          </p:txBody>
        </p:sp>
        <p:pic>
          <p:nvPicPr>
            <p:cNvPr id="27" name="Graphic 11">
              <a:extLst>
                <a:ext uri="{FF2B5EF4-FFF2-40B4-BE49-F238E27FC236}">
                  <a16:creationId xmlns:a16="http://schemas.microsoft.com/office/drawing/2014/main" id="{F11FE7D9-F258-2748-93DF-CDC39AFAD783}"/>
                </a:ext>
              </a:extLst>
            </p:cNvPr>
            <p:cNvPicPr>
              <a:picLocks noChangeAspect="1"/>
            </p:cNvPicPr>
            <p:nvPr/>
          </p:nvPicPr>
          <p:blipFill>
            <a:blip r:embed="rId6"/>
            <a:stretch>
              <a:fillRect/>
            </a:stretch>
          </p:blipFill>
          <p:spPr>
            <a:xfrm>
              <a:off x="4428877" y="4937134"/>
              <a:ext cx="711200" cy="711200"/>
            </a:xfrm>
            <a:prstGeom prst="rect">
              <a:avLst/>
            </a:prstGeom>
          </p:spPr>
        </p:pic>
      </p:grpSp>
      <p:sp>
        <p:nvSpPr>
          <p:cNvPr id="28" name="TextBox 27">
            <a:extLst>
              <a:ext uri="{FF2B5EF4-FFF2-40B4-BE49-F238E27FC236}">
                <a16:creationId xmlns:a16="http://schemas.microsoft.com/office/drawing/2014/main" id="{9E9D58F1-A137-2F4D-8F00-7CC13271B94B}"/>
              </a:ext>
            </a:extLst>
          </p:cNvPr>
          <p:cNvSpPr txBox="1"/>
          <p:nvPr/>
        </p:nvSpPr>
        <p:spPr>
          <a:xfrm>
            <a:off x="8591631" y="2469542"/>
            <a:ext cx="2301904" cy="646331"/>
          </a:xfrm>
          <a:prstGeom prst="rect">
            <a:avLst/>
          </a:prstGeom>
          <a:noFill/>
        </p:spPr>
        <p:txBody>
          <a:bodyPr wrap="square" rtlCol="0">
            <a:spAutoFit/>
          </a:bodyPr>
          <a:lstStyle/>
          <a:p>
            <a:pPr algn="ctr"/>
            <a:r>
              <a:rPr lang="en-US" dirty="0">
                <a:latin typeface="Amazon Ember" panose="02000000000000000000" pitchFamily="2" charset="0"/>
                <a:ea typeface="Amazon Ember" panose="02000000000000000000" pitchFamily="2" charset="0"/>
              </a:rPr>
              <a:t>Amazon Elastic Kubernetes Service</a:t>
            </a:r>
          </a:p>
        </p:txBody>
      </p:sp>
      <p:pic>
        <p:nvPicPr>
          <p:cNvPr id="29" name="Graphic 5">
            <a:extLst>
              <a:ext uri="{FF2B5EF4-FFF2-40B4-BE49-F238E27FC236}">
                <a16:creationId xmlns:a16="http://schemas.microsoft.com/office/drawing/2014/main" id="{2A483385-4BB7-4B45-A46C-1AB496391CBA}"/>
              </a:ext>
            </a:extLst>
          </p:cNvPr>
          <p:cNvPicPr>
            <a:picLocks noChangeAspect="1"/>
          </p:cNvPicPr>
          <p:nvPr/>
        </p:nvPicPr>
        <p:blipFill>
          <a:blip r:embed="rId7"/>
          <a:stretch>
            <a:fillRect/>
          </a:stretch>
        </p:blipFill>
        <p:spPr>
          <a:xfrm>
            <a:off x="9390361" y="1761383"/>
            <a:ext cx="711200" cy="711200"/>
          </a:xfrm>
          <a:prstGeom prst="rect">
            <a:avLst/>
          </a:prstGeom>
        </p:spPr>
      </p:pic>
      <p:sp>
        <p:nvSpPr>
          <p:cNvPr id="30" name="TextBox 29">
            <a:extLst>
              <a:ext uri="{FF2B5EF4-FFF2-40B4-BE49-F238E27FC236}">
                <a16:creationId xmlns:a16="http://schemas.microsoft.com/office/drawing/2014/main" id="{DA1EA3C9-2C7E-AC42-BF2F-6C95F67869F3}"/>
              </a:ext>
            </a:extLst>
          </p:cNvPr>
          <p:cNvSpPr txBox="1"/>
          <p:nvPr/>
        </p:nvSpPr>
        <p:spPr>
          <a:xfrm>
            <a:off x="8569406" y="4270606"/>
            <a:ext cx="2301904" cy="369332"/>
          </a:xfrm>
          <a:prstGeom prst="rect">
            <a:avLst/>
          </a:prstGeom>
          <a:noFill/>
        </p:spPr>
        <p:txBody>
          <a:bodyPr wrap="square" rtlCol="0">
            <a:spAutoFit/>
          </a:bodyPr>
          <a:lstStyle/>
          <a:p>
            <a:pPr algn="ctr"/>
            <a:r>
              <a:rPr lang="en-US" dirty="0">
                <a:latin typeface="Amazon Ember" panose="02000000000000000000" pitchFamily="2" charset="0"/>
                <a:ea typeface="Amazon Ember" panose="02000000000000000000" pitchFamily="2" charset="0"/>
              </a:rPr>
              <a:t>AWS Fargate</a:t>
            </a:r>
          </a:p>
        </p:txBody>
      </p:sp>
      <p:pic>
        <p:nvPicPr>
          <p:cNvPr id="31" name="Graphic 5">
            <a:extLst>
              <a:ext uri="{FF2B5EF4-FFF2-40B4-BE49-F238E27FC236}">
                <a16:creationId xmlns:a16="http://schemas.microsoft.com/office/drawing/2014/main" id="{D1DB3C02-99BC-F546-AE77-8D48550516D3}"/>
              </a:ext>
            </a:extLst>
          </p:cNvPr>
          <p:cNvPicPr>
            <a:picLocks noChangeAspect="1"/>
          </p:cNvPicPr>
          <p:nvPr/>
        </p:nvPicPr>
        <p:blipFill>
          <a:blip r:embed="rId8"/>
          <a:stretch>
            <a:fillRect/>
          </a:stretch>
        </p:blipFill>
        <p:spPr>
          <a:xfrm>
            <a:off x="9364758" y="3541832"/>
            <a:ext cx="711200" cy="711200"/>
          </a:xfrm>
          <a:prstGeom prst="rect">
            <a:avLst/>
          </a:prstGeom>
        </p:spPr>
      </p:pic>
    </p:spTree>
    <p:custDataLst>
      <p:tags r:id="rId1"/>
    </p:custDataLst>
    <p:extLst>
      <p:ext uri="{BB962C8B-B14F-4D97-AF65-F5344CB8AC3E}">
        <p14:creationId xmlns:p14="http://schemas.microsoft.com/office/powerpoint/2010/main" val="3224521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24" grpId="0"/>
      <p:bldP spid="3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solidFill>
                  <a:srgbClr val="FFFFFF"/>
                </a:solidFill>
              </a:rPr>
              <a:t>Amazon Elastic Container Service</a:t>
            </a:r>
            <a:r>
              <a:rPr lang="en-US" dirty="0"/>
              <a:t>   </a:t>
            </a:r>
          </a:p>
        </p:txBody>
      </p:sp>
      <p:sp>
        <p:nvSpPr>
          <p:cNvPr id="256" name="Slide Number Placeholder 255"/>
          <p:cNvSpPr>
            <a:spLocks noGrp="1"/>
          </p:cNvSpPr>
          <p:nvPr>
            <p:ph type="sldNum" sz="quarter" idx="12"/>
          </p:nvPr>
        </p:nvSpPr>
        <p:spPr/>
        <p:txBody>
          <a:bodyPr/>
          <a:lstStyle/>
          <a:p>
            <a:fld id="{9FC43BFD-8FF7-A343-A8A6-E2338FCE8046}" type="slidenum">
              <a:rPr lang="en-US" smtClean="0"/>
              <a:pPr/>
              <a:t>25</a:t>
            </a:fld>
            <a:endParaRPr lang="en-US" dirty="0"/>
          </a:p>
        </p:txBody>
      </p:sp>
      <p:sp>
        <p:nvSpPr>
          <p:cNvPr id="259" name="Footer Placeholder 258"/>
          <p:cNvSpPr>
            <a:spLocks noGrp="1"/>
          </p:cNvSpPr>
          <p:nvPr>
            <p:ph type="ftr" sz="quarter" idx="3"/>
          </p:nvPr>
        </p:nvSpPr>
        <p:spPr/>
        <p:txBody>
          <a:bodyPr/>
          <a:lstStyle/>
          <a:p>
            <a:r>
              <a:rPr lang="en-US"/>
              <a:t>© 2020 Amazon Web Services, Inc. or its Affiliates. All rights reserved.</a:t>
            </a:r>
            <a:endParaRPr lang="en-US" dirty="0"/>
          </a:p>
        </p:txBody>
      </p:sp>
      <p:grpSp>
        <p:nvGrpSpPr>
          <p:cNvPr id="162" name="Group 161"/>
          <p:cNvGrpSpPr/>
          <p:nvPr/>
        </p:nvGrpSpPr>
        <p:grpSpPr>
          <a:xfrm>
            <a:off x="1417392" y="4658770"/>
            <a:ext cx="9483638" cy="1233020"/>
            <a:chOff x="476466" y="1600465"/>
            <a:chExt cx="9483638" cy="1233020"/>
          </a:xfrm>
        </p:grpSpPr>
        <p:grpSp>
          <p:nvGrpSpPr>
            <p:cNvPr id="163" name="Group 162"/>
            <p:cNvGrpSpPr/>
            <p:nvPr/>
          </p:nvGrpSpPr>
          <p:grpSpPr>
            <a:xfrm>
              <a:off x="476466" y="1604361"/>
              <a:ext cx="1168672" cy="1218585"/>
              <a:chOff x="476466" y="1604361"/>
              <a:chExt cx="1168672" cy="1218585"/>
            </a:xfrm>
          </p:grpSpPr>
          <p:pic>
            <p:nvPicPr>
              <p:cNvPr id="188" name="Graphic 135">
                <a:extLst>
                  <a:ext uri="{FF2B5EF4-FFF2-40B4-BE49-F238E27FC236}">
                    <a16:creationId xmlns:a16="http://schemas.microsoft.com/office/drawing/2014/main" id="{C19987B1-DB3A-1640-994D-BCB81FCC1AE4}"/>
                  </a:ext>
                </a:extLst>
              </p:cNvPr>
              <p:cNvPicPr>
                <a:picLocks noChangeAspect="1"/>
              </p:cNvPicPr>
              <p:nvPr/>
            </p:nvPicPr>
            <p:blipFill>
              <a:blip r:embed="rId4"/>
              <a:stretch>
                <a:fillRect/>
              </a:stretch>
            </p:blipFill>
            <p:spPr>
              <a:xfrm>
                <a:off x="476466" y="1604361"/>
                <a:ext cx="1067942" cy="1067942"/>
              </a:xfrm>
              <a:prstGeom prst="rect">
                <a:avLst/>
              </a:prstGeom>
            </p:spPr>
          </p:pic>
          <p:pic>
            <p:nvPicPr>
              <p:cNvPr id="189" name="Graphic 13">
                <a:extLst>
                  <a:ext uri="{FF2B5EF4-FFF2-40B4-BE49-F238E27FC236}">
                    <a16:creationId xmlns:a16="http://schemas.microsoft.com/office/drawing/2014/main" id="{8ED914EA-8278-5449-B046-F8859FA607C7}"/>
                  </a:ext>
                </a:extLst>
              </p:cNvPr>
              <p:cNvPicPr>
                <a:picLocks noChangeAspect="1"/>
              </p:cNvPicPr>
              <p:nvPr/>
            </p:nvPicPr>
            <p:blipFill>
              <a:blip r:embed="rId5"/>
              <a:stretch>
                <a:fillRect/>
              </a:stretch>
            </p:blipFill>
            <p:spPr>
              <a:xfrm>
                <a:off x="1111167" y="1843537"/>
                <a:ext cx="533971" cy="533971"/>
              </a:xfrm>
              <a:prstGeom prst="rect">
                <a:avLst/>
              </a:prstGeom>
              <a:solidFill>
                <a:schemeClr val="bg1"/>
              </a:solidFill>
            </p:spPr>
          </p:pic>
          <p:pic>
            <p:nvPicPr>
              <p:cNvPr id="190" name="Graphic 13">
                <a:extLst>
                  <a:ext uri="{FF2B5EF4-FFF2-40B4-BE49-F238E27FC236}">
                    <a16:creationId xmlns:a16="http://schemas.microsoft.com/office/drawing/2014/main" id="{8ED914EA-8278-5449-B046-F8859FA607C7}"/>
                  </a:ext>
                </a:extLst>
              </p:cNvPr>
              <p:cNvPicPr>
                <a:picLocks noChangeAspect="1"/>
              </p:cNvPicPr>
              <p:nvPr/>
            </p:nvPicPr>
            <p:blipFill>
              <a:blip r:embed="rId5"/>
              <a:stretch>
                <a:fillRect/>
              </a:stretch>
            </p:blipFill>
            <p:spPr>
              <a:xfrm>
                <a:off x="1111166" y="2288975"/>
                <a:ext cx="533971" cy="533971"/>
              </a:xfrm>
              <a:prstGeom prst="rect">
                <a:avLst/>
              </a:prstGeom>
              <a:solidFill>
                <a:schemeClr val="bg1"/>
              </a:solidFill>
            </p:spPr>
          </p:pic>
        </p:grpSp>
        <p:grpSp>
          <p:nvGrpSpPr>
            <p:cNvPr id="164" name="Group 163"/>
            <p:cNvGrpSpPr/>
            <p:nvPr/>
          </p:nvGrpSpPr>
          <p:grpSpPr>
            <a:xfrm>
              <a:off x="1862294" y="1604361"/>
              <a:ext cx="1168672" cy="1218585"/>
              <a:chOff x="476466" y="1604361"/>
              <a:chExt cx="1168672" cy="1218585"/>
            </a:xfrm>
          </p:grpSpPr>
          <p:pic>
            <p:nvPicPr>
              <p:cNvPr id="185" name="Graphic 135">
                <a:extLst>
                  <a:ext uri="{FF2B5EF4-FFF2-40B4-BE49-F238E27FC236}">
                    <a16:creationId xmlns:a16="http://schemas.microsoft.com/office/drawing/2014/main" id="{C19987B1-DB3A-1640-994D-BCB81FCC1AE4}"/>
                  </a:ext>
                </a:extLst>
              </p:cNvPr>
              <p:cNvPicPr>
                <a:picLocks noChangeAspect="1"/>
              </p:cNvPicPr>
              <p:nvPr/>
            </p:nvPicPr>
            <p:blipFill>
              <a:blip r:embed="rId4"/>
              <a:stretch>
                <a:fillRect/>
              </a:stretch>
            </p:blipFill>
            <p:spPr>
              <a:xfrm>
                <a:off x="476466" y="1604361"/>
                <a:ext cx="1067942" cy="1067942"/>
              </a:xfrm>
              <a:prstGeom prst="rect">
                <a:avLst/>
              </a:prstGeom>
            </p:spPr>
          </p:pic>
          <p:pic>
            <p:nvPicPr>
              <p:cNvPr id="186" name="Graphic 13">
                <a:extLst>
                  <a:ext uri="{FF2B5EF4-FFF2-40B4-BE49-F238E27FC236}">
                    <a16:creationId xmlns:a16="http://schemas.microsoft.com/office/drawing/2014/main" id="{8ED914EA-8278-5449-B046-F8859FA607C7}"/>
                  </a:ext>
                </a:extLst>
              </p:cNvPr>
              <p:cNvPicPr>
                <a:picLocks noChangeAspect="1"/>
              </p:cNvPicPr>
              <p:nvPr/>
            </p:nvPicPr>
            <p:blipFill>
              <a:blip r:embed="rId5"/>
              <a:stretch>
                <a:fillRect/>
              </a:stretch>
            </p:blipFill>
            <p:spPr>
              <a:xfrm>
                <a:off x="1111167" y="1843537"/>
                <a:ext cx="533971" cy="533971"/>
              </a:xfrm>
              <a:prstGeom prst="rect">
                <a:avLst/>
              </a:prstGeom>
              <a:solidFill>
                <a:schemeClr val="bg1"/>
              </a:solidFill>
            </p:spPr>
          </p:pic>
          <p:pic>
            <p:nvPicPr>
              <p:cNvPr id="187" name="Graphic 13">
                <a:extLst>
                  <a:ext uri="{FF2B5EF4-FFF2-40B4-BE49-F238E27FC236}">
                    <a16:creationId xmlns:a16="http://schemas.microsoft.com/office/drawing/2014/main" id="{8ED914EA-8278-5449-B046-F8859FA607C7}"/>
                  </a:ext>
                </a:extLst>
              </p:cNvPr>
              <p:cNvPicPr>
                <a:picLocks noChangeAspect="1"/>
              </p:cNvPicPr>
              <p:nvPr/>
            </p:nvPicPr>
            <p:blipFill>
              <a:blip r:embed="rId5"/>
              <a:stretch>
                <a:fillRect/>
              </a:stretch>
            </p:blipFill>
            <p:spPr>
              <a:xfrm>
                <a:off x="1111166" y="2288975"/>
                <a:ext cx="533971" cy="533971"/>
              </a:xfrm>
              <a:prstGeom prst="rect">
                <a:avLst/>
              </a:prstGeom>
              <a:solidFill>
                <a:schemeClr val="bg1"/>
              </a:solidFill>
            </p:spPr>
          </p:pic>
        </p:grpSp>
        <p:grpSp>
          <p:nvGrpSpPr>
            <p:cNvPr id="165" name="Group 164"/>
            <p:cNvGrpSpPr/>
            <p:nvPr/>
          </p:nvGrpSpPr>
          <p:grpSpPr>
            <a:xfrm>
              <a:off x="3248122" y="1604361"/>
              <a:ext cx="1168672" cy="1218585"/>
              <a:chOff x="476466" y="1604361"/>
              <a:chExt cx="1168672" cy="1218585"/>
            </a:xfrm>
          </p:grpSpPr>
          <p:pic>
            <p:nvPicPr>
              <p:cNvPr id="182" name="Graphic 135">
                <a:extLst>
                  <a:ext uri="{FF2B5EF4-FFF2-40B4-BE49-F238E27FC236}">
                    <a16:creationId xmlns:a16="http://schemas.microsoft.com/office/drawing/2014/main" id="{C19987B1-DB3A-1640-994D-BCB81FCC1AE4}"/>
                  </a:ext>
                </a:extLst>
              </p:cNvPr>
              <p:cNvPicPr>
                <a:picLocks noChangeAspect="1"/>
              </p:cNvPicPr>
              <p:nvPr/>
            </p:nvPicPr>
            <p:blipFill>
              <a:blip r:embed="rId4"/>
              <a:stretch>
                <a:fillRect/>
              </a:stretch>
            </p:blipFill>
            <p:spPr>
              <a:xfrm>
                <a:off x="476466" y="1604361"/>
                <a:ext cx="1067942" cy="1067942"/>
              </a:xfrm>
              <a:prstGeom prst="rect">
                <a:avLst/>
              </a:prstGeom>
            </p:spPr>
          </p:pic>
          <p:pic>
            <p:nvPicPr>
              <p:cNvPr id="183" name="Graphic 13">
                <a:extLst>
                  <a:ext uri="{FF2B5EF4-FFF2-40B4-BE49-F238E27FC236}">
                    <a16:creationId xmlns:a16="http://schemas.microsoft.com/office/drawing/2014/main" id="{8ED914EA-8278-5449-B046-F8859FA607C7}"/>
                  </a:ext>
                </a:extLst>
              </p:cNvPr>
              <p:cNvPicPr>
                <a:picLocks noChangeAspect="1"/>
              </p:cNvPicPr>
              <p:nvPr/>
            </p:nvPicPr>
            <p:blipFill>
              <a:blip r:embed="rId5"/>
              <a:stretch>
                <a:fillRect/>
              </a:stretch>
            </p:blipFill>
            <p:spPr>
              <a:xfrm>
                <a:off x="1111167" y="1843537"/>
                <a:ext cx="533971" cy="533971"/>
              </a:xfrm>
              <a:prstGeom prst="rect">
                <a:avLst/>
              </a:prstGeom>
              <a:solidFill>
                <a:schemeClr val="bg1"/>
              </a:solidFill>
            </p:spPr>
          </p:pic>
          <p:pic>
            <p:nvPicPr>
              <p:cNvPr id="184" name="Graphic 13">
                <a:extLst>
                  <a:ext uri="{FF2B5EF4-FFF2-40B4-BE49-F238E27FC236}">
                    <a16:creationId xmlns:a16="http://schemas.microsoft.com/office/drawing/2014/main" id="{8ED914EA-8278-5449-B046-F8859FA607C7}"/>
                  </a:ext>
                </a:extLst>
              </p:cNvPr>
              <p:cNvPicPr>
                <a:picLocks noChangeAspect="1"/>
              </p:cNvPicPr>
              <p:nvPr/>
            </p:nvPicPr>
            <p:blipFill>
              <a:blip r:embed="rId5"/>
              <a:stretch>
                <a:fillRect/>
              </a:stretch>
            </p:blipFill>
            <p:spPr>
              <a:xfrm>
                <a:off x="1111166" y="2288975"/>
                <a:ext cx="533971" cy="533971"/>
              </a:xfrm>
              <a:prstGeom prst="rect">
                <a:avLst/>
              </a:prstGeom>
              <a:solidFill>
                <a:schemeClr val="bg1"/>
              </a:solidFill>
            </p:spPr>
          </p:pic>
        </p:grpSp>
        <p:grpSp>
          <p:nvGrpSpPr>
            <p:cNvPr id="166" name="Group 165"/>
            <p:cNvGrpSpPr/>
            <p:nvPr/>
          </p:nvGrpSpPr>
          <p:grpSpPr>
            <a:xfrm>
              <a:off x="4633950" y="1604198"/>
              <a:ext cx="1168672" cy="1218585"/>
              <a:chOff x="476466" y="1604361"/>
              <a:chExt cx="1168672" cy="1218585"/>
            </a:xfrm>
          </p:grpSpPr>
          <p:pic>
            <p:nvPicPr>
              <p:cNvPr id="179" name="Graphic 135">
                <a:extLst>
                  <a:ext uri="{FF2B5EF4-FFF2-40B4-BE49-F238E27FC236}">
                    <a16:creationId xmlns:a16="http://schemas.microsoft.com/office/drawing/2014/main" id="{C19987B1-DB3A-1640-994D-BCB81FCC1AE4}"/>
                  </a:ext>
                </a:extLst>
              </p:cNvPr>
              <p:cNvPicPr>
                <a:picLocks noChangeAspect="1"/>
              </p:cNvPicPr>
              <p:nvPr/>
            </p:nvPicPr>
            <p:blipFill>
              <a:blip r:embed="rId4"/>
              <a:stretch>
                <a:fillRect/>
              </a:stretch>
            </p:blipFill>
            <p:spPr>
              <a:xfrm>
                <a:off x="476466" y="1604361"/>
                <a:ext cx="1067942" cy="1067942"/>
              </a:xfrm>
              <a:prstGeom prst="rect">
                <a:avLst/>
              </a:prstGeom>
            </p:spPr>
          </p:pic>
          <p:pic>
            <p:nvPicPr>
              <p:cNvPr id="180" name="Graphic 13">
                <a:extLst>
                  <a:ext uri="{FF2B5EF4-FFF2-40B4-BE49-F238E27FC236}">
                    <a16:creationId xmlns:a16="http://schemas.microsoft.com/office/drawing/2014/main" id="{8ED914EA-8278-5449-B046-F8859FA607C7}"/>
                  </a:ext>
                </a:extLst>
              </p:cNvPr>
              <p:cNvPicPr>
                <a:picLocks noChangeAspect="1"/>
              </p:cNvPicPr>
              <p:nvPr/>
            </p:nvPicPr>
            <p:blipFill>
              <a:blip r:embed="rId5"/>
              <a:stretch>
                <a:fillRect/>
              </a:stretch>
            </p:blipFill>
            <p:spPr>
              <a:xfrm>
                <a:off x="1111167" y="1843537"/>
                <a:ext cx="533971" cy="533971"/>
              </a:xfrm>
              <a:prstGeom prst="rect">
                <a:avLst/>
              </a:prstGeom>
              <a:solidFill>
                <a:schemeClr val="bg1"/>
              </a:solidFill>
            </p:spPr>
          </p:pic>
          <p:pic>
            <p:nvPicPr>
              <p:cNvPr id="181" name="Graphic 13">
                <a:extLst>
                  <a:ext uri="{FF2B5EF4-FFF2-40B4-BE49-F238E27FC236}">
                    <a16:creationId xmlns:a16="http://schemas.microsoft.com/office/drawing/2014/main" id="{8ED914EA-8278-5449-B046-F8859FA607C7}"/>
                  </a:ext>
                </a:extLst>
              </p:cNvPr>
              <p:cNvPicPr>
                <a:picLocks noChangeAspect="1"/>
              </p:cNvPicPr>
              <p:nvPr/>
            </p:nvPicPr>
            <p:blipFill>
              <a:blip r:embed="rId5"/>
              <a:stretch>
                <a:fillRect/>
              </a:stretch>
            </p:blipFill>
            <p:spPr>
              <a:xfrm>
                <a:off x="1111166" y="2288975"/>
                <a:ext cx="533971" cy="533971"/>
              </a:xfrm>
              <a:prstGeom prst="rect">
                <a:avLst/>
              </a:prstGeom>
              <a:solidFill>
                <a:schemeClr val="bg1"/>
              </a:solidFill>
            </p:spPr>
          </p:pic>
        </p:grpSp>
        <p:grpSp>
          <p:nvGrpSpPr>
            <p:cNvPr id="167" name="Group 166"/>
            <p:cNvGrpSpPr/>
            <p:nvPr/>
          </p:nvGrpSpPr>
          <p:grpSpPr>
            <a:xfrm>
              <a:off x="6019778" y="1600465"/>
              <a:ext cx="1168672" cy="1218585"/>
              <a:chOff x="476466" y="1604361"/>
              <a:chExt cx="1168672" cy="1218585"/>
            </a:xfrm>
          </p:grpSpPr>
          <p:pic>
            <p:nvPicPr>
              <p:cNvPr id="176" name="Graphic 135">
                <a:extLst>
                  <a:ext uri="{FF2B5EF4-FFF2-40B4-BE49-F238E27FC236}">
                    <a16:creationId xmlns:a16="http://schemas.microsoft.com/office/drawing/2014/main" id="{C19987B1-DB3A-1640-994D-BCB81FCC1AE4}"/>
                  </a:ext>
                </a:extLst>
              </p:cNvPr>
              <p:cNvPicPr>
                <a:picLocks noChangeAspect="1"/>
              </p:cNvPicPr>
              <p:nvPr/>
            </p:nvPicPr>
            <p:blipFill>
              <a:blip r:embed="rId4"/>
              <a:stretch>
                <a:fillRect/>
              </a:stretch>
            </p:blipFill>
            <p:spPr>
              <a:xfrm>
                <a:off x="476466" y="1604361"/>
                <a:ext cx="1067942" cy="1067942"/>
              </a:xfrm>
              <a:prstGeom prst="rect">
                <a:avLst/>
              </a:prstGeom>
            </p:spPr>
          </p:pic>
          <p:pic>
            <p:nvPicPr>
              <p:cNvPr id="177" name="Graphic 13">
                <a:extLst>
                  <a:ext uri="{FF2B5EF4-FFF2-40B4-BE49-F238E27FC236}">
                    <a16:creationId xmlns:a16="http://schemas.microsoft.com/office/drawing/2014/main" id="{8ED914EA-8278-5449-B046-F8859FA607C7}"/>
                  </a:ext>
                </a:extLst>
              </p:cNvPr>
              <p:cNvPicPr>
                <a:picLocks noChangeAspect="1"/>
              </p:cNvPicPr>
              <p:nvPr/>
            </p:nvPicPr>
            <p:blipFill>
              <a:blip r:embed="rId5"/>
              <a:stretch>
                <a:fillRect/>
              </a:stretch>
            </p:blipFill>
            <p:spPr>
              <a:xfrm>
                <a:off x="1111167" y="1843537"/>
                <a:ext cx="533971" cy="533971"/>
              </a:xfrm>
              <a:prstGeom prst="rect">
                <a:avLst/>
              </a:prstGeom>
              <a:solidFill>
                <a:schemeClr val="bg1"/>
              </a:solidFill>
            </p:spPr>
          </p:pic>
          <p:pic>
            <p:nvPicPr>
              <p:cNvPr id="178" name="Graphic 13">
                <a:extLst>
                  <a:ext uri="{FF2B5EF4-FFF2-40B4-BE49-F238E27FC236}">
                    <a16:creationId xmlns:a16="http://schemas.microsoft.com/office/drawing/2014/main" id="{8ED914EA-8278-5449-B046-F8859FA607C7}"/>
                  </a:ext>
                </a:extLst>
              </p:cNvPr>
              <p:cNvPicPr>
                <a:picLocks noChangeAspect="1"/>
              </p:cNvPicPr>
              <p:nvPr/>
            </p:nvPicPr>
            <p:blipFill>
              <a:blip r:embed="rId5"/>
              <a:stretch>
                <a:fillRect/>
              </a:stretch>
            </p:blipFill>
            <p:spPr>
              <a:xfrm>
                <a:off x="1111166" y="2288975"/>
                <a:ext cx="533971" cy="533971"/>
              </a:xfrm>
              <a:prstGeom prst="rect">
                <a:avLst/>
              </a:prstGeom>
              <a:solidFill>
                <a:schemeClr val="bg1"/>
              </a:solidFill>
            </p:spPr>
          </p:pic>
        </p:grpSp>
        <p:grpSp>
          <p:nvGrpSpPr>
            <p:cNvPr id="168" name="Group 167"/>
            <p:cNvGrpSpPr/>
            <p:nvPr/>
          </p:nvGrpSpPr>
          <p:grpSpPr>
            <a:xfrm>
              <a:off x="7405606" y="1614900"/>
              <a:ext cx="1168672" cy="1218585"/>
              <a:chOff x="476466" y="1604361"/>
              <a:chExt cx="1168672" cy="1218585"/>
            </a:xfrm>
          </p:grpSpPr>
          <p:pic>
            <p:nvPicPr>
              <p:cNvPr id="173" name="Graphic 135">
                <a:extLst>
                  <a:ext uri="{FF2B5EF4-FFF2-40B4-BE49-F238E27FC236}">
                    <a16:creationId xmlns:a16="http://schemas.microsoft.com/office/drawing/2014/main" id="{C19987B1-DB3A-1640-994D-BCB81FCC1AE4}"/>
                  </a:ext>
                </a:extLst>
              </p:cNvPr>
              <p:cNvPicPr>
                <a:picLocks noChangeAspect="1"/>
              </p:cNvPicPr>
              <p:nvPr/>
            </p:nvPicPr>
            <p:blipFill>
              <a:blip r:embed="rId4"/>
              <a:stretch>
                <a:fillRect/>
              </a:stretch>
            </p:blipFill>
            <p:spPr>
              <a:xfrm>
                <a:off x="476466" y="1604361"/>
                <a:ext cx="1067942" cy="1067942"/>
              </a:xfrm>
              <a:prstGeom prst="rect">
                <a:avLst/>
              </a:prstGeom>
            </p:spPr>
          </p:pic>
          <p:pic>
            <p:nvPicPr>
              <p:cNvPr id="174" name="Graphic 13">
                <a:extLst>
                  <a:ext uri="{FF2B5EF4-FFF2-40B4-BE49-F238E27FC236}">
                    <a16:creationId xmlns:a16="http://schemas.microsoft.com/office/drawing/2014/main" id="{8ED914EA-8278-5449-B046-F8859FA607C7}"/>
                  </a:ext>
                </a:extLst>
              </p:cNvPr>
              <p:cNvPicPr>
                <a:picLocks noChangeAspect="1"/>
              </p:cNvPicPr>
              <p:nvPr/>
            </p:nvPicPr>
            <p:blipFill>
              <a:blip r:embed="rId5"/>
              <a:stretch>
                <a:fillRect/>
              </a:stretch>
            </p:blipFill>
            <p:spPr>
              <a:xfrm>
                <a:off x="1111167" y="1843537"/>
                <a:ext cx="533971" cy="533971"/>
              </a:xfrm>
              <a:prstGeom prst="rect">
                <a:avLst/>
              </a:prstGeom>
              <a:solidFill>
                <a:schemeClr val="bg1"/>
              </a:solidFill>
            </p:spPr>
          </p:pic>
          <p:pic>
            <p:nvPicPr>
              <p:cNvPr id="175" name="Graphic 13">
                <a:extLst>
                  <a:ext uri="{FF2B5EF4-FFF2-40B4-BE49-F238E27FC236}">
                    <a16:creationId xmlns:a16="http://schemas.microsoft.com/office/drawing/2014/main" id="{8ED914EA-8278-5449-B046-F8859FA607C7}"/>
                  </a:ext>
                </a:extLst>
              </p:cNvPr>
              <p:cNvPicPr>
                <a:picLocks noChangeAspect="1"/>
              </p:cNvPicPr>
              <p:nvPr/>
            </p:nvPicPr>
            <p:blipFill>
              <a:blip r:embed="rId5"/>
              <a:stretch>
                <a:fillRect/>
              </a:stretch>
            </p:blipFill>
            <p:spPr>
              <a:xfrm>
                <a:off x="1111166" y="2288975"/>
                <a:ext cx="533971" cy="533971"/>
              </a:xfrm>
              <a:prstGeom prst="rect">
                <a:avLst/>
              </a:prstGeom>
              <a:solidFill>
                <a:schemeClr val="bg1"/>
              </a:solidFill>
            </p:spPr>
          </p:pic>
        </p:grpSp>
        <p:grpSp>
          <p:nvGrpSpPr>
            <p:cNvPr id="169" name="Group 168"/>
            <p:cNvGrpSpPr/>
            <p:nvPr/>
          </p:nvGrpSpPr>
          <p:grpSpPr>
            <a:xfrm>
              <a:off x="8791432" y="1600465"/>
              <a:ext cx="1168672" cy="1218585"/>
              <a:chOff x="476466" y="1604361"/>
              <a:chExt cx="1168672" cy="1218585"/>
            </a:xfrm>
          </p:grpSpPr>
          <p:pic>
            <p:nvPicPr>
              <p:cNvPr id="170" name="Graphic 135">
                <a:extLst>
                  <a:ext uri="{FF2B5EF4-FFF2-40B4-BE49-F238E27FC236}">
                    <a16:creationId xmlns:a16="http://schemas.microsoft.com/office/drawing/2014/main" id="{C19987B1-DB3A-1640-994D-BCB81FCC1AE4}"/>
                  </a:ext>
                </a:extLst>
              </p:cNvPr>
              <p:cNvPicPr>
                <a:picLocks noChangeAspect="1"/>
              </p:cNvPicPr>
              <p:nvPr/>
            </p:nvPicPr>
            <p:blipFill>
              <a:blip r:embed="rId4"/>
              <a:stretch>
                <a:fillRect/>
              </a:stretch>
            </p:blipFill>
            <p:spPr>
              <a:xfrm>
                <a:off x="476466" y="1604361"/>
                <a:ext cx="1067942" cy="1067942"/>
              </a:xfrm>
              <a:prstGeom prst="rect">
                <a:avLst/>
              </a:prstGeom>
            </p:spPr>
          </p:pic>
          <p:pic>
            <p:nvPicPr>
              <p:cNvPr id="171" name="Graphic 13">
                <a:extLst>
                  <a:ext uri="{FF2B5EF4-FFF2-40B4-BE49-F238E27FC236}">
                    <a16:creationId xmlns:a16="http://schemas.microsoft.com/office/drawing/2014/main" id="{8ED914EA-8278-5449-B046-F8859FA607C7}"/>
                  </a:ext>
                </a:extLst>
              </p:cNvPr>
              <p:cNvPicPr>
                <a:picLocks noChangeAspect="1"/>
              </p:cNvPicPr>
              <p:nvPr/>
            </p:nvPicPr>
            <p:blipFill>
              <a:blip r:embed="rId5"/>
              <a:stretch>
                <a:fillRect/>
              </a:stretch>
            </p:blipFill>
            <p:spPr>
              <a:xfrm>
                <a:off x="1111167" y="1843537"/>
                <a:ext cx="533971" cy="533971"/>
              </a:xfrm>
              <a:prstGeom prst="rect">
                <a:avLst/>
              </a:prstGeom>
              <a:solidFill>
                <a:schemeClr val="bg1"/>
              </a:solidFill>
            </p:spPr>
          </p:pic>
          <p:pic>
            <p:nvPicPr>
              <p:cNvPr id="172" name="Graphic 13">
                <a:extLst>
                  <a:ext uri="{FF2B5EF4-FFF2-40B4-BE49-F238E27FC236}">
                    <a16:creationId xmlns:a16="http://schemas.microsoft.com/office/drawing/2014/main" id="{8ED914EA-8278-5449-B046-F8859FA607C7}"/>
                  </a:ext>
                </a:extLst>
              </p:cNvPr>
              <p:cNvPicPr>
                <a:picLocks noChangeAspect="1"/>
              </p:cNvPicPr>
              <p:nvPr/>
            </p:nvPicPr>
            <p:blipFill>
              <a:blip r:embed="rId5"/>
              <a:stretch>
                <a:fillRect/>
              </a:stretch>
            </p:blipFill>
            <p:spPr>
              <a:xfrm>
                <a:off x="1111166" y="2288975"/>
                <a:ext cx="533971" cy="533971"/>
              </a:xfrm>
              <a:prstGeom prst="rect">
                <a:avLst/>
              </a:prstGeom>
              <a:solidFill>
                <a:schemeClr val="bg1"/>
              </a:solidFill>
            </p:spPr>
          </p:pic>
        </p:grpSp>
      </p:grpSp>
      <p:sp>
        <p:nvSpPr>
          <p:cNvPr id="66" name="Rounded Rectangle 65"/>
          <p:cNvSpPr/>
          <p:nvPr/>
        </p:nvSpPr>
        <p:spPr>
          <a:xfrm>
            <a:off x="1132404" y="4629128"/>
            <a:ext cx="9927192" cy="1225350"/>
          </a:xfrm>
          <a:prstGeom prst="roundRect">
            <a:avLst>
              <a:gd name="adj" fmla="val 0"/>
            </a:avLst>
          </a:prstGeom>
          <a:noFill/>
          <a:ln w="12700">
            <a:solidFill>
              <a:schemeClr val="tx1"/>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2400" dirty="0">
              <a:solidFill>
                <a:schemeClr val="tx1"/>
              </a:solidFill>
              <a:latin typeface="Amazon Ember Light" charset="0"/>
              <a:ea typeface="Amazon Ember Light" charset="0"/>
              <a:cs typeface="Amazon Ember Light" charset="0"/>
            </a:endParaRPr>
          </a:p>
        </p:txBody>
      </p:sp>
      <p:sp>
        <p:nvSpPr>
          <p:cNvPr id="61" name="Rectangle 60">
            <a:extLst>
              <a:ext uri="{FF2B5EF4-FFF2-40B4-BE49-F238E27FC236}">
                <a16:creationId xmlns:a16="http://schemas.microsoft.com/office/drawing/2014/main" id="{065F89D1-1D7D-A340-905C-937A025DCB0F}"/>
              </a:ext>
            </a:extLst>
          </p:cNvPr>
          <p:cNvSpPr/>
          <p:nvPr/>
        </p:nvSpPr>
        <p:spPr>
          <a:xfrm>
            <a:off x="3191546" y="1821672"/>
            <a:ext cx="7086035" cy="751835"/>
          </a:xfrm>
          <a:prstGeom prst="rect">
            <a:avLst/>
          </a:prstGeom>
          <a:solidFill>
            <a:schemeClr val="accent2">
              <a:lumMod val="40000"/>
              <a:lumOff val="60000"/>
            </a:schemeClr>
          </a:solidFill>
          <a:ln w="15875" cap="sq">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609585">
              <a:defRPr/>
            </a:pPr>
            <a:r>
              <a:rPr lang="en-US" sz="2200" dirty="0">
                <a:solidFill>
                  <a:schemeClr val="tx1"/>
                </a:solidFill>
                <a:latin typeface="Amazon Ember" panose="02000000000000000000" pitchFamily="2" charset="0"/>
                <a:ea typeface="Amazon Ember" panose="02000000000000000000" pitchFamily="2" charset="0"/>
                <a:cs typeface="Amazon Ember" panose="020B0603020204020204" pitchFamily="34" charset="0"/>
              </a:rPr>
              <a:t>Scheduling and orchestration</a:t>
            </a:r>
          </a:p>
        </p:txBody>
      </p:sp>
      <p:sp>
        <p:nvSpPr>
          <p:cNvPr id="63" name="Rectangle 62">
            <a:extLst>
              <a:ext uri="{FF2B5EF4-FFF2-40B4-BE49-F238E27FC236}">
                <a16:creationId xmlns:a16="http://schemas.microsoft.com/office/drawing/2014/main" id="{544A743A-8A3E-8F4E-9B19-208F56FC83FE}"/>
              </a:ext>
            </a:extLst>
          </p:cNvPr>
          <p:cNvSpPr/>
          <p:nvPr/>
        </p:nvSpPr>
        <p:spPr>
          <a:xfrm>
            <a:off x="6750219" y="2668205"/>
            <a:ext cx="3499564" cy="485676"/>
          </a:xfrm>
          <a:prstGeom prst="rect">
            <a:avLst/>
          </a:prstGeom>
          <a:solidFill>
            <a:schemeClr val="accent2">
              <a:lumMod val="40000"/>
              <a:lumOff val="60000"/>
            </a:schemeClr>
          </a:solidFill>
          <a:ln w="15875" cap="sq">
            <a:solidFill>
              <a:schemeClr val="bg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609585">
              <a:defRPr/>
            </a:pPr>
            <a:r>
              <a:rPr lang="en-US" sz="200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Placement engine</a:t>
            </a:r>
          </a:p>
        </p:txBody>
      </p:sp>
      <p:sp>
        <p:nvSpPr>
          <p:cNvPr id="3" name="Rectangle 2"/>
          <p:cNvSpPr/>
          <p:nvPr/>
        </p:nvSpPr>
        <p:spPr>
          <a:xfrm>
            <a:off x="1132404" y="1323552"/>
            <a:ext cx="9927192" cy="22089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Rectangle 61">
            <a:extLst>
              <a:ext uri="{FF2B5EF4-FFF2-40B4-BE49-F238E27FC236}">
                <a16:creationId xmlns:a16="http://schemas.microsoft.com/office/drawing/2014/main" id="{8F1E211D-DAB7-A843-BBBA-0D75F60427DD}"/>
              </a:ext>
            </a:extLst>
          </p:cNvPr>
          <p:cNvSpPr/>
          <p:nvPr/>
        </p:nvSpPr>
        <p:spPr>
          <a:xfrm>
            <a:off x="3198101" y="2668908"/>
            <a:ext cx="3420171" cy="485676"/>
          </a:xfrm>
          <a:prstGeom prst="rect">
            <a:avLst/>
          </a:prstGeom>
          <a:solidFill>
            <a:schemeClr val="accent2">
              <a:lumMod val="40000"/>
              <a:lumOff val="60000"/>
            </a:schemeClr>
          </a:solidFill>
          <a:ln w="15875" cap="sq">
            <a:solidFill>
              <a:schemeClr val="bg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609585">
              <a:defRPr/>
            </a:pPr>
            <a:r>
              <a:rPr lang="en-US" sz="200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Cluster manager</a:t>
            </a:r>
          </a:p>
        </p:txBody>
      </p:sp>
      <p:sp>
        <p:nvSpPr>
          <p:cNvPr id="78" name="TextBox 77">
            <a:extLst>
              <a:ext uri="{FF2B5EF4-FFF2-40B4-BE49-F238E27FC236}">
                <a16:creationId xmlns:a16="http://schemas.microsoft.com/office/drawing/2014/main" id="{8CF5FB91-5B4F-E84D-AFCE-50004C988F46}"/>
              </a:ext>
            </a:extLst>
          </p:cNvPr>
          <p:cNvSpPr txBox="1"/>
          <p:nvPr/>
        </p:nvSpPr>
        <p:spPr>
          <a:xfrm>
            <a:off x="1417392" y="2638955"/>
            <a:ext cx="1506552" cy="369332"/>
          </a:xfrm>
          <a:prstGeom prst="rect">
            <a:avLst/>
          </a:prstGeom>
          <a:noFill/>
        </p:spPr>
        <p:txBody>
          <a:bodyPr wrap="square" rtlCol="0">
            <a:spAutoFit/>
          </a:bodyPr>
          <a:lstStyle/>
          <a:p>
            <a:pPr algn="ctr"/>
            <a:r>
              <a:rPr lang="en-US" dirty="0">
                <a:latin typeface="Amazon Ember" panose="02000000000000000000" pitchFamily="2" charset="0"/>
                <a:ea typeface="Amazon Ember" panose="02000000000000000000" pitchFamily="2" charset="0"/>
              </a:rPr>
              <a:t>Amazon ECS</a:t>
            </a:r>
          </a:p>
        </p:txBody>
      </p:sp>
      <p:pic>
        <p:nvPicPr>
          <p:cNvPr id="79" name="Graphic 21">
            <a:extLst>
              <a:ext uri="{FF2B5EF4-FFF2-40B4-BE49-F238E27FC236}">
                <a16:creationId xmlns:a16="http://schemas.microsoft.com/office/drawing/2014/main" id="{56FBFD27-4604-2843-963C-296819DA9A42}"/>
              </a:ext>
            </a:extLst>
          </p:cNvPr>
          <p:cNvPicPr>
            <a:picLocks noChangeAspect="1"/>
          </p:cNvPicPr>
          <p:nvPr/>
        </p:nvPicPr>
        <p:blipFill>
          <a:blip r:embed="rId6"/>
          <a:stretch>
            <a:fillRect/>
          </a:stretch>
        </p:blipFill>
        <p:spPr>
          <a:xfrm>
            <a:off x="1815068" y="1930796"/>
            <a:ext cx="711200" cy="711200"/>
          </a:xfrm>
          <a:prstGeom prst="rect">
            <a:avLst/>
          </a:prstGeom>
        </p:spPr>
      </p:pic>
      <p:cxnSp>
        <p:nvCxnSpPr>
          <p:cNvPr id="264" name="Elbow Connector 263"/>
          <p:cNvCxnSpPr>
            <a:stCxn id="3" idx="2"/>
            <a:endCxn id="188" idx="0"/>
          </p:cNvCxnSpPr>
          <p:nvPr/>
        </p:nvCxnSpPr>
        <p:spPr>
          <a:xfrm rot="5400000">
            <a:off x="3458623" y="2025288"/>
            <a:ext cx="1130119" cy="4144637"/>
          </a:xfrm>
          <a:prstGeom prst="bentConnector3">
            <a:avLst>
              <a:gd name="adj1" fmla="val 49368"/>
            </a:avLst>
          </a:prstGeom>
          <a:ln w="12700">
            <a:tailEnd type="arrow" w="med" len="sm"/>
          </a:ln>
        </p:spPr>
        <p:style>
          <a:lnRef idx="1">
            <a:schemeClr val="accent1"/>
          </a:lnRef>
          <a:fillRef idx="0">
            <a:schemeClr val="accent1"/>
          </a:fillRef>
          <a:effectRef idx="0">
            <a:schemeClr val="accent1"/>
          </a:effectRef>
          <a:fontRef idx="minor">
            <a:schemeClr val="tx1"/>
          </a:fontRef>
        </p:style>
      </p:cxnSp>
      <p:cxnSp>
        <p:nvCxnSpPr>
          <p:cNvPr id="152" name="Elbow Connector 151"/>
          <p:cNvCxnSpPr>
            <a:stCxn id="3" idx="2"/>
            <a:endCxn id="170" idx="0"/>
          </p:cNvCxnSpPr>
          <p:nvPr/>
        </p:nvCxnSpPr>
        <p:spPr>
          <a:xfrm rot="16200000" flipH="1">
            <a:off x="7618053" y="2010493"/>
            <a:ext cx="1126223" cy="4170329"/>
          </a:xfrm>
          <a:prstGeom prst="bentConnector3">
            <a:avLst>
              <a:gd name="adj1" fmla="val 49789"/>
            </a:avLst>
          </a:prstGeom>
          <a:ln w="12700">
            <a:tailEnd type="arrow" w="med" len="sm"/>
          </a:ln>
        </p:spPr>
        <p:style>
          <a:lnRef idx="1">
            <a:schemeClr val="accent1"/>
          </a:lnRef>
          <a:fillRef idx="0">
            <a:schemeClr val="accent1"/>
          </a:fillRef>
          <a:effectRef idx="0">
            <a:schemeClr val="accent1"/>
          </a:effectRef>
          <a:fontRef idx="minor">
            <a:schemeClr val="tx1"/>
          </a:fontRef>
        </p:style>
      </p:cxnSp>
      <p:cxnSp>
        <p:nvCxnSpPr>
          <p:cNvPr id="153" name="Elbow Connector 152"/>
          <p:cNvCxnSpPr>
            <a:stCxn id="3" idx="2"/>
            <a:endCxn id="185" idx="0"/>
          </p:cNvCxnSpPr>
          <p:nvPr/>
        </p:nvCxnSpPr>
        <p:spPr>
          <a:xfrm rot="5400000">
            <a:off x="4151537" y="2718202"/>
            <a:ext cx="1130119" cy="2758809"/>
          </a:xfrm>
          <a:prstGeom prst="bentConnector3">
            <a:avLst>
              <a:gd name="adj1" fmla="val 49579"/>
            </a:avLst>
          </a:prstGeom>
          <a:ln w="12700">
            <a:tailEnd type="arrow" w="med" len="sm"/>
          </a:ln>
        </p:spPr>
        <p:style>
          <a:lnRef idx="1">
            <a:schemeClr val="accent1"/>
          </a:lnRef>
          <a:fillRef idx="0">
            <a:schemeClr val="accent1"/>
          </a:fillRef>
          <a:effectRef idx="0">
            <a:schemeClr val="accent1"/>
          </a:effectRef>
          <a:fontRef idx="minor">
            <a:schemeClr val="tx1"/>
          </a:fontRef>
        </p:style>
      </p:cxnSp>
      <p:cxnSp>
        <p:nvCxnSpPr>
          <p:cNvPr id="154" name="Elbow Connector 153"/>
          <p:cNvCxnSpPr>
            <a:stCxn id="3" idx="2"/>
            <a:endCxn id="173" idx="0"/>
          </p:cNvCxnSpPr>
          <p:nvPr/>
        </p:nvCxnSpPr>
        <p:spPr>
          <a:xfrm rot="16200000" flipH="1">
            <a:off x="6917922" y="2710624"/>
            <a:ext cx="1140658" cy="2784503"/>
          </a:xfrm>
          <a:prstGeom prst="bentConnector3">
            <a:avLst>
              <a:gd name="adj1" fmla="val 49165"/>
            </a:avLst>
          </a:prstGeom>
          <a:ln w="12700">
            <a:tailEnd type="arrow" w="med" len="sm"/>
          </a:ln>
        </p:spPr>
        <p:style>
          <a:lnRef idx="1">
            <a:schemeClr val="accent1"/>
          </a:lnRef>
          <a:fillRef idx="0">
            <a:schemeClr val="accent1"/>
          </a:fillRef>
          <a:effectRef idx="0">
            <a:schemeClr val="accent1"/>
          </a:effectRef>
          <a:fontRef idx="minor">
            <a:schemeClr val="tx1"/>
          </a:fontRef>
        </p:style>
      </p:cxnSp>
      <p:cxnSp>
        <p:nvCxnSpPr>
          <p:cNvPr id="155" name="Elbow Connector 154"/>
          <p:cNvCxnSpPr>
            <a:stCxn id="3" idx="2"/>
            <a:endCxn id="176" idx="0"/>
          </p:cNvCxnSpPr>
          <p:nvPr/>
        </p:nvCxnSpPr>
        <p:spPr>
          <a:xfrm rot="16200000" flipH="1">
            <a:off x="6232226" y="3396320"/>
            <a:ext cx="1126223" cy="1398675"/>
          </a:xfrm>
          <a:prstGeom prst="bentConnector3">
            <a:avLst>
              <a:gd name="adj1" fmla="val 49789"/>
            </a:avLst>
          </a:prstGeom>
          <a:ln w="12700">
            <a:tailEnd type="arrow" w="med" len="sm"/>
          </a:ln>
        </p:spPr>
        <p:style>
          <a:lnRef idx="1">
            <a:schemeClr val="accent1"/>
          </a:lnRef>
          <a:fillRef idx="0">
            <a:schemeClr val="accent1"/>
          </a:fillRef>
          <a:effectRef idx="0">
            <a:schemeClr val="accent1"/>
          </a:effectRef>
          <a:fontRef idx="minor">
            <a:schemeClr val="tx1"/>
          </a:fontRef>
        </p:style>
      </p:cxnSp>
      <p:cxnSp>
        <p:nvCxnSpPr>
          <p:cNvPr id="156" name="Elbow Connector 155"/>
          <p:cNvCxnSpPr>
            <a:stCxn id="3" idx="2"/>
            <a:endCxn id="182" idx="0"/>
          </p:cNvCxnSpPr>
          <p:nvPr/>
        </p:nvCxnSpPr>
        <p:spPr>
          <a:xfrm rot="5400000">
            <a:off x="4844451" y="3411116"/>
            <a:ext cx="1130119" cy="1372981"/>
          </a:xfrm>
          <a:prstGeom prst="bentConnector3">
            <a:avLst>
              <a:gd name="adj1" fmla="val 49580"/>
            </a:avLst>
          </a:prstGeom>
          <a:ln w="12700">
            <a:tailEnd type="arrow" w="med" len="sm"/>
          </a:ln>
        </p:spPr>
        <p:style>
          <a:lnRef idx="1">
            <a:schemeClr val="accent1"/>
          </a:lnRef>
          <a:fillRef idx="0">
            <a:schemeClr val="accent1"/>
          </a:fillRef>
          <a:effectRef idx="0">
            <a:schemeClr val="accent1"/>
          </a:effectRef>
          <a:fontRef idx="minor">
            <a:schemeClr val="tx1"/>
          </a:fontRef>
        </p:style>
      </p:cxnSp>
      <p:cxnSp>
        <p:nvCxnSpPr>
          <p:cNvPr id="271" name="Straight Arrow Connector 270"/>
          <p:cNvCxnSpPr/>
          <p:nvPr/>
        </p:nvCxnSpPr>
        <p:spPr>
          <a:xfrm flipH="1">
            <a:off x="6096289" y="3931174"/>
            <a:ext cx="397" cy="651774"/>
          </a:xfrm>
          <a:prstGeom prst="straightConnector1">
            <a:avLst/>
          </a:prstGeom>
          <a:ln w="12700">
            <a:tailEnd type="arrow" w="med" len="sm"/>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30364600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Amazon EC2 </a:t>
            </a:r>
            <a:r>
              <a:rPr lang="en-US" dirty="0">
                <a:solidFill>
                  <a:srgbClr val="FFFFFF"/>
                </a:solidFill>
              </a:rPr>
              <a:t>launch</a:t>
            </a:r>
            <a:r>
              <a:rPr lang="en-US" dirty="0"/>
              <a:t> </a:t>
            </a:r>
            <a:r>
              <a:rPr lang="en-US" dirty="0">
                <a:solidFill>
                  <a:srgbClr val="FFFFFF"/>
                </a:solidFill>
              </a:rPr>
              <a:t>type</a:t>
            </a:r>
            <a:endParaRPr lang="en-US" dirty="0">
              <a:solidFill>
                <a:srgbClr val="FFFFFF"/>
              </a:solidFill>
              <a:latin typeface="Amazon Ember Light" panose="020B0403020204020204"/>
            </a:endParaRPr>
          </a:p>
        </p:txBody>
      </p:sp>
      <p:sp>
        <p:nvSpPr>
          <p:cNvPr id="2" name="Slide Number Placeholder 1"/>
          <p:cNvSpPr>
            <a:spLocks noGrp="1"/>
          </p:cNvSpPr>
          <p:nvPr>
            <p:ph type="sldNum" sz="quarter" idx="12"/>
          </p:nvPr>
        </p:nvSpPr>
        <p:spPr/>
        <p:txBody>
          <a:bodyPr/>
          <a:lstStyle/>
          <a:p>
            <a:fld id="{9FC43BFD-8FF7-A343-A8A6-E2338FCE8046}" type="slidenum">
              <a:rPr lang="en-US" smtClean="0"/>
              <a:pPr/>
              <a:t>26</a:t>
            </a:fld>
            <a:endParaRPr lang="en-US" dirty="0"/>
          </a:p>
        </p:txBody>
      </p:sp>
      <p:sp>
        <p:nvSpPr>
          <p:cNvPr id="3" name="Footer Placeholder 2"/>
          <p:cNvSpPr>
            <a:spLocks noGrp="1"/>
          </p:cNvSpPr>
          <p:nvPr>
            <p:ph type="ftr" sz="quarter" idx="3"/>
          </p:nvPr>
        </p:nvSpPr>
        <p:spPr/>
        <p:txBody>
          <a:bodyPr/>
          <a:lstStyle/>
          <a:p>
            <a:r>
              <a:rPr lang="en-US"/>
              <a:t>© 2020 Amazon Web Services, Inc. or its Affiliates. All rights reserved.</a:t>
            </a:r>
            <a:endParaRPr lang="en-US" dirty="0"/>
          </a:p>
        </p:txBody>
      </p:sp>
      <p:sp>
        <p:nvSpPr>
          <p:cNvPr id="157" name="Rectangle 156">
            <a:extLst>
              <a:ext uri="{FF2B5EF4-FFF2-40B4-BE49-F238E27FC236}">
                <a16:creationId xmlns:a16="http://schemas.microsoft.com/office/drawing/2014/main" id="{065F89D1-1D7D-A340-905C-937A025DCB0F}"/>
              </a:ext>
            </a:extLst>
          </p:cNvPr>
          <p:cNvSpPr/>
          <p:nvPr/>
        </p:nvSpPr>
        <p:spPr>
          <a:xfrm>
            <a:off x="3191546" y="1821672"/>
            <a:ext cx="7086035" cy="751835"/>
          </a:xfrm>
          <a:prstGeom prst="rect">
            <a:avLst/>
          </a:prstGeom>
          <a:solidFill>
            <a:schemeClr val="accent2">
              <a:lumMod val="40000"/>
              <a:lumOff val="60000"/>
            </a:schemeClr>
          </a:solidFill>
          <a:ln w="15875" cap="sq">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609585">
              <a:defRPr/>
            </a:pPr>
            <a:r>
              <a:rPr lang="en-US" sz="2200" dirty="0">
                <a:solidFill>
                  <a:schemeClr val="tx1"/>
                </a:solidFill>
                <a:latin typeface="Amazon Ember" panose="02000000000000000000" pitchFamily="2" charset="0"/>
                <a:ea typeface="Amazon Ember" panose="02000000000000000000" pitchFamily="2" charset="0"/>
                <a:cs typeface="Amazon Ember" panose="020B0603020204020204" pitchFamily="34" charset="0"/>
              </a:rPr>
              <a:t>Scheduling and orchestration</a:t>
            </a:r>
          </a:p>
        </p:txBody>
      </p:sp>
      <p:sp>
        <p:nvSpPr>
          <p:cNvPr id="158" name="Rectangle 157">
            <a:extLst>
              <a:ext uri="{FF2B5EF4-FFF2-40B4-BE49-F238E27FC236}">
                <a16:creationId xmlns:a16="http://schemas.microsoft.com/office/drawing/2014/main" id="{544A743A-8A3E-8F4E-9B19-208F56FC83FE}"/>
              </a:ext>
            </a:extLst>
          </p:cNvPr>
          <p:cNvSpPr/>
          <p:nvPr/>
        </p:nvSpPr>
        <p:spPr>
          <a:xfrm>
            <a:off x="6750219" y="2668205"/>
            <a:ext cx="3499564" cy="485676"/>
          </a:xfrm>
          <a:prstGeom prst="rect">
            <a:avLst/>
          </a:prstGeom>
          <a:solidFill>
            <a:schemeClr val="accent2">
              <a:lumMod val="40000"/>
              <a:lumOff val="60000"/>
            </a:schemeClr>
          </a:solidFill>
          <a:ln w="15875" cap="sq">
            <a:solidFill>
              <a:schemeClr val="bg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609585">
              <a:defRPr/>
            </a:pPr>
            <a:r>
              <a:rPr lang="en-US" sz="200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Placement engine</a:t>
            </a:r>
          </a:p>
        </p:txBody>
      </p:sp>
      <p:sp>
        <p:nvSpPr>
          <p:cNvPr id="161" name="Rectangle 160"/>
          <p:cNvSpPr/>
          <p:nvPr/>
        </p:nvSpPr>
        <p:spPr>
          <a:xfrm>
            <a:off x="1132404" y="1323552"/>
            <a:ext cx="9927192" cy="22089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2" name="Rectangle 161">
            <a:extLst>
              <a:ext uri="{FF2B5EF4-FFF2-40B4-BE49-F238E27FC236}">
                <a16:creationId xmlns:a16="http://schemas.microsoft.com/office/drawing/2014/main" id="{8F1E211D-DAB7-A843-BBBA-0D75F60427DD}"/>
              </a:ext>
            </a:extLst>
          </p:cNvPr>
          <p:cNvSpPr/>
          <p:nvPr/>
        </p:nvSpPr>
        <p:spPr>
          <a:xfrm>
            <a:off x="3198101" y="2668908"/>
            <a:ext cx="3420171" cy="485676"/>
          </a:xfrm>
          <a:prstGeom prst="rect">
            <a:avLst/>
          </a:prstGeom>
          <a:solidFill>
            <a:schemeClr val="accent2">
              <a:lumMod val="40000"/>
              <a:lumOff val="60000"/>
            </a:schemeClr>
          </a:solidFill>
          <a:ln w="15875" cap="sq">
            <a:solidFill>
              <a:schemeClr val="bg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609585">
              <a:defRPr/>
            </a:pPr>
            <a:r>
              <a:rPr lang="en-US" sz="200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Cluster manager</a:t>
            </a:r>
          </a:p>
        </p:txBody>
      </p:sp>
      <p:grpSp>
        <p:nvGrpSpPr>
          <p:cNvPr id="5" name="Group 4"/>
          <p:cNvGrpSpPr/>
          <p:nvPr/>
        </p:nvGrpSpPr>
        <p:grpSpPr>
          <a:xfrm>
            <a:off x="1809859" y="4334145"/>
            <a:ext cx="1636774" cy="1337856"/>
            <a:chOff x="1465219" y="4343360"/>
            <a:chExt cx="1636774" cy="1337856"/>
          </a:xfrm>
        </p:grpSpPr>
        <p:pic>
          <p:nvPicPr>
            <p:cNvPr id="95" name="Graphic 13">
              <a:extLst>
                <a:ext uri="{FF2B5EF4-FFF2-40B4-BE49-F238E27FC236}">
                  <a16:creationId xmlns:a16="http://schemas.microsoft.com/office/drawing/2014/main" id="{8ED914EA-8278-5449-B046-F8859FA607C7}"/>
                </a:ext>
              </a:extLst>
            </p:cNvPr>
            <p:cNvPicPr>
              <a:picLocks noChangeAspect="1"/>
            </p:cNvPicPr>
            <p:nvPr/>
          </p:nvPicPr>
          <p:blipFill>
            <a:blip r:embed="rId4"/>
            <a:stretch>
              <a:fillRect/>
            </a:stretch>
          </p:blipFill>
          <p:spPr>
            <a:xfrm>
              <a:off x="1465220" y="4343360"/>
              <a:ext cx="737080" cy="737080"/>
            </a:xfrm>
            <a:prstGeom prst="rect">
              <a:avLst/>
            </a:prstGeom>
            <a:solidFill>
              <a:schemeClr val="bg1"/>
            </a:solidFill>
          </p:spPr>
        </p:pic>
        <p:pic>
          <p:nvPicPr>
            <p:cNvPr id="96" name="Graphic 13">
              <a:extLst>
                <a:ext uri="{FF2B5EF4-FFF2-40B4-BE49-F238E27FC236}">
                  <a16:creationId xmlns:a16="http://schemas.microsoft.com/office/drawing/2014/main" id="{8ED914EA-8278-5449-B046-F8859FA607C7}"/>
                </a:ext>
              </a:extLst>
            </p:cNvPr>
            <p:cNvPicPr>
              <a:picLocks noChangeAspect="1"/>
            </p:cNvPicPr>
            <p:nvPr/>
          </p:nvPicPr>
          <p:blipFill>
            <a:blip r:embed="rId4"/>
            <a:stretch>
              <a:fillRect/>
            </a:stretch>
          </p:blipFill>
          <p:spPr>
            <a:xfrm>
              <a:off x="1465219" y="4944136"/>
              <a:ext cx="737080" cy="737080"/>
            </a:xfrm>
            <a:prstGeom prst="rect">
              <a:avLst/>
            </a:prstGeom>
            <a:solidFill>
              <a:schemeClr val="bg1"/>
            </a:solidFill>
          </p:spPr>
        </p:pic>
        <p:pic>
          <p:nvPicPr>
            <p:cNvPr id="97" name="Graphic 13">
              <a:extLst>
                <a:ext uri="{FF2B5EF4-FFF2-40B4-BE49-F238E27FC236}">
                  <a16:creationId xmlns:a16="http://schemas.microsoft.com/office/drawing/2014/main" id="{8ED914EA-8278-5449-B046-F8859FA607C7}"/>
                </a:ext>
              </a:extLst>
            </p:cNvPr>
            <p:cNvPicPr>
              <a:picLocks noChangeAspect="1"/>
            </p:cNvPicPr>
            <p:nvPr/>
          </p:nvPicPr>
          <p:blipFill>
            <a:blip r:embed="rId4"/>
            <a:stretch>
              <a:fillRect/>
            </a:stretch>
          </p:blipFill>
          <p:spPr>
            <a:xfrm>
              <a:off x="2364913" y="4343360"/>
              <a:ext cx="737080" cy="737080"/>
            </a:xfrm>
            <a:prstGeom prst="rect">
              <a:avLst/>
            </a:prstGeom>
            <a:solidFill>
              <a:schemeClr val="bg1"/>
            </a:solidFill>
          </p:spPr>
        </p:pic>
        <p:pic>
          <p:nvPicPr>
            <p:cNvPr id="98" name="Graphic 13">
              <a:extLst>
                <a:ext uri="{FF2B5EF4-FFF2-40B4-BE49-F238E27FC236}">
                  <a16:creationId xmlns:a16="http://schemas.microsoft.com/office/drawing/2014/main" id="{8ED914EA-8278-5449-B046-F8859FA607C7}"/>
                </a:ext>
              </a:extLst>
            </p:cNvPr>
            <p:cNvPicPr>
              <a:picLocks noChangeAspect="1"/>
            </p:cNvPicPr>
            <p:nvPr/>
          </p:nvPicPr>
          <p:blipFill>
            <a:blip r:embed="rId4"/>
            <a:stretch>
              <a:fillRect/>
            </a:stretch>
          </p:blipFill>
          <p:spPr>
            <a:xfrm>
              <a:off x="2364912" y="4944136"/>
              <a:ext cx="737080" cy="737080"/>
            </a:xfrm>
            <a:prstGeom prst="rect">
              <a:avLst/>
            </a:prstGeom>
            <a:solidFill>
              <a:schemeClr val="bg1"/>
            </a:solidFill>
          </p:spPr>
        </p:pic>
      </p:grpSp>
      <p:grpSp>
        <p:nvGrpSpPr>
          <p:cNvPr id="6" name="Group 5"/>
          <p:cNvGrpSpPr/>
          <p:nvPr/>
        </p:nvGrpSpPr>
        <p:grpSpPr>
          <a:xfrm>
            <a:off x="1254138" y="5735305"/>
            <a:ext cx="2842136" cy="528262"/>
            <a:chOff x="1054118" y="5740278"/>
            <a:chExt cx="2842136" cy="528262"/>
          </a:xfrm>
        </p:grpSpPr>
        <p:sp>
          <p:nvSpPr>
            <p:cNvPr id="151" name="Rectangle 150">
              <a:extLst>
                <a:ext uri="{FF2B5EF4-FFF2-40B4-BE49-F238E27FC236}">
                  <a16:creationId xmlns:a16="http://schemas.microsoft.com/office/drawing/2014/main" id="{B50DDC3D-D50C-40D2-8FD9-8C3291EFB527}"/>
                </a:ext>
              </a:extLst>
            </p:cNvPr>
            <p:cNvSpPr/>
            <p:nvPr/>
          </p:nvSpPr>
          <p:spPr>
            <a:xfrm>
              <a:off x="2981854" y="5740278"/>
              <a:ext cx="914400" cy="528262"/>
            </a:xfrm>
            <a:prstGeom prst="rect">
              <a:avLst/>
            </a:prstGeom>
            <a:solidFill>
              <a:schemeClr val="accent2"/>
            </a:solidFill>
            <a:ln w="158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r>
                <a:rPr lang="en-US" sz="1600" dirty="0">
                  <a:solidFill>
                    <a:srgbClr val="000000"/>
                  </a:solidFill>
                  <a:latin typeface="Amazon Ember" panose="02000000000000000000" pitchFamily="2" charset="0"/>
                  <a:ea typeface="Amazon Ember" panose="02000000000000000000" pitchFamily="2" charset="0"/>
                  <a:cs typeface="Amazon Ember" panose="020B0603020204020204" pitchFamily="34" charset="0"/>
                </a:rPr>
                <a:t>ECS</a:t>
              </a:r>
              <a:r>
                <a:rPr lang="en-US" sz="1600" dirty="0">
                  <a:solidFill>
                    <a:schemeClr val="tx1"/>
                  </a:solidFill>
                  <a:latin typeface="Amazon Ember" panose="02000000000000000000" pitchFamily="2" charset="0"/>
                  <a:ea typeface="Amazon Ember" panose="02000000000000000000" pitchFamily="2" charset="0"/>
                  <a:cs typeface="Amazon Ember" panose="020B0603020204020204" pitchFamily="34" charset="0"/>
                </a:rPr>
                <a:t>                </a:t>
              </a:r>
              <a:br>
                <a:rPr lang="en-US" sz="1600" dirty="0">
                  <a:solidFill>
                    <a:schemeClr val="tx1"/>
                  </a:solidFill>
                  <a:latin typeface="Amazon Ember" panose="02000000000000000000" pitchFamily="2" charset="0"/>
                  <a:ea typeface="Amazon Ember" panose="02000000000000000000" pitchFamily="2" charset="0"/>
                  <a:cs typeface="Amazon Ember" panose="020B0603020204020204" pitchFamily="34" charset="0"/>
                </a:rPr>
              </a:br>
              <a:r>
                <a:rPr lang="en-US" sz="1600" dirty="0">
                  <a:solidFill>
                    <a:schemeClr val="tx1"/>
                  </a:solidFill>
                  <a:latin typeface="Amazon Ember" panose="02000000000000000000" pitchFamily="2" charset="0"/>
                  <a:ea typeface="Amazon Ember" panose="02000000000000000000" pitchFamily="2" charset="0"/>
                  <a:cs typeface="Amazon Ember" panose="020B0603020204020204" pitchFamily="34" charset="0"/>
                </a:rPr>
                <a:t>agent</a:t>
              </a:r>
            </a:p>
          </p:txBody>
        </p:sp>
        <p:sp>
          <p:nvSpPr>
            <p:cNvPr id="152" name="Rectangle 151">
              <a:extLst>
                <a:ext uri="{FF2B5EF4-FFF2-40B4-BE49-F238E27FC236}">
                  <a16:creationId xmlns:a16="http://schemas.microsoft.com/office/drawing/2014/main" id="{C909F2C8-EC1A-4209-A99F-47CE866E5943}"/>
                </a:ext>
              </a:extLst>
            </p:cNvPr>
            <p:cNvSpPr/>
            <p:nvPr/>
          </p:nvSpPr>
          <p:spPr>
            <a:xfrm>
              <a:off x="2017986" y="5740278"/>
              <a:ext cx="914400" cy="528262"/>
            </a:xfrm>
            <a:prstGeom prst="rect">
              <a:avLst/>
            </a:prstGeom>
            <a:solidFill>
              <a:schemeClr val="accent2"/>
            </a:solidFill>
            <a:ln w="15875" cap="sq">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r>
                <a:rPr lang="en-US" sz="1600" dirty="0">
                  <a:solidFill>
                    <a:schemeClr val="tx1"/>
                  </a:solidFill>
                  <a:latin typeface="Amazon Ember" panose="02000000000000000000" pitchFamily="2" charset="0"/>
                  <a:ea typeface="Amazon Ember" panose="02000000000000000000" pitchFamily="2" charset="0"/>
                  <a:cs typeface="Amazon Ember" panose="020B0603020204020204" pitchFamily="34" charset="0"/>
                </a:rPr>
                <a:t>Docker agent</a:t>
              </a:r>
            </a:p>
          </p:txBody>
        </p:sp>
        <p:sp>
          <p:nvSpPr>
            <p:cNvPr id="153" name="Rectangle 152">
              <a:extLst>
                <a:ext uri="{FF2B5EF4-FFF2-40B4-BE49-F238E27FC236}">
                  <a16:creationId xmlns:a16="http://schemas.microsoft.com/office/drawing/2014/main" id="{A81BDFF9-BDCC-4623-AEAE-E1C0482B8589}"/>
                </a:ext>
              </a:extLst>
            </p:cNvPr>
            <p:cNvSpPr/>
            <p:nvPr/>
          </p:nvSpPr>
          <p:spPr>
            <a:xfrm>
              <a:off x="1054118" y="5740278"/>
              <a:ext cx="914400" cy="528262"/>
            </a:xfrm>
            <a:prstGeom prst="rect">
              <a:avLst/>
            </a:prstGeom>
            <a:solidFill>
              <a:schemeClr val="accent2"/>
            </a:solidFill>
            <a:ln w="15875" cap="sq">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r>
                <a:rPr lang="en-US" sz="1600" dirty="0">
                  <a:solidFill>
                    <a:schemeClr val="tx1"/>
                  </a:solidFill>
                  <a:latin typeface="Amazon Ember" panose="02000000000000000000" pitchFamily="2" charset="0"/>
                  <a:ea typeface="Amazon Ember" panose="02000000000000000000" pitchFamily="2" charset="0"/>
                  <a:cs typeface="Amazon Ember" panose="020B0603020204020204" pitchFamily="34" charset="0"/>
                </a:rPr>
                <a:t>OS</a:t>
              </a:r>
            </a:p>
          </p:txBody>
        </p:sp>
      </p:grpSp>
      <p:pic>
        <p:nvPicPr>
          <p:cNvPr id="93" name="Graphic 31">
            <a:extLst>
              <a:ext uri="{FF2B5EF4-FFF2-40B4-BE49-F238E27FC236}">
                <a16:creationId xmlns:a16="http://schemas.microsoft.com/office/drawing/2014/main" id="{AC534468-329D-AA40-A040-6D28667218D2}"/>
              </a:ext>
            </a:extLst>
          </p:cNvPr>
          <p:cNvPicPr>
            <a:picLocks noChangeAspect="1"/>
          </p:cNvPicPr>
          <p:nvPr/>
        </p:nvPicPr>
        <p:blipFill>
          <a:blip r:embed="rId5"/>
          <a:stretch>
            <a:fillRect/>
          </a:stretch>
        </p:blipFill>
        <p:spPr>
          <a:xfrm>
            <a:off x="1136836" y="4016856"/>
            <a:ext cx="330200" cy="330200"/>
          </a:xfrm>
          <a:prstGeom prst="rect">
            <a:avLst/>
          </a:prstGeom>
        </p:spPr>
      </p:pic>
      <p:sp>
        <p:nvSpPr>
          <p:cNvPr id="94" name="Rectangle 93">
            <a:extLst>
              <a:ext uri="{FF2B5EF4-FFF2-40B4-BE49-F238E27FC236}">
                <a16:creationId xmlns:a16="http://schemas.microsoft.com/office/drawing/2014/main" id="{F29C4BBD-6802-E541-B0CA-03BF9C3751F0}"/>
              </a:ext>
            </a:extLst>
          </p:cNvPr>
          <p:cNvSpPr/>
          <p:nvPr/>
        </p:nvSpPr>
        <p:spPr>
          <a:xfrm>
            <a:off x="1136836" y="4016855"/>
            <a:ext cx="3068246" cy="2334521"/>
          </a:xfrm>
          <a:prstGeom prst="rect">
            <a:avLst/>
          </a:prstGeom>
          <a:noFill/>
          <a:ln w="12700">
            <a:solidFill>
              <a:srgbClr val="D8661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sz="1600" dirty="0">
                <a:ln w="0"/>
                <a:solidFill>
                  <a:srgbClr val="D86613"/>
                </a:solidFill>
              </a:rPr>
              <a:t>EC2 Instance</a:t>
            </a:r>
          </a:p>
        </p:txBody>
      </p:sp>
      <p:grpSp>
        <p:nvGrpSpPr>
          <p:cNvPr id="178" name="Group 177"/>
          <p:cNvGrpSpPr/>
          <p:nvPr/>
        </p:nvGrpSpPr>
        <p:grpSpPr>
          <a:xfrm>
            <a:off x="8664373" y="4334145"/>
            <a:ext cx="1636774" cy="1337856"/>
            <a:chOff x="1465219" y="4343360"/>
            <a:chExt cx="1636774" cy="1337856"/>
          </a:xfrm>
        </p:grpSpPr>
        <p:pic>
          <p:nvPicPr>
            <p:cNvPr id="185" name="Graphic 13">
              <a:extLst>
                <a:ext uri="{FF2B5EF4-FFF2-40B4-BE49-F238E27FC236}">
                  <a16:creationId xmlns:a16="http://schemas.microsoft.com/office/drawing/2014/main" id="{8ED914EA-8278-5449-B046-F8859FA607C7}"/>
                </a:ext>
              </a:extLst>
            </p:cNvPr>
            <p:cNvPicPr>
              <a:picLocks noChangeAspect="1"/>
            </p:cNvPicPr>
            <p:nvPr/>
          </p:nvPicPr>
          <p:blipFill>
            <a:blip r:embed="rId4"/>
            <a:stretch>
              <a:fillRect/>
            </a:stretch>
          </p:blipFill>
          <p:spPr>
            <a:xfrm>
              <a:off x="1465220" y="4343360"/>
              <a:ext cx="737080" cy="737080"/>
            </a:xfrm>
            <a:prstGeom prst="rect">
              <a:avLst/>
            </a:prstGeom>
            <a:solidFill>
              <a:schemeClr val="bg1"/>
            </a:solidFill>
          </p:spPr>
        </p:pic>
        <p:pic>
          <p:nvPicPr>
            <p:cNvPr id="186" name="Graphic 13">
              <a:extLst>
                <a:ext uri="{FF2B5EF4-FFF2-40B4-BE49-F238E27FC236}">
                  <a16:creationId xmlns:a16="http://schemas.microsoft.com/office/drawing/2014/main" id="{8ED914EA-8278-5449-B046-F8859FA607C7}"/>
                </a:ext>
              </a:extLst>
            </p:cNvPr>
            <p:cNvPicPr>
              <a:picLocks noChangeAspect="1"/>
            </p:cNvPicPr>
            <p:nvPr/>
          </p:nvPicPr>
          <p:blipFill>
            <a:blip r:embed="rId4"/>
            <a:stretch>
              <a:fillRect/>
            </a:stretch>
          </p:blipFill>
          <p:spPr>
            <a:xfrm>
              <a:off x="1465219" y="4944136"/>
              <a:ext cx="737080" cy="737080"/>
            </a:xfrm>
            <a:prstGeom prst="rect">
              <a:avLst/>
            </a:prstGeom>
            <a:solidFill>
              <a:schemeClr val="bg1"/>
            </a:solidFill>
          </p:spPr>
        </p:pic>
        <p:pic>
          <p:nvPicPr>
            <p:cNvPr id="187" name="Graphic 13">
              <a:extLst>
                <a:ext uri="{FF2B5EF4-FFF2-40B4-BE49-F238E27FC236}">
                  <a16:creationId xmlns:a16="http://schemas.microsoft.com/office/drawing/2014/main" id="{8ED914EA-8278-5449-B046-F8859FA607C7}"/>
                </a:ext>
              </a:extLst>
            </p:cNvPr>
            <p:cNvPicPr>
              <a:picLocks noChangeAspect="1"/>
            </p:cNvPicPr>
            <p:nvPr/>
          </p:nvPicPr>
          <p:blipFill>
            <a:blip r:embed="rId4"/>
            <a:stretch>
              <a:fillRect/>
            </a:stretch>
          </p:blipFill>
          <p:spPr>
            <a:xfrm>
              <a:off x="2364913" y="4343360"/>
              <a:ext cx="737080" cy="737080"/>
            </a:xfrm>
            <a:prstGeom prst="rect">
              <a:avLst/>
            </a:prstGeom>
            <a:solidFill>
              <a:schemeClr val="bg1"/>
            </a:solidFill>
          </p:spPr>
        </p:pic>
        <p:pic>
          <p:nvPicPr>
            <p:cNvPr id="188" name="Graphic 13">
              <a:extLst>
                <a:ext uri="{FF2B5EF4-FFF2-40B4-BE49-F238E27FC236}">
                  <a16:creationId xmlns:a16="http://schemas.microsoft.com/office/drawing/2014/main" id="{8ED914EA-8278-5449-B046-F8859FA607C7}"/>
                </a:ext>
              </a:extLst>
            </p:cNvPr>
            <p:cNvPicPr>
              <a:picLocks noChangeAspect="1"/>
            </p:cNvPicPr>
            <p:nvPr/>
          </p:nvPicPr>
          <p:blipFill>
            <a:blip r:embed="rId4"/>
            <a:stretch>
              <a:fillRect/>
            </a:stretch>
          </p:blipFill>
          <p:spPr>
            <a:xfrm>
              <a:off x="2364912" y="4944136"/>
              <a:ext cx="737080" cy="737080"/>
            </a:xfrm>
            <a:prstGeom prst="rect">
              <a:avLst/>
            </a:prstGeom>
            <a:solidFill>
              <a:schemeClr val="bg1"/>
            </a:solidFill>
          </p:spPr>
        </p:pic>
      </p:grpSp>
      <p:grpSp>
        <p:nvGrpSpPr>
          <p:cNvPr id="179" name="Group 178"/>
          <p:cNvGrpSpPr/>
          <p:nvPr/>
        </p:nvGrpSpPr>
        <p:grpSpPr>
          <a:xfrm>
            <a:off x="8108652" y="5735305"/>
            <a:ext cx="2842136" cy="528262"/>
            <a:chOff x="1054118" y="5740278"/>
            <a:chExt cx="2842136" cy="528262"/>
          </a:xfrm>
        </p:grpSpPr>
        <p:sp>
          <p:nvSpPr>
            <p:cNvPr id="182" name="Rectangle 181">
              <a:extLst>
                <a:ext uri="{FF2B5EF4-FFF2-40B4-BE49-F238E27FC236}">
                  <a16:creationId xmlns:a16="http://schemas.microsoft.com/office/drawing/2014/main" id="{B50DDC3D-D50C-40D2-8FD9-8C3291EFB527}"/>
                </a:ext>
              </a:extLst>
            </p:cNvPr>
            <p:cNvSpPr/>
            <p:nvPr/>
          </p:nvSpPr>
          <p:spPr>
            <a:xfrm>
              <a:off x="2981854" y="5740278"/>
              <a:ext cx="914400" cy="528262"/>
            </a:xfrm>
            <a:prstGeom prst="rect">
              <a:avLst/>
            </a:prstGeom>
            <a:solidFill>
              <a:schemeClr val="accent2"/>
            </a:solidFill>
            <a:ln w="158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r>
                <a:rPr lang="en-US" sz="1600" dirty="0">
                  <a:solidFill>
                    <a:srgbClr val="000000"/>
                  </a:solidFill>
                  <a:latin typeface="Amazon Ember" panose="02000000000000000000" pitchFamily="2" charset="0"/>
                  <a:ea typeface="Amazon Ember" panose="02000000000000000000" pitchFamily="2" charset="0"/>
                  <a:cs typeface="Amazon Ember" panose="020B0603020204020204" pitchFamily="34" charset="0"/>
                </a:rPr>
                <a:t>ECS</a:t>
              </a:r>
              <a:r>
                <a:rPr lang="en-US" sz="1600" dirty="0">
                  <a:solidFill>
                    <a:schemeClr val="tx1"/>
                  </a:solidFill>
                  <a:latin typeface="Amazon Ember" panose="02000000000000000000" pitchFamily="2" charset="0"/>
                  <a:ea typeface="Amazon Ember" panose="02000000000000000000" pitchFamily="2" charset="0"/>
                  <a:cs typeface="Amazon Ember" panose="020B0603020204020204" pitchFamily="34" charset="0"/>
                </a:rPr>
                <a:t>                </a:t>
              </a:r>
              <a:br>
                <a:rPr lang="en-US" sz="1600" dirty="0">
                  <a:solidFill>
                    <a:schemeClr val="tx1"/>
                  </a:solidFill>
                  <a:latin typeface="Amazon Ember" panose="02000000000000000000" pitchFamily="2" charset="0"/>
                  <a:ea typeface="Amazon Ember" panose="02000000000000000000" pitchFamily="2" charset="0"/>
                  <a:cs typeface="Amazon Ember" panose="020B0603020204020204" pitchFamily="34" charset="0"/>
                </a:rPr>
              </a:br>
              <a:r>
                <a:rPr lang="en-US" sz="1600" dirty="0">
                  <a:solidFill>
                    <a:schemeClr val="tx1"/>
                  </a:solidFill>
                  <a:latin typeface="Amazon Ember" panose="02000000000000000000" pitchFamily="2" charset="0"/>
                  <a:ea typeface="Amazon Ember" panose="02000000000000000000" pitchFamily="2" charset="0"/>
                  <a:cs typeface="Amazon Ember" panose="020B0603020204020204" pitchFamily="34" charset="0"/>
                </a:rPr>
                <a:t>agent</a:t>
              </a:r>
            </a:p>
          </p:txBody>
        </p:sp>
        <p:sp>
          <p:nvSpPr>
            <p:cNvPr id="183" name="Rectangle 182">
              <a:extLst>
                <a:ext uri="{FF2B5EF4-FFF2-40B4-BE49-F238E27FC236}">
                  <a16:creationId xmlns:a16="http://schemas.microsoft.com/office/drawing/2014/main" id="{C909F2C8-EC1A-4209-A99F-47CE866E5943}"/>
                </a:ext>
              </a:extLst>
            </p:cNvPr>
            <p:cNvSpPr/>
            <p:nvPr/>
          </p:nvSpPr>
          <p:spPr>
            <a:xfrm>
              <a:off x="2017986" y="5740278"/>
              <a:ext cx="914400" cy="528262"/>
            </a:xfrm>
            <a:prstGeom prst="rect">
              <a:avLst/>
            </a:prstGeom>
            <a:solidFill>
              <a:schemeClr val="accent2"/>
            </a:solidFill>
            <a:ln w="15875" cap="sq">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r>
                <a:rPr lang="en-US" sz="1600" dirty="0">
                  <a:solidFill>
                    <a:schemeClr val="tx1"/>
                  </a:solidFill>
                  <a:latin typeface="Amazon Ember" panose="02000000000000000000" pitchFamily="2" charset="0"/>
                  <a:ea typeface="Amazon Ember" panose="02000000000000000000" pitchFamily="2" charset="0"/>
                  <a:cs typeface="Amazon Ember" panose="020B0603020204020204" pitchFamily="34" charset="0"/>
                </a:rPr>
                <a:t>Docker agent</a:t>
              </a:r>
            </a:p>
          </p:txBody>
        </p:sp>
        <p:sp>
          <p:nvSpPr>
            <p:cNvPr id="184" name="Rectangle 183">
              <a:extLst>
                <a:ext uri="{FF2B5EF4-FFF2-40B4-BE49-F238E27FC236}">
                  <a16:creationId xmlns:a16="http://schemas.microsoft.com/office/drawing/2014/main" id="{A81BDFF9-BDCC-4623-AEAE-E1C0482B8589}"/>
                </a:ext>
              </a:extLst>
            </p:cNvPr>
            <p:cNvSpPr/>
            <p:nvPr/>
          </p:nvSpPr>
          <p:spPr>
            <a:xfrm>
              <a:off x="1054118" y="5740278"/>
              <a:ext cx="914400" cy="528262"/>
            </a:xfrm>
            <a:prstGeom prst="rect">
              <a:avLst/>
            </a:prstGeom>
            <a:solidFill>
              <a:schemeClr val="accent2"/>
            </a:solidFill>
            <a:ln w="15875" cap="sq">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r>
                <a:rPr lang="en-US" sz="1600" dirty="0">
                  <a:solidFill>
                    <a:schemeClr val="tx1"/>
                  </a:solidFill>
                  <a:latin typeface="Amazon Ember" panose="02000000000000000000" pitchFamily="2" charset="0"/>
                  <a:ea typeface="Amazon Ember" panose="02000000000000000000" pitchFamily="2" charset="0"/>
                  <a:cs typeface="Amazon Ember" panose="020B0603020204020204" pitchFamily="34" charset="0"/>
                </a:rPr>
                <a:t>OS</a:t>
              </a:r>
            </a:p>
          </p:txBody>
        </p:sp>
      </p:grpSp>
      <p:pic>
        <p:nvPicPr>
          <p:cNvPr id="180" name="Graphic 31">
            <a:extLst>
              <a:ext uri="{FF2B5EF4-FFF2-40B4-BE49-F238E27FC236}">
                <a16:creationId xmlns:a16="http://schemas.microsoft.com/office/drawing/2014/main" id="{AC534468-329D-AA40-A040-6D28667218D2}"/>
              </a:ext>
            </a:extLst>
          </p:cNvPr>
          <p:cNvPicPr>
            <a:picLocks noChangeAspect="1"/>
          </p:cNvPicPr>
          <p:nvPr/>
        </p:nvPicPr>
        <p:blipFill>
          <a:blip r:embed="rId5"/>
          <a:stretch>
            <a:fillRect/>
          </a:stretch>
        </p:blipFill>
        <p:spPr>
          <a:xfrm>
            <a:off x="7991350" y="4016856"/>
            <a:ext cx="330200" cy="330200"/>
          </a:xfrm>
          <a:prstGeom prst="rect">
            <a:avLst/>
          </a:prstGeom>
        </p:spPr>
      </p:pic>
      <p:sp>
        <p:nvSpPr>
          <p:cNvPr id="181" name="Rectangle 180">
            <a:extLst>
              <a:ext uri="{FF2B5EF4-FFF2-40B4-BE49-F238E27FC236}">
                <a16:creationId xmlns:a16="http://schemas.microsoft.com/office/drawing/2014/main" id="{F29C4BBD-6802-E541-B0CA-03BF9C3751F0}"/>
              </a:ext>
            </a:extLst>
          </p:cNvPr>
          <p:cNvSpPr/>
          <p:nvPr/>
        </p:nvSpPr>
        <p:spPr>
          <a:xfrm>
            <a:off x="7991350" y="4016855"/>
            <a:ext cx="3068246" cy="2334521"/>
          </a:xfrm>
          <a:prstGeom prst="rect">
            <a:avLst/>
          </a:prstGeom>
          <a:noFill/>
          <a:ln w="12700">
            <a:solidFill>
              <a:srgbClr val="D8661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sz="1600" dirty="0">
                <a:ln w="0"/>
                <a:solidFill>
                  <a:srgbClr val="D86613"/>
                </a:solidFill>
              </a:rPr>
              <a:t>EC2 Instance</a:t>
            </a:r>
          </a:p>
        </p:txBody>
      </p:sp>
      <p:grpSp>
        <p:nvGrpSpPr>
          <p:cNvPr id="190" name="Group 189"/>
          <p:cNvGrpSpPr/>
          <p:nvPr/>
        </p:nvGrpSpPr>
        <p:grpSpPr>
          <a:xfrm>
            <a:off x="5237116" y="4334145"/>
            <a:ext cx="1636774" cy="1337856"/>
            <a:chOff x="1465219" y="4343360"/>
            <a:chExt cx="1636774" cy="1337856"/>
          </a:xfrm>
        </p:grpSpPr>
        <p:pic>
          <p:nvPicPr>
            <p:cNvPr id="197" name="Graphic 13">
              <a:extLst>
                <a:ext uri="{FF2B5EF4-FFF2-40B4-BE49-F238E27FC236}">
                  <a16:creationId xmlns:a16="http://schemas.microsoft.com/office/drawing/2014/main" id="{8ED914EA-8278-5449-B046-F8859FA607C7}"/>
                </a:ext>
              </a:extLst>
            </p:cNvPr>
            <p:cNvPicPr>
              <a:picLocks noChangeAspect="1"/>
            </p:cNvPicPr>
            <p:nvPr/>
          </p:nvPicPr>
          <p:blipFill>
            <a:blip r:embed="rId4"/>
            <a:stretch>
              <a:fillRect/>
            </a:stretch>
          </p:blipFill>
          <p:spPr>
            <a:xfrm>
              <a:off x="1465220" y="4343360"/>
              <a:ext cx="737080" cy="737080"/>
            </a:xfrm>
            <a:prstGeom prst="rect">
              <a:avLst/>
            </a:prstGeom>
            <a:solidFill>
              <a:schemeClr val="bg1"/>
            </a:solidFill>
          </p:spPr>
        </p:pic>
        <p:pic>
          <p:nvPicPr>
            <p:cNvPr id="198" name="Graphic 13">
              <a:extLst>
                <a:ext uri="{FF2B5EF4-FFF2-40B4-BE49-F238E27FC236}">
                  <a16:creationId xmlns:a16="http://schemas.microsoft.com/office/drawing/2014/main" id="{8ED914EA-8278-5449-B046-F8859FA607C7}"/>
                </a:ext>
              </a:extLst>
            </p:cNvPr>
            <p:cNvPicPr>
              <a:picLocks noChangeAspect="1"/>
            </p:cNvPicPr>
            <p:nvPr/>
          </p:nvPicPr>
          <p:blipFill>
            <a:blip r:embed="rId4"/>
            <a:stretch>
              <a:fillRect/>
            </a:stretch>
          </p:blipFill>
          <p:spPr>
            <a:xfrm>
              <a:off x="1465219" y="4944136"/>
              <a:ext cx="737080" cy="737080"/>
            </a:xfrm>
            <a:prstGeom prst="rect">
              <a:avLst/>
            </a:prstGeom>
            <a:solidFill>
              <a:schemeClr val="bg1"/>
            </a:solidFill>
          </p:spPr>
        </p:pic>
        <p:pic>
          <p:nvPicPr>
            <p:cNvPr id="199" name="Graphic 13">
              <a:extLst>
                <a:ext uri="{FF2B5EF4-FFF2-40B4-BE49-F238E27FC236}">
                  <a16:creationId xmlns:a16="http://schemas.microsoft.com/office/drawing/2014/main" id="{8ED914EA-8278-5449-B046-F8859FA607C7}"/>
                </a:ext>
              </a:extLst>
            </p:cNvPr>
            <p:cNvPicPr>
              <a:picLocks noChangeAspect="1"/>
            </p:cNvPicPr>
            <p:nvPr/>
          </p:nvPicPr>
          <p:blipFill>
            <a:blip r:embed="rId4"/>
            <a:stretch>
              <a:fillRect/>
            </a:stretch>
          </p:blipFill>
          <p:spPr>
            <a:xfrm>
              <a:off x="2364913" y="4343360"/>
              <a:ext cx="737080" cy="737080"/>
            </a:xfrm>
            <a:prstGeom prst="rect">
              <a:avLst/>
            </a:prstGeom>
            <a:solidFill>
              <a:schemeClr val="bg1"/>
            </a:solidFill>
          </p:spPr>
        </p:pic>
        <p:pic>
          <p:nvPicPr>
            <p:cNvPr id="200" name="Graphic 13">
              <a:extLst>
                <a:ext uri="{FF2B5EF4-FFF2-40B4-BE49-F238E27FC236}">
                  <a16:creationId xmlns:a16="http://schemas.microsoft.com/office/drawing/2014/main" id="{8ED914EA-8278-5449-B046-F8859FA607C7}"/>
                </a:ext>
              </a:extLst>
            </p:cNvPr>
            <p:cNvPicPr>
              <a:picLocks noChangeAspect="1"/>
            </p:cNvPicPr>
            <p:nvPr/>
          </p:nvPicPr>
          <p:blipFill>
            <a:blip r:embed="rId4"/>
            <a:stretch>
              <a:fillRect/>
            </a:stretch>
          </p:blipFill>
          <p:spPr>
            <a:xfrm>
              <a:off x="2364912" y="4944136"/>
              <a:ext cx="737080" cy="737080"/>
            </a:xfrm>
            <a:prstGeom prst="rect">
              <a:avLst/>
            </a:prstGeom>
            <a:solidFill>
              <a:schemeClr val="bg1"/>
            </a:solidFill>
          </p:spPr>
        </p:pic>
      </p:grpSp>
      <p:grpSp>
        <p:nvGrpSpPr>
          <p:cNvPr id="191" name="Group 190"/>
          <p:cNvGrpSpPr/>
          <p:nvPr/>
        </p:nvGrpSpPr>
        <p:grpSpPr>
          <a:xfrm>
            <a:off x="4681395" y="5735305"/>
            <a:ext cx="2842136" cy="528262"/>
            <a:chOff x="1054118" y="5740278"/>
            <a:chExt cx="2842136" cy="528262"/>
          </a:xfrm>
        </p:grpSpPr>
        <p:sp>
          <p:nvSpPr>
            <p:cNvPr id="194" name="Rectangle 193">
              <a:extLst>
                <a:ext uri="{FF2B5EF4-FFF2-40B4-BE49-F238E27FC236}">
                  <a16:creationId xmlns:a16="http://schemas.microsoft.com/office/drawing/2014/main" id="{B50DDC3D-D50C-40D2-8FD9-8C3291EFB527}"/>
                </a:ext>
              </a:extLst>
            </p:cNvPr>
            <p:cNvSpPr/>
            <p:nvPr/>
          </p:nvSpPr>
          <p:spPr>
            <a:xfrm>
              <a:off x="2981854" y="5740278"/>
              <a:ext cx="914400" cy="528262"/>
            </a:xfrm>
            <a:prstGeom prst="rect">
              <a:avLst/>
            </a:prstGeom>
            <a:solidFill>
              <a:schemeClr val="accent2"/>
            </a:solidFill>
            <a:ln w="158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r>
                <a:rPr lang="en-US" sz="1600" dirty="0">
                  <a:solidFill>
                    <a:srgbClr val="000000"/>
                  </a:solidFill>
                  <a:latin typeface="Amazon Ember" panose="02000000000000000000" pitchFamily="2" charset="0"/>
                  <a:ea typeface="Amazon Ember" panose="02000000000000000000" pitchFamily="2" charset="0"/>
                  <a:cs typeface="Amazon Ember" panose="020B0603020204020204" pitchFamily="34" charset="0"/>
                </a:rPr>
                <a:t>ECS</a:t>
              </a:r>
              <a:r>
                <a:rPr lang="en-US" sz="1600" dirty="0">
                  <a:solidFill>
                    <a:schemeClr val="tx1"/>
                  </a:solidFill>
                  <a:latin typeface="Amazon Ember" panose="02000000000000000000" pitchFamily="2" charset="0"/>
                  <a:ea typeface="Amazon Ember" panose="02000000000000000000" pitchFamily="2" charset="0"/>
                  <a:cs typeface="Amazon Ember" panose="020B0603020204020204" pitchFamily="34" charset="0"/>
                </a:rPr>
                <a:t>                </a:t>
              </a:r>
              <a:br>
                <a:rPr lang="en-US" sz="1600" dirty="0">
                  <a:solidFill>
                    <a:schemeClr val="tx1"/>
                  </a:solidFill>
                  <a:latin typeface="Amazon Ember" panose="02000000000000000000" pitchFamily="2" charset="0"/>
                  <a:ea typeface="Amazon Ember" panose="02000000000000000000" pitchFamily="2" charset="0"/>
                  <a:cs typeface="Amazon Ember" panose="020B0603020204020204" pitchFamily="34" charset="0"/>
                </a:rPr>
              </a:br>
              <a:r>
                <a:rPr lang="en-US" sz="1600" dirty="0">
                  <a:solidFill>
                    <a:schemeClr val="tx1"/>
                  </a:solidFill>
                  <a:latin typeface="Amazon Ember" panose="02000000000000000000" pitchFamily="2" charset="0"/>
                  <a:ea typeface="Amazon Ember" panose="02000000000000000000" pitchFamily="2" charset="0"/>
                  <a:cs typeface="Amazon Ember" panose="020B0603020204020204" pitchFamily="34" charset="0"/>
                </a:rPr>
                <a:t>agent</a:t>
              </a:r>
            </a:p>
          </p:txBody>
        </p:sp>
        <p:sp>
          <p:nvSpPr>
            <p:cNvPr id="195" name="Rectangle 194">
              <a:extLst>
                <a:ext uri="{FF2B5EF4-FFF2-40B4-BE49-F238E27FC236}">
                  <a16:creationId xmlns:a16="http://schemas.microsoft.com/office/drawing/2014/main" id="{C909F2C8-EC1A-4209-A99F-47CE866E5943}"/>
                </a:ext>
              </a:extLst>
            </p:cNvPr>
            <p:cNvSpPr/>
            <p:nvPr/>
          </p:nvSpPr>
          <p:spPr>
            <a:xfrm>
              <a:off x="2017986" y="5740278"/>
              <a:ext cx="914400" cy="528262"/>
            </a:xfrm>
            <a:prstGeom prst="rect">
              <a:avLst/>
            </a:prstGeom>
            <a:solidFill>
              <a:schemeClr val="accent2"/>
            </a:solidFill>
            <a:ln w="15875" cap="sq">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r>
                <a:rPr lang="en-US" sz="1600" dirty="0">
                  <a:solidFill>
                    <a:schemeClr val="tx1"/>
                  </a:solidFill>
                  <a:latin typeface="Amazon Ember" panose="02000000000000000000" pitchFamily="2" charset="0"/>
                  <a:ea typeface="Amazon Ember" panose="02000000000000000000" pitchFamily="2" charset="0"/>
                  <a:cs typeface="Amazon Ember" panose="020B0603020204020204" pitchFamily="34" charset="0"/>
                </a:rPr>
                <a:t>Docker agent</a:t>
              </a:r>
            </a:p>
          </p:txBody>
        </p:sp>
        <p:sp>
          <p:nvSpPr>
            <p:cNvPr id="196" name="Rectangle 195">
              <a:extLst>
                <a:ext uri="{FF2B5EF4-FFF2-40B4-BE49-F238E27FC236}">
                  <a16:creationId xmlns:a16="http://schemas.microsoft.com/office/drawing/2014/main" id="{A81BDFF9-BDCC-4623-AEAE-E1C0482B8589}"/>
                </a:ext>
              </a:extLst>
            </p:cNvPr>
            <p:cNvSpPr/>
            <p:nvPr/>
          </p:nvSpPr>
          <p:spPr>
            <a:xfrm>
              <a:off x="1054118" y="5740278"/>
              <a:ext cx="914400" cy="528262"/>
            </a:xfrm>
            <a:prstGeom prst="rect">
              <a:avLst/>
            </a:prstGeom>
            <a:solidFill>
              <a:schemeClr val="accent2"/>
            </a:solidFill>
            <a:ln w="15875" cap="sq">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r>
                <a:rPr lang="en-US" sz="1600" dirty="0">
                  <a:solidFill>
                    <a:schemeClr val="tx1"/>
                  </a:solidFill>
                  <a:latin typeface="Amazon Ember" panose="02000000000000000000" pitchFamily="2" charset="0"/>
                  <a:ea typeface="Amazon Ember" panose="02000000000000000000" pitchFamily="2" charset="0"/>
                  <a:cs typeface="Amazon Ember" panose="020B0603020204020204" pitchFamily="34" charset="0"/>
                </a:rPr>
                <a:t>OS</a:t>
              </a:r>
            </a:p>
          </p:txBody>
        </p:sp>
      </p:grpSp>
      <p:pic>
        <p:nvPicPr>
          <p:cNvPr id="192" name="Graphic 31">
            <a:extLst>
              <a:ext uri="{FF2B5EF4-FFF2-40B4-BE49-F238E27FC236}">
                <a16:creationId xmlns:a16="http://schemas.microsoft.com/office/drawing/2014/main" id="{AC534468-329D-AA40-A040-6D28667218D2}"/>
              </a:ext>
            </a:extLst>
          </p:cNvPr>
          <p:cNvPicPr>
            <a:picLocks noChangeAspect="1"/>
          </p:cNvPicPr>
          <p:nvPr/>
        </p:nvPicPr>
        <p:blipFill>
          <a:blip r:embed="rId5"/>
          <a:stretch>
            <a:fillRect/>
          </a:stretch>
        </p:blipFill>
        <p:spPr>
          <a:xfrm>
            <a:off x="4564093" y="4016856"/>
            <a:ext cx="330200" cy="330200"/>
          </a:xfrm>
          <a:prstGeom prst="rect">
            <a:avLst/>
          </a:prstGeom>
        </p:spPr>
      </p:pic>
      <p:sp>
        <p:nvSpPr>
          <p:cNvPr id="193" name="Rectangle 192">
            <a:extLst>
              <a:ext uri="{FF2B5EF4-FFF2-40B4-BE49-F238E27FC236}">
                <a16:creationId xmlns:a16="http://schemas.microsoft.com/office/drawing/2014/main" id="{F29C4BBD-6802-E541-B0CA-03BF9C3751F0}"/>
              </a:ext>
            </a:extLst>
          </p:cNvPr>
          <p:cNvSpPr/>
          <p:nvPr/>
        </p:nvSpPr>
        <p:spPr>
          <a:xfrm>
            <a:off x="4564093" y="4016855"/>
            <a:ext cx="3068246" cy="2334521"/>
          </a:xfrm>
          <a:prstGeom prst="rect">
            <a:avLst/>
          </a:prstGeom>
          <a:noFill/>
          <a:ln w="12700">
            <a:solidFill>
              <a:srgbClr val="D8661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sz="1600" dirty="0">
                <a:ln w="0"/>
                <a:solidFill>
                  <a:srgbClr val="D86613"/>
                </a:solidFill>
              </a:rPr>
              <a:t>EC2 Instance</a:t>
            </a:r>
          </a:p>
        </p:txBody>
      </p:sp>
      <p:cxnSp>
        <p:nvCxnSpPr>
          <p:cNvPr id="201" name="Elbow Connector 200"/>
          <p:cNvCxnSpPr>
            <a:stCxn id="161" idx="2"/>
            <a:endCxn id="181" idx="0"/>
          </p:cNvCxnSpPr>
          <p:nvPr/>
        </p:nvCxnSpPr>
        <p:spPr>
          <a:xfrm rot="16200000" flipH="1">
            <a:off x="7568582" y="2059964"/>
            <a:ext cx="484308" cy="3429473"/>
          </a:xfrm>
          <a:prstGeom prst="bentConnector3">
            <a:avLst>
              <a:gd name="adj1" fmla="val 52879"/>
            </a:avLst>
          </a:prstGeom>
          <a:ln w="12700">
            <a:tailEnd type="arrow" w="med" len="sm"/>
          </a:ln>
        </p:spPr>
        <p:style>
          <a:lnRef idx="1">
            <a:schemeClr val="accent1"/>
          </a:lnRef>
          <a:fillRef idx="0">
            <a:schemeClr val="accent1"/>
          </a:fillRef>
          <a:effectRef idx="0">
            <a:schemeClr val="accent1"/>
          </a:effectRef>
          <a:fontRef idx="minor">
            <a:schemeClr val="tx1"/>
          </a:fontRef>
        </p:style>
      </p:cxnSp>
      <p:cxnSp>
        <p:nvCxnSpPr>
          <p:cNvPr id="202" name="Elbow Connector 201"/>
          <p:cNvCxnSpPr>
            <a:endCxn id="94" idx="0"/>
          </p:cNvCxnSpPr>
          <p:nvPr/>
        </p:nvCxnSpPr>
        <p:spPr>
          <a:xfrm rot="10800000" flipV="1">
            <a:off x="2670960" y="3782291"/>
            <a:ext cx="3419883" cy="234564"/>
          </a:xfrm>
          <a:prstGeom prst="bentConnector2">
            <a:avLst/>
          </a:prstGeom>
          <a:ln w="12700">
            <a:tailEnd type="arrow" w="med" len="sm"/>
          </a:ln>
        </p:spPr>
        <p:style>
          <a:lnRef idx="1">
            <a:schemeClr val="accent1"/>
          </a:lnRef>
          <a:fillRef idx="0">
            <a:schemeClr val="accent1"/>
          </a:fillRef>
          <a:effectRef idx="0">
            <a:schemeClr val="accent1"/>
          </a:effectRef>
          <a:fontRef idx="minor">
            <a:schemeClr val="tx1"/>
          </a:fontRef>
        </p:style>
      </p:cxnSp>
      <p:cxnSp>
        <p:nvCxnSpPr>
          <p:cNvPr id="203" name="Straight Arrow Connector 202"/>
          <p:cNvCxnSpPr>
            <a:endCxn id="193" idx="0"/>
          </p:cNvCxnSpPr>
          <p:nvPr/>
        </p:nvCxnSpPr>
        <p:spPr>
          <a:xfrm>
            <a:off x="6096000" y="3532547"/>
            <a:ext cx="2216" cy="484308"/>
          </a:xfrm>
          <a:prstGeom prst="straightConnector1">
            <a:avLst/>
          </a:prstGeom>
          <a:ln w="12700">
            <a:tailEnd type="arrow" w="med" len="sm"/>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8CF5FB91-5B4F-E84D-AFCE-50004C988F46}"/>
              </a:ext>
            </a:extLst>
          </p:cNvPr>
          <p:cNvSpPr txBox="1"/>
          <p:nvPr/>
        </p:nvSpPr>
        <p:spPr>
          <a:xfrm>
            <a:off x="1417392" y="2638955"/>
            <a:ext cx="1506552" cy="369332"/>
          </a:xfrm>
          <a:prstGeom prst="rect">
            <a:avLst/>
          </a:prstGeom>
          <a:noFill/>
        </p:spPr>
        <p:txBody>
          <a:bodyPr wrap="square" rtlCol="0">
            <a:spAutoFit/>
          </a:bodyPr>
          <a:lstStyle/>
          <a:p>
            <a:pPr algn="ctr"/>
            <a:r>
              <a:rPr lang="en-US" dirty="0">
                <a:latin typeface="Amazon Ember" panose="02000000000000000000" pitchFamily="2" charset="0"/>
                <a:ea typeface="Amazon Ember" panose="02000000000000000000" pitchFamily="2" charset="0"/>
              </a:rPr>
              <a:t>Amazon ECS</a:t>
            </a:r>
          </a:p>
        </p:txBody>
      </p:sp>
      <p:pic>
        <p:nvPicPr>
          <p:cNvPr id="50" name="Graphic 21">
            <a:extLst>
              <a:ext uri="{FF2B5EF4-FFF2-40B4-BE49-F238E27FC236}">
                <a16:creationId xmlns:a16="http://schemas.microsoft.com/office/drawing/2014/main" id="{56FBFD27-4604-2843-963C-296819DA9A42}"/>
              </a:ext>
            </a:extLst>
          </p:cNvPr>
          <p:cNvPicPr>
            <a:picLocks noChangeAspect="1"/>
          </p:cNvPicPr>
          <p:nvPr/>
        </p:nvPicPr>
        <p:blipFill>
          <a:blip r:embed="rId6"/>
          <a:stretch>
            <a:fillRect/>
          </a:stretch>
        </p:blipFill>
        <p:spPr>
          <a:xfrm>
            <a:off x="1815068" y="1930796"/>
            <a:ext cx="711200" cy="711200"/>
          </a:xfrm>
          <a:prstGeom prst="rect">
            <a:avLst/>
          </a:prstGeom>
        </p:spPr>
      </p:pic>
    </p:spTree>
    <p:custDataLst>
      <p:tags r:id="rId1"/>
    </p:custDataLst>
    <p:extLst>
      <p:ext uri="{BB962C8B-B14F-4D97-AF65-F5344CB8AC3E}">
        <p14:creationId xmlns:p14="http://schemas.microsoft.com/office/powerpoint/2010/main" val="29094141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FFFF"/>
                </a:solidFill>
              </a:rPr>
              <a:t>AWS Fargate</a:t>
            </a:r>
            <a:r>
              <a:rPr lang="en-US" dirty="0"/>
              <a:t> </a:t>
            </a:r>
            <a:r>
              <a:rPr lang="en-US" dirty="0">
                <a:solidFill>
                  <a:srgbClr val="FFFFFF"/>
                </a:solidFill>
              </a:rPr>
              <a:t>launch</a:t>
            </a:r>
            <a:r>
              <a:rPr lang="en-US" dirty="0"/>
              <a:t> </a:t>
            </a:r>
            <a:r>
              <a:rPr lang="en-US" dirty="0">
                <a:solidFill>
                  <a:srgbClr val="FFFFFF"/>
                </a:solidFill>
              </a:rPr>
              <a:t>type</a:t>
            </a:r>
            <a:endParaRPr lang="en-US" dirty="0">
              <a:solidFill>
                <a:srgbClr val="FFFFFF"/>
              </a:solidFill>
              <a:latin typeface="Amazon Ember Light" panose="020B0403020204020204"/>
            </a:endParaRPr>
          </a:p>
        </p:txBody>
      </p:sp>
      <p:sp>
        <p:nvSpPr>
          <p:cNvPr id="2" name="Slide Number Placeholder 1"/>
          <p:cNvSpPr>
            <a:spLocks noGrp="1"/>
          </p:cNvSpPr>
          <p:nvPr>
            <p:ph type="sldNum" sz="quarter" idx="12"/>
          </p:nvPr>
        </p:nvSpPr>
        <p:spPr/>
        <p:txBody>
          <a:bodyPr/>
          <a:lstStyle/>
          <a:p>
            <a:fld id="{9FC43BFD-8FF7-A343-A8A6-E2338FCE8046}" type="slidenum">
              <a:rPr lang="en-US" smtClean="0"/>
              <a:pPr/>
              <a:t>27</a:t>
            </a:fld>
            <a:endParaRPr lang="en-US" dirty="0"/>
          </a:p>
        </p:txBody>
      </p:sp>
      <p:sp>
        <p:nvSpPr>
          <p:cNvPr id="3" name="Footer Placeholder 2"/>
          <p:cNvSpPr>
            <a:spLocks noGrp="1"/>
          </p:cNvSpPr>
          <p:nvPr>
            <p:ph type="ftr" sz="quarter" idx="3"/>
          </p:nvPr>
        </p:nvSpPr>
        <p:spPr/>
        <p:txBody>
          <a:bodyPr/>
          <a:lstStyle/>
          <a:p>
            <a:r>
              <a:rPr lang="en-US"/>
              <a:t>© 2020 Amazon Web Services, Inc. or its Affiliates. All rights reserved.</a:t>
            </a:r>
            <a:endParaRPr lang="en-US" dirty="0"/>
          </a:p>
        </p:txBody>
      </p:sp>
      <p:grpSp>
        <p:nvGrpSpPr>
          <p:cNvPr id="5" name="Group 4"/>
          <p:cNvGrpSpPr/>
          <p:nvPr/>
        </p:nvGrpSpPr>
        <p:grpSpPr>
          <a:xfrm>
            <a:off x="1132404" y="1323552"/>
            <a:ext cx="9927192" cy="5033834"/>
            <a:chOff x="932384" y="1323552"/>
            <a:chExt cx="9927192" cy="5033834"/>
          </a:xfrm>
        </p:grpSpPr>
        <p:sp>
          <p:nvSpPr>
            <p:cNvPr id="157" name="Rectangle 156">
              <a:extLst>
                <a:ext uri="{FF2B5EF4-FFF2-40B4-BE49-F238E27FC236}">
                  <a16:creationId xmlns:a16="http://schemas.microsoft.com/office/drawing/2014/main" id="{065F89D1-1D7D-A340-905C-937A025DCB0F}"/>
                </a:ext>
              </a:extLst>
            </p:cNvPr>
            <p:cNvSpPr/>
            <p:nvPr/>
          </p:nvSpPr>
          <p:spPr>
            <a:xfrm>
              <a:off x="2991526" y="1821672"/>
              <a:ext cx="7086035" cy="751835"/>
            </a:xfrm>
            <a:prstGeom prst="rect">
              <a:avLst/>
            </a:prstGeom>
            <a:solidFill>
              <a:schemeClr val="accent2">
                <a:lumMod val="40000"/>
                <a:lumOff val="60000"/>
              </a:schemeClr>
            </a:solidFill>
            <a:ln w="15875" cap="sq">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609585">
                <a:defRPr/>
              </a:pPr>
              <a:r>
                <a:rPr lang="en-US" sz="2200" dirty="0">
                  <a:solidFill>
                    <a:schemeClr val="tx1"/>
                  </a:solidFill>
                  <a:latin typeface="Amazon Ember" panose="02000000000000000000" pitchFamily="2" charset="0"/>
                  <a:ea typeface="Amazon Ember" panose="02000000000000000000" pitchFamily="2" charset="0"/>
                  <a:cs typeface="Amazon Ember" panose="020B0603020204020204" pitchFamily="34" charset="0"/>
                </a:rPr>
                <a:t>Scheduling and orchestration</a:t>
              </a:r>
            </a:p>
          </p:txBody>
        </p:sp>
        <p:sp>
          <p:nvSpPr>
            <p:cNvPr id="158" name="Rectangle 157">
              <a:extLst>
                <a:ext uri="{FF2B5EF4-FFF2-40B4-BE49-F238E27FC236}">
                  <a16:creationId xmlns:a16="http://schemas.microsoft.com/office/drawing/2014/main" id="{544A743A-8A3E-8F4E-9B19-208F56FC83FE}"/>
                </a:ext>
              </a:extLst>
            </p:cNvPr>
            <p:cNvSpPr/>
            <p:nvPr/>
          </p:nvSpPr>
          <p:spPr>
            <a:xfrm>
              <a:off x="6550199" y="2668205"/>
              <a:ext cx="3499564" cy="485676"/>
            </a:xfrm>
            <a:prstGeom prst="rect">
              <a:avLst/>
            </a:prstGeom>
            <a:solidFill>
              <a:schemeClr val="accent2">
                <a:lumMod val="40000"/>
                <a:lumOff val="60000"/>
              </a:schemeClr>
            </a:solidFill>
            <a:ln w="15875" cap="sq">
              <a:solidFill>
                <a:schemeClr val="bg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609585">
                <a:defRPr/>
              </a:pPr>
              <a:r>
                <a:rPr lang="en-US" sz="200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Placement engine</a:t>
              </a:r>
            </a:p>
          </p:txBody>
        </p:sp>
        <p:sp>
          <p:nvSpPr>
            <p:cNvPr id="161" name="Rectangle 160"/>
            <p:cNvSpPr/>
            <p:nvPr/>
          </p:nvSpPr>
          <p:spPr>
            <a:xfrm>
              <a:off x="932384" y="1323552"/>
              <a:ext cx="9927192" cy="22089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2" name="Rectangle 161">
              <a:extLst>
                <a:ext uri="{FF2B5EF4-FFF2-40B4-BE49-F238E27FC236}">
                  <a16:creationId xmlns:a16="http://schemas.microsoft.com/office/drawing/2014/main" id="{8F1E211D-DAB7-A843-BBBA-0D75F60427DD}"/>
                </a:ext>
              </a:extLst>
            </p:cNvPr>
            <p:cNvSpPr/>
            <p:nvPr/>
          </p:nvSpPr>
          <p:spPr>
            <a:xfrm>
              <a:off x="2998081" y="2668908"/>
              <a:ext cx="3420171" cy="485676"/>
            </a:xfrm>
            <a:prstGeom prst="rect">
              <a:avLst/>
            </a:prstGeom>
            <a:solidFill>
              <a:schemeClr val="accent2">
                <a:lumMod val="40000"/>
                <a:lumOff val="60000"/>
              </a:schemeClr>
            </a:solidFill>
            <a:ln w="15875" cap="sq">
              <a:solidFill>
                <a:schemeClr val="bg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609585">
                <a:defRPr/>
              </a:pPr>
              <a:r>
                <a:rPr lang="en-US" sz="200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Cluster manager</a:t>
              </a:r>
            </a:p>
          </p:txBody>
        </p:sp>
        <p:grpSp>
          <p:nvGrpSpPr>
            <p:cNvPr id="39" name="Group 38"/>
            <p:cNvGrpSpPr/>
            <p:nvPr/>
          </p:nvGrpSpPr>
          <p:grpSpPr>
            <a:xfrm>
              <a:off x="4745028" y="5258244"/>
              <a:ext cx="2301904" cy="1098106"/>
              <a:chOff x="7523148" y="3202580"/>
              <a:chExt cx="2301904" cy="1098106"/>
            </a:xfrm>
          </p:grpSpPr>
          <p:sp>
            <p:nvSpPr>
              <p:cNvPr id="40" name="TextBox 39">
                <a:extLst>
                  <a:ext uri="{FF2B5EF4-FFF2-40B4-BE49-F238E27FC236}">
                    <a16:creationId xmlns:a16="http://schemas.microsoft.com/office/drawing/2014/main" id="{DA1EA3C9-2C7E-AC42-BF2F-6C95F67869F3}"/>
                  </a:ext>
                </a:extLst>
              </p:cNvPr>
              <p:cNvSpPr txBox="1"/>
              <p:nvPr/>
            </p:nvSpPr>
            <p:spPr>
              <a:xfrm>
                <a:off x="7523148" y="3931354"/>
                <a:ext cx="2301904" cy="369332"/>
              </a:xfrm>
              <a:prstGeom prst="rect">
                <a:avLst/>
              </a:prstGeom>
              <a:noFill/>
            </p:spPr>
            <p:txBody>
              <a:bodyPr wrap="square" rtlCol="0">
                <a:spAutoFit/>
              </a:bodyPr>
              <a:lstStyle/>
              <a:p>
                <a:pPr algn="ctr"/>
                <a:r>
                  <a:rPr lang="en-US" dirty="0">
                    <a:latin typeface="Amazon Ember" panose="02000000000000000000" pitchFamily="2" charset="0"/>
                    <a:ea typeface="Amazon Ember" panose="02000000000000000000" pitchFamily="2" charset="0"/>
                  </a:rPr>
                  <a:t>AWS Fargate</a:t>
                </a:r>
              </a:p>
            </p:txBody>
          </p:sp>
          <p:pic>
            <p:nvPicPr>
              <p:cNvPr id="41" name="Graphic 5">
                <a:extLst>
                  <a:ext uri="{FF2B5EF4-FFF2-40B4-BE49-F238E27FC236}">
                    <a16:creationId xmlns:a16="http://schemas.microsoft.com/office/drawing/2014/main" id="{D1DB3C02-99BC-F546-AE77-8D48550516D3}"/>
                  </a:ext>
                </a:extLst>
              </p:cNvPr>
              <p:cNvPicPr>
                <a:picLocks noChangeAspect="1"/>
              </p:cNvPicPr>
              <p:nvPr/>
            </p:nvPicPr>
            <p:blipFill>
              <a:blip r:embed="rId4"/>
              <a:stretch>
                <a:fillRect/>
              </a:stretch>
            </p:blipFill>
            <p:spPr>
              <a:xfrm>
                <a:off x="8318500" y="3202580"/>
                <a:ext cx="711200" cy="711200"/>
              </a:xfrm>
              <a:prstGeom prst="rect">
                <a:avLst/>
              </a:prstGeom>
            </p:spPr>
          </p:pic>
        </p:grpSp>
        <p:grpSp>
          <p:nvGrpSpPr>
            <p:cNvPr id="57" name="Group 56"/>
            <p:cNvGrpSpPr/>
            <p:nvPr/>
          </p:nvGrpSpPr>
          <p:grpSpPr>
            <a:xfrm>
              <a:off x="1691146" y="3637035"/>
              <a:ext cx="1636774" cy="1337856"/>
              <a:chOff x="1465219" y="4343360"/>
              <a:chExt cx="1636774" cy="1337856"/>
            </a:xfrm>
          </p:grpSpPr>
          <p:pic>
            <p:nvPicPr>
              <p:cNvPr id="58" name="Graphic 13">
                <a:extLst>
                  <a:ext uri="{FF2B5EF4-FFF2-40B4-BE49-F238E27FC236}">
                    <a16:creationId xmlns:a16="http://schemas.microsoft.com/office/drawing/2014/main" id="{8ED914EA-8278-5449-B046-F8859FA607C7}"/>
                  </a:ext>
                </a:extLst>
              </p:cNvPr>
              <p:cNvPicPr>
                <a:picLocks noChangeAspect="1"/>
              </p:cNvPicPr>
              <p:nvPr/>
            </p:nvPicPr>
            <p:blipFill>
              <a:blip r:embed="rId5"/>
              <a:stretch>
                <a:fillRect/>
              </a:stretch>
            </p:blipFill>
            <p:spPr>
              <a:xfrm>
                <a:off x="1465220" y="4343360"/>
                <a:ext cx="737080" cy="737080"/>
              </a:xfrm>
              <a:prstGeom prst="rect">
                <a:avLst/>
              </a:prstGeom>
              <a:solidFill>
                <a:schemeClr val="bg1"/>
              </a:solidFill>
            </p:spPr>
          </p:pic>
          <p:pic>
            <p:nvPicPr>
              <p:cNvPr id="59" name="Graphic 13">
                <a:extLst>
                  <a:ext uri="{FF2B5EF4-FFF2-40B4-BE49-F238E27FC236}">
                    <a16:creationId xmlns:a16="http://schemas.microsoft.com/office/drawing/2014/main" id="{8ED914EA-8278-5449-B046-F8859FA607C7}"/>
                  </a:ext>
                </a:extLst>
              </p:cNvPr>
              <p:cNvPicPr>
                <a:picLocks noChangeAspect="1"/>
              </p:cNvPicPr>
              <p:nvPr/>
            </p:nvPicPr>
            <p:blipFill>
              <a:blip r:embed="rId5"/>
              <a:stretch>
                <a:fillRect/>
              </a:stretch>
            </p:blipFill>
            <p:spPr>
              <a:xfrm>
                <a:off x="1465219" y="4944136"/>
                <a:ext cx="737080" cy="737080"/>
              </a:xfrm>
              <a:prstGeom prst="rect">
                <a:avLst/>
              </a:prstGeom>
              <a:solidFill>
                <a:schemeClr val="bg1"/>
              </a:solidFill>
            </p:spPr>
          </p:pic>
          <p:pic>
            <p:nvPicPr>
              <p:cNvPr id="60" name="Graphic 13">
                <a:extLst>
                  <a:ext uri="{FF2B5EF4-FFF2-40B4-BE49-F238E27FC236}">
                    <a16:creationId xmlns:a16="http://schemas.microsoft.com/office/drawing/2014/main" id="{8ED914EA-8278-5449-B046-F8859FA607C7}"/>
                  </a:ext>
                </a:extLst>
              </p:cNvPr>
              <p:cNvPicPr>
                <a:picLocks noChangeAspect="1"/>
              </p:cNvPicPr>
              <p:nvPr/>
            </p:nvPicPr>
            <p:blipFill>
              <a:blip r:embed="rId5"/>
              <a:stretch>
                <a:fillRect/>
              </a:stretch>
            </p:blipFill>
            <p:spPr>
              <a:xfrm>
                <a:off x="2364913" y="4343360"/>
                <a:ext cx="737080" cy="737080"/>
              </a:xfrm>
              <a:prstGeom prst="rect">
                <a:avLst/>
              </a:prstGeom>
              <a:solidFill>
                <a:schemeClr val="bg1"/>
              </a:solidFill>
            </p:spPr>
          </p:pic>
          <p:pic>
            <p:nvPicPr>
              <p:cNvPr id="61" name="Graphic 13">
                <a:extLst>
                  <a:ext uri="{FF2B5EF4-FFF2-40B4-BE49-F238E27FC236}">
                    <a16:creationId xmlns:a16="http://schemas.microsoft.com/office/drawing/2014/main" id="{8ED914EA-8278-5449-B046-F8859FA607C7}"/>
                  </a:ext>
                </a:extLst>
              </p:cNvPr>
              <p:cNvPicPr>
                <a:picLocks noChangeAspect="1"/>
              </p:cNvPicPr>
              <p:nvPr/>
            </p:nvPicPr>
            <p:blipFill>
              <a:blip r:embed="rId5"/>
              <a:stretch>
                <a:fillRect/>
              </a:stretch>
            </p:blipFill>
            <p:spPr>
              <a:xfrm>
                <a:off x="2364912" y="4944136"/>
                <a:ext cx="737080" cy="737080"/>
              </a:xfrm>
              <a:prstGeom prst="rect">
                <a:avLst/>
              </a:prstGeom>
              <a:solidFill>
                <a:schemeClr val="bg1"/>
              </a:solidFill>
            </p:spPr>
          </p:pic>
        </p:grpSp>
        <p:grpSp>
          <p:nvGrpSpPr>
            <p:cNvPr id="62" name="Group 61"/>
            <p:cNvGrpSpPr/>
            <p:nvPr/>
          </p:nvGrpSpPr>
          <p:grpSpPr>
            <a:xfrm>
              <a:off x="8545660" y="3637035"/>
              <a:ext cx="1636774" cy="1337856"/>
              <a:chOff x="1465219" y="4343360"/>
              <a:chExt cx="1636774" cy="1337856"/>
            </a:xfrm>
          </p:grpSpPr>
          <p:pic>
            <p:nvPicPr>
              <p:cNvPr id="63" name="Graphic 13">
                <a:extLst>
                  <a:ext uri="{FF2B5EF4-FFF2-40B4-BE49-F238E27FC236}">
                    <a16:creationId xmlns:a16="http://schemas.microsoft.com/office/drawing/2014/main" id="{8ED914EA-8278-5449-B046-F8859FA607C7}"/>
                  </a:ext>
                </a:extLst>
              </p:cNvPr>
              <p:cNvPicPr>
                <a:picLocks noChangeAspect="1"/>
              </p:cNvPicPr>
              <p:nvPr/>
            </p:nvPicPr>
            <p:blipFill>
              <a:blip r:embed="rId5"/>
              <a:stretch>
                <a:fillRect/>
              </a:stretch>
            </p:blipFill>
            <p:spPr>
              <a:xfrm>
                <a:off x="1465220" y="4343360"/>
                <a:ext cx="737080" cy="737080"/>
              </a:xfrm>
              <a:prstGeom prst="rect">
                <a:avLst/>
              </a:prstGeom>
              <a:solidFill>
                <a:schemeClr val="bg1"/>
              </a:solidFill>
            </p:spPr>
          </p:pic>
          <p:pic>
            <p:nvPicPr>
              <p:cNvPr id="64" name="Graphic 13">
                <a:extLst>
                  <a:ext uri="{FF2B5EF4-FFF2-40B4-BE49-F238E27FC236}">
                    <a16:creationId xmlns:a16="http://schemas.microsoft.com/office/drawing/2014/main" id="{8ED914EA-8278-5449-B046-F8859FA607C7}"/>
                  </a:ext>
                </a:extLst>
              </p:cNvPr>
              <p:cNvPicPr>
                <a:picLocks noChangeAspect="1"/>
              </p:cNvPicPr>
              <p:nvPr/>
            </p:nvPicPr>
            <p:blipFill>
              <a:blip r:embed="rId5"/>
              <a:stretch>
                <a:fillRect/>
              </a:stretch>
            </p:blipFill>
            <p:spPr>
              <a:xfrm>
                <a:off x="1465219" y="4944136"/>
                <a:ext cx="737080" cy="737080"/>
              </a:xfrm>
              <a:prstGeom prst="rect">
                <a:avLst/>
              </a:prstGeom>
              <a:solidFill>
                <a:schemeClr val="bg1"/>
              </a:solidFill>
            </p:spPr>
          </p:pic>
          <p:pic>
            <p:nvPicPr>
              <p:cNvPr id="65" name="Graphic 13">
                <a:extLst>
                  <a:ext uri="{FF2B5EF4-FFF2-40B4-BE49-F238E27FC236}">
                    <a16:creationId xmlns:a16="http://schemas.microsoft.com/office/drawing/2014/main" id="{8ED914EA-8278-5449-B046-F8859FA607C7}"/>
                  </a:ext>
                </a:extLst>
              </p:cNvPr>
              <p:cNvPicPr>
                <a:picLocks noChangeAspect="1"/>
              </p:cNvPicPr>
              <p:nvPr/>
            </p:nvPicPr>
            <p:blipFill>
              <a:blip r:embed="rId5"/>
              <a:stretch>
                <a:fillRect/>
              </a:stretch>
            </p:blipFill>
            <p:spPr>
              <a:xfrm>
                <a:off x="2364913" y="4343360"/>
                <a:ext cx="737080" cy="737080"/>
              </a:xfrm>
              <a:prstGeom prst="rect">
                <a:avLst/>
              </a:prstGeom>
              <a:solidFill>
                <a:schemeClr val="bg1"/>
              </a:solidFill>
            </p:spPr>
          </p:pic>
          <p:pic>
            <p:nvPicPr>
              <p:cNvPr id="66" name="Graphic 13">
                <a:extLst>
                  <a:ext uri="{FF2B5EF4-FFF2-40B4-BE49-F238E27FC236}">
                    <a16:creationId xmlns:a16="http://schemas.microsoft.com/office/drawing/2014/main" id="{8ED914EA-8278-5449-B046-F8859FA607C7}"/>
                  </a:ext>
                </a:extLst>
              </p:cNvPr>
              <p:cNvPicPr>
                <a:picLocks noChangeAspect="1"/>
              </p:cNvPicPr>
              <p:nvPr/>
            </p:nvPicPr>
            <p:blipFill>
              <a:blip r:embed="rId5"/>
              <a:stretch>
                <a:fillRect/>
              </a:stretch>
            </p:blipFill>
            <p:spPr>
              <a:xfrm>
                <a:off x="2364912" y="4944136"/>
                <a:ext cx="737080" cy="737080"/>
              </a:xfrm>
              <a:prstGeom prst="rect">
                <a:avLst/>
              </a:prstGeom>
              <a:solidFill>
                <a:schemeClr val="bg1"/>
              </a:solidFill>
            </p:spPr>
          </p:pic>
        </p:grpSp>
        <p:grpSp>
          <p:nvGrpSpPr>
            <p:cNvPr id="67" name="Group 66"/>
            <p:cNvGrpSpPr/>
            <p:nvPr/>
          </p:nvGrpSpPr>
          <p:grpSpPr>
            <a:xfrm>
              <a:off x="5118403" y="3637035"/>
              <a:ext cx="1636774" cy="1337856"/>
              <a:chOff x="1465219" y="4343360"/>
              <a:chExt cx="1636774" cy="1337856"/>
            </a:xfrm>
          </p:grpSpPr>
          <p:pic>
            <p:nvPicPr>
              <p:cNvPr id="68" name="Graphic 13">
                <a:extLst>
                  <a:ext uri="{FF2B5EF4-FFF2-40B4-BE49-F238E27FC236}">
                    <a16:creationId xmlns:a16="http://schemas.microsoft.com/office/drawing/2014/main" id="{8ED914EA-8278-5449-B046-F8859FA607C7}"/>
                  </a:ext>
                </a:extLst>
              </p:cNvPr>
              <p:cNvPicPr>
                <a:picLocks noChangeAspect="1"/>
              </p:cNvPicPr>
              <p:nvPr/>
            </p:nvPicPr>
            <p:blipFill>
              <a:blip r:embed="rId5"/>
              <a:stretch>
                <a:fillRect/>
              </a:stretch>
            </p:blipFill>
            <p:spPr>
              <a:xfrm>
                <a:off x="1465220" y="4343360"/>
                <a:ext cx="737080" cy="737080"/>
              </a:xfrm>
              <a:prstGeom prst="rect">
                <a:avLst/>
              </a:prstGeom>
              <a:solidFill>
                <a:schemeClr val="bg1"/>
              </a:solidFill>
            </p:spPr>
          </p:pic>
          <p:pic>
            <p:nvPicPr>
              <p:cNvPr id="72" name="Graphic 13">
                <a:extLst>
                  <a:ext uri="{FF2B5EF4-FFF2-40B4-BE49-F238E27FC236}">
                    <a16:creationId xmlns:a16="http://schemas.microsoft.com/office/drawing/2014/main" id="{8ED914EA-8278-5449-B046-F8859FA607C7}"/>
                  </a:ext>
                </a:extLst>
              </p:cNvPr>
              <p:cNvPicPr>
                <a:picLocks noChangeAspect="1"/>
              </p:cNvPicPr>
              <p:nvPr/>
            </p:nvPicPr>
            <p:blipFill>
              <a:blip r:embed="rId5"/>
              <a:stretch>
                <a:fillRect/>
              </a:stretch>
            </p:blipFill>
            <p:spPr>
              <a:xfrm>
                <a:off x="1465219" y="4944136"/>
                <a:ext cx="737080" cy="737080"/>
              </a:xfrm>
              <a:prstGeom prst="rect">
                <a:avLst/>
              </a:prstGeom>
              <a:solidFill>
                <a:schemeClr val="bg1"/>
              </a:solidFill>
            </p:spPr>
          </p:pic>
          <p:pic>
            <p:nvPicPr>
              <p:cNvPr id="73" name="Graphic 13">
                <a:extLst>
                  <a:ext uri="{FF2B5EF4-FFF2-40B4-BE49-F238E27FC236}">
                    <a16:creationId xmlns:a16="http://schemas.microsoft.com/office/drawing/2014/main" id="{8ED914EA-8278-5449-B046-F8859FA607C7}"/>
                  </a:ext>
                </a:extLst>
              </p:cNvPr>
              <p:cNvPicPr>
                <a:picLocks noChangeAspect="1"/>
              </p:cNvPicPr>
              <p:nvPr/>
            </p:nvPicPr>
            <p:blipFill>
              <a:blip r:embed="rId5"/>
              <a:stretch>
                <a:fillRect/>
              </a:stretch>
            </p:blipFill>
            <p:spPr>
              <a:xfrm>
                <a:off x="2364913" y="4343360"/>
                <a:ext cx="737080" cy="737080"/>
              </a:xfrm>
              <a:prstGeom prst="rect">
                <a:avLst/>
              </a:prstGeom>
              <a:solidFill>
                <a:schemeClr val="bg1"/>
              </a:solidFill>
            </p:spPr>
          </p:pic>
          <p:pic>
            <p:nvPicPr>
              <p:cNvPr id="74" name="Graphic 13">
                <a:extLst>
                  <a:ext uri="{FF2B5EF4-FFF2-40B4-BE49-F238E27FC236}">
                    <a16:creationId xmlns:a16="http://schemas.microsoft.com/office/drawing/2014/main" id="{8ED914EA-8278-5449-B046-F8859FA607C7}"/>
                  </a:ext>
                </a:extLst>
              </p:cNvPr>
              <p:cNvPicPr>
                <a:picLocks noChangeAspect="1"/>
              </p:cNvPicPr>
              <p:nvPr/>
            </p:nvPicPr>
            <p:blipFill>
              <a:blip r:embed="rId5"/>
              <a:stretch>
                <a:fillRect/>
              </a:stretch>
            </p:blipFill>
            <p:spPr>
              <a:xfrm>
                <a:off x="2364912" y="4944136"/>
                <a:ext cx="737080" cy="737080"/>
              </a:xfrm>
              <a:prstGeom prst="rect">
                <a:avLst/>
              </a:prstGeom>
              <a:solidFill>
                <a:schemeClr val="bg1"/>
              </a:solidFill>
            </p:spPr>
          </p:pic>
        </p:grpSp>
        <p:sp>
          <p:nvSpPr>
            <p:cNvPr id="75" name="Rounded Rectangle 74"/>
            <p:cNvSpPr/>
            <p:nvPr/>
          </p:nvSpPr>
          <p:spPr>
            <a:xfrm>
              <a:off x="932384" y="5132036"/>
              <a:ext cx="9927192" cy="1225350"/>
            </a:xfrm>
            <a:prstGeom prst="roundRect">
              <a:avLst>
                <a:gd name="adj" fmla="val 0"/>
              </a:avLst>
            </a:prstGeom>
            <a:noFill/>
            <a:ln w="12700">
              <a:solidFill>
                <a:schemeClr val="tx1"/>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2400" dirty="0">
                <a:solidFill>
                  <a:schemeClr val="tx1"/>
                </a:solidFill>
                <a:latin typeface="Amazon Ember Light" charset="0"/>
                <a:ea typeface="Amazon Ember Light" charset="0"/>
                <a:cs typeface="Amazon Ember Light" charset="0"/>
              </a:endParaRPr>
            </a:p>
          </p:txBody>
        </p:sp>
        <p:sp>
          <p:nvSpPr>
            <p:cNvPr id="31" name="TextBox 30">
              <a:extLst>
                <a:ext uri="{FF2B5EF4-FFF2-40B4-BE49-F238E27FC236}">
                  <a16:creationId xmlns:a16="http://schemas.microsoft.com/office/drawing/2014/main" id="{8CF5FB91-5B4F-E84D-AFCE-50004C988F46}"/>
                </a:ext>
              </a:extLst>
            </p:cNvPr>
            <p:cNvSpPr txBox="1"/>
            <p:nvPr/>
          </p:nvSpPr>
          <p:spPr>
            <a:xfrm>
              <a:off x="1217372" y="2638955"/>
              <a:ext cx="1506552" cy="369332"/>
            </a:xfrm>
            <a:prstGeom prst="rect">
              <a:avLst/>
            </a:prstGeom>
            <a:noFill/>
          </p:spPr>
          <p:txBody>
            <a:bodyPr wrap="square" rtlCol="0">
              <a:spAutoFit/>
            </a:bodyPr>
            <a:lstStyle/>
            <a:p>
              <a:pPr algn="ctr"/>
              <a:r>
                <a:rPr lang="en-US" dirty="0">
                  <a:latin typeface="Amazon Ember" panose="02000000000000000000" pitchFamily="2" charset="0"/>
                  <a:ea typeface="Amazon Ember" panose="02000000000000000000" pitchFamily="2" charset="0"/>
                </a:rPr>
                <a:t>Amazon ECS</a:t>
              </a:r>
            </a:p>
          </p:txBody>
        </p:sp>
        <p:pic>
          <p:nvPicPr>
            <p:cNvPr id="32" name="Graphic 21">
              <a:extLst>
                <a:ext uri="{FF2B5EF4-FFF2-40B4-BE49-F238E27FC236}">
                  <a16:creationId xmlns:a16="http://schemas.microsoft.com/office/drawing/2014/main" id="{56FBFD27-4604-2843-963C-296819DA9A42}"/>
                </a:ext>
              </a:extLst>
            </p:cNvPr>
            <p:cNvPicPr>
              <a:picLocks noChangeAspect="1"/>
            </p:cNvPicPr>
            <p:nvPr/>
          </p:nvPicPr>
          <p:blipFill>
            <a:blip r:embed="rId6"/>
            <a:stretch>
              <a:fillRect/>
            </a:stretch>
          </p:blipFill>
          <p:spPr>
            <a:xfrm>
              <a:off x="1615048" y="1930796"/>
              <a:ext cx="711200" cy="711200"/>
            </a:xfrm>
            <a:prstGeom prst="rect">
              <a:avLst/>
            </a:prstGeom>
          </p:spPr>
        </p:pic>
      </p:grpSp>
    </p:spTree>
    <p:custDataLst>
      <p:tags r:id="rId1"/>
    </p:custDataLst>
    <p:extLst>
      <p:ext uri="{BB962C8B-B14F-4D97-AF65-F5344CB8AC3E}">
        <p14:creationId xmlns:p14="http://schemas.microsoft.com/office/powerpoint/2010/main" val="7520571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Compute auto scale up</a:t>
            </a:r>
          </a:p>
        </p:txBody>
      </p:sp>
      <p:sp>
        <p:nvSpPr>
          <p:cNvPr id="3" name="Slide Number Placeholder 2"/>
          <p:cNvSpPr>
            <a:spLocks noGrp="1"/>
          </p:cNvSpPr>
          <p:nvPr>
            <p:ph type="sldNum" sz="quarter" idx="12"/>
          </p:nvPr>
        </p:nvSpPr>
        <p:spPr/>
        <p:txBody>
          <a:bodyPr/>
          <a:lstStyle/>
          <a:p>
            <a:fld id="{9FC43BFD-8FF7-A343-A8A6-E2338FCE8046}" type="slidenum">
              <a:rPr lang="en-US" smtClean="0"/>
              <a:pPr/>
              <a:t>28</a:t>
            </a:fld>
            <a:endParaRPr lang="en-US" dirty="0"/>
          </a:p>
        </p:txBody>
      </p:sp>
      <p:sp>
        <p:nvSpPr>
          <p:cNvPr id="4" name="Footer Placeholder 3"/>
          <p:cNvSpPr>
            <a:spLocks noGrp="1"/>
          </p:cNvSpPr>
          <p:nvPr>
            <p:ph type="ftr" sz="quarter" idx="3"/>
          </p:nvPr>
        </p:nvSpPr>
        <p:spPr/>
        <p:txBody>
          <a:bodyPr/>
          <a:lstStyle/>
          <a:p>
            <a:r>
              <a:rPr lang="en-US"/>
              <a:t>© 2020 Amazon Web Services, Inc. or its Affiliates. All rights reserved.</a:t>
            </a:r>
            <a:endParaRPr lang="en-US" dirty="0"/>
          </a:p>
        </p:txBody>
      </p:sp>
      <p:sp>
        <p:nvSpPr>
          <p:cNvPr id="23" name="TextBox 22"/>
          <p:cNvSpPr txBox="1"/>
          <p:nvPr/>
        </p:nvSpPr>
        <p:spPr>
          <a:xfrm>
            <a:off x="226038" y="2943953"/>
            <a:ext cx="1501016" cy="379656"/>
          </a:xfrm>
          <a:prstGeom prst="rect">
            <a:avLst/>
          </a:prstGeom>
          <a:noFill/>
        </p:spPr>
        <p:txBody>
          <a:bodyPr wrap="square" rtlCol="0">
            <a:spAutoFit/>
          </a:bodyPr>
          <a:lstStyle/>
          <a:p>
            <a:pPr algn="ctr"/>
            <a:r>
              <a:rPr lang="en-US" dirty="0">
                <a:latin typeface="+mj-lt"/>
                <a:ea typeface="Amazon Ember" panose="020B0603020204020204" pitchFamily="34" charset="0"/>
                <a:cs typeface="Amazon Ember" panose="020B0603020204020204" pitchFamily="34" charset="0"/>
              </a:rPr>
              <a:t>Developers</a:t>
            </a:r>
          </a:p>
        </p:txBody>
      </p:sp>
      <p:cxnSp>
        <p:nvCxnSpPr>
          <p:cNvPr id="40" name="Straight Arrow Connector 39">
            <a:extLst>
              <a:ext uri="{FF2B5EF4-FFF2-40B4-BE49-F238E27FC236}">
                <a16:creationId xmlns:a16="http://schemas.microsoft.com/office/drawing/2014/main" id="{6469C46C-048C-4572-8073-FC9A87657C1B}"/>
              </a:ext>
            </a:extLst>
          </p:cNvPr>
          <p:cNvCxnSpPr>
            <a:cxnSpLocks/>
            <a:stCxn id="98" idx="1"/>
            <a:endCxn id="52" idx="1"/>
          </p:cNvCxnSpPr>
          <p:nvPr/>
        </p:nvCxnSpPr>
        <p:spPr>
          <a:xfrm flipV="1">
            <a:off x="1313886" y="2581862"/>
            <a:ext cx="2082243" cy="1"/>
          </a:xfrm>
          <a:prstGeom prst="straightConnector1">
            <a:avLst/>
          </a:prstGeom>
          <a:ln w="12700">
            <a:solidFill>
              <a:schemeClr val="tx1"/>
            </a:solidFill>
            <a:prstDash val="solid"/>
            <a:headEnd type="none"/>
            <a:tailEnd type="arrow" w="med" len="sm"/>
          </a:ln>
          <a:effectLst/>
        </p:spPr>
        <p:style>
          <a:lnRef idx="2">
            <a:schemeClr val="accent1"/>
          </a:lnRef>
          <a:fillRef idx="0">
            <a:schemeClr val="accent1"/>
          </a:fillRef>
          <a:effectRef idx="1">
            <a:schemeClr val="accent1"/>
          </a:effectRef>
          <a:fontRef idx="minor">
            <a:schemeClr val="tx1"/>
          </a:fontRef>
        </p:style>
      </p:cxnSp>
      <p:grpSp>
        <p:nvGrpSpPr>
          <p:cNvPr id="5" name="Group 4"/>
          <p:cNvGrpSpPr/>
          <p:nvPr/>
        </p:nvGrpSpPr>
        <p:grpSpPr>
          <a:xfrm>
            <a:off x="4280643" y="4100945"/>
            <a:ext cx="458376" cy="831986"/>
            <a:chOff x="3962456" y="4100945"/>
            <a:chExt cx="458376" cy="831986"/>
          </a:xfrm>
        </p:grpSpPr>
        <p:pic>
          <p:nvPicPr>
            <p:cNvPr id="83" name="Graphic 13">
              <a:extLst>
                <a:ext uri="{FF2B5EF4-FFF2-40B4-BE49-F238E27FC236}">
                  <a16:creationId xmlns:a16="http://schemas.microsoft.com/office/drawing/2014/main" id="{8ED914EA-8278-5449-B046-F8859FA607C7}"/>
                </a:ext>
              </a:extLst>
            </p:cNvPr>
            <p:cNvPicPr>
              <a:picLocks noChangeAspect="1"/>
            </p:cNvPicPr>
            <p:nvPr/>
          </p:nvPicPr>
          <p:blipFill>
            <a:blip r:embed="rId4"/>
            <a:stretch>
              <a:fillRect/>
            </a:stretch>
          </p:blipFill>
          <p:spPr>
            <a:xfrm>
              <a:off x="3962457" y="4100945"/>
              <a:ext cx="458375" cy="458375"/>
            </a:xfrm>
            <a:prstGeom prst="rect">
              <a:avLst/>
            </a:prstGeom>
            <a:solidFill>
              <a:schemeClr val="bg1"/>
            </a:solidFill>
          </p:spPr>
        </p:pic>
        <p:pic>
          <p:nvPicPr>
            <p:cNvPr id="84" name="Graphic 13">
              <a:extLst>
                <a:ext uri="{FF2B5EF4-FFF2-40B4-BE49-F238E27FC236}">
                  <a16:creationId xmlns:a16="http://schemas.microsoft.com/office/drawing/2014/main" id="{8ED914EA-8278-5449-B046-F8859FA607C7}"/>
                </a:ext>
              </a:extLst>
            </p:cNvPr>
            <p:cNvPicPr>
              <a:picLocks noChangeAspect="1"/>
            </p:cNvPicPr>
            <p:nvPr/>
          </p:nvPicPr>
          <p:blipFill>
            <a:blip r:embed="rId4"/>
            <a:stretch>
              <a:fillRect/>
            </a:stretch>
          </p:blipFill>
          <p:spPr>
            <a:xfrm>
              <a:off x="3962456" y="4474556"/>
              <a:ext cx="458375" cy="458375"/>
            </a:xfrm>
            <a:prstGeom prst="rect">
              <a:avLst/>
            </a:prstGeom>
            <a:solidFill>
              <a:schemeClr val="bg1"/>
            </a:solidFill>
          </p:spPr>
        </p:pic>
      </p:grpSp>
      <p:grpSp>
        <p:nvGrpSpPr>
          <p:cNvPr id="6" name="Group 5"/>
          <p:cNvGrpSpPr/>
          <p:nvPr/>
        </p:nvGrpSpPr>
        <p:grpSpPr>
          <a:xfrm>
            <a:off x="4853800" y="4100945"/>
            <a:ext cx="458376" cy="831986"/>
            <a:chOff x="4521957" y="4100945"/>
            <a:chExt cx="458376" cy="831986"/>
          </a:xfrm>
        </p:grpSpPr>
        <p:pic>
          <p:nvPicPr>
            <p:cNvPr id="85" name="Graphic 13">
              <a:extLst>
                <a:ext uri="{FF2B5EF4-FFF2-40B4-BE49-F238E27FC236}">
                  <a16:creationId xmlns:a16="http://schemas.microsoft.com/office/drawing/2014/main" id="{8ED914EA-8278-5449-B046-F8859FA607C7}"/>
                </a:ext>
              </a:extLst>
            </p:cNvPr>
            <p:cNvPicPr>
              <a:picLocks noChangeAspect="1"/>
            </p:cNvPicPr>
            <p:nvPr/>
          </p:nvPicPr>
          <p:blipFill>
            <a:blip r:embed="rId4"/>
            <a:stretch>
              <a:fillRect/>
            </a:stretch>
          </p:blipFill>
          <p:spPr>
            <a:xfrm>
              <a:off x="4521958" y="4100945"/>
              <a:ext cx="458375" cy="458375"/>
            </a:xfrm>
            <a:prstGeom prst="rect">
              <a:avLst/>
            </a:prstGeom>
            <a:solidFill>
              <a:schemeClr val="bg1"/>
            </a:solidFill>
          </p:spPr>
        </p:pic>
        <p:pic>
          <p:nvPicPr>
            <p:cNvPr id="86" name="Graphic 13">
              <a:extLst>
                <a:ext uri="{FF2B5EF4-FFF2-40B4-BE49-F238E27FC236}">
                  <a16:creationId xmlns:a16="http://schemas.microsoft.com/office/drawing/2014/main" id="{8ED914EA-8278-5449-B046-F8859FA607C7}"/>
                </a:ext>
              </a:extLst>
            </p:cNvPr>
            <p:cNvPicPr>
              <a:picLocks noChangeAspect="1"/>
            </p:cNvPicPr>
            <p:nvPr/>
          </p:nvPicPr>
          <p:blipFill>
            <a:blip r:embed="rId4"/>
            <a:stretch>
              <a:fillRect/>
            </a:stretch>
          </p:blipFill>
          <p:spPr>
            <a:xfrm>
              <a:off x="4521957" y="4474556"/>
              <a:ext cx="458375" cy="458375"/>
            </a:xfrm>
            <a:prstGeom prst="rect">
              <a:avLst/>
            </a:prstGeom>
            <a:solidFill>
              <a:schemeClr val="bg1"/>
            </a:solidFill>
          </p:spPr>
        </p:pic>
      </p:grpSp>
      <p:grpSp>
        <p:nvGrpSpPr>
          <p:cNvPr id="7" name="Group 6"/>
          <p:cNvGrpSpPr/>
          <p:nvPr/>
        </p:nvGrpSpPr>
        <p:grpSpPr>
          <a:xfrm>
            <a:off x="5426957" y="4100945"/>
            <a:ext cx="458376" cy="831986"/>
            <a:chOff x="5108770" y="4100945"/>
            <a:chExt cx="458376" cy="831986"/>
          </a:xfrm>
        </p:grpSpPr>
        <p:pic>
          <p:nvPicPr>
            <p:cNvPr id="87" name="Graphic 13">
              <a:extLst>
                <a:ext uri="{FF2B5EF4-FFF2-40B4-BE49-F238E27FC236}">
                  <a16:creationId xmlns:a16="http://schemas.microsoft.com/office/drawing/2014/main" id="{8ED914EA-8278-5449-B046-F8859FA607C7}"/>
                </a:ext>
              </a:extLst>
            </p:cNvPr>
            <p:cNvPicPr>
              <a:picLocks noChangeAspect="1"/>
            </p:cNvPicPr>
            <p:nvPr/>
          </p:nvPicPr>
          <p:blipFill>
            <a:blip r:embed="rId4"/>
            <a:stretch>
              <a:fillRect/>
            </a:stretch>
          </p:blipFill>
          <p:spPr>
            <a:xfrm>
              <a:off x="5108771" y="4100945"/>
              <a:ext cx="458375" cy="458375"/>
            </a:xfrm>
            <a:prstGeom prst="rect">
              <a:avLst/>
            </a:prstGeom>
            <a:solidFill>
              <a:schemeClr val="bg1"/>
            </a:solidFill>
          </p:spPr>
        </p:pic>
        <p:pic>
          <p:nvPicPr>
            <p:cNvPr id="88" name="Graphic 13">
              <a:extLst>
                <a:ext uri="{FF2B5EF4-FFF2-40B4-BE49-F238E27FC236}">
                  <a16:creationId xmlns:a16="http://schemas.microsoft.com/office/drawing/2014/main" id="{8ED914EA-8278-5449-B046-F8859FA607C7}"/>
                </a:ext>
              </a:extLst>
            </p:cNvPr>
            <p:cNvPicPr>
              <a:picLocks noChangeAspect="1"/>
            </p:cNvPicPr>
            <p:nvPr/>
          </p:nvPicPr>
          <p:blipFill>
            <a:blip r:embed="rId4"/>
            <a:stretch>
              <a:fillRect/>
            </a:stretch>
          </p:blipFill>
          <p:spPr>
            <a:xfrm>
              <a:off x="5108770" y="4474556"/>
              <a:ext cx="458375" cy="458375"/>
            </a:xfrm>
            <a:prstGeom prst="rect">
              <a:avLst/>
            </a:prstGeom>
            <a:solidFill>
              <a:schemeClr val="bg1"/>
            </a:solidFill>
          </p:spPr>
        </p:pic>
      </p:grpSp>
      <p:cxnSp>
        <p:nvCxnSpPr>
          <p:cNvPr id="58" name="Elbow Connector 57"/>
          <p:cNvCxnSpPr>
            <a:cxnSpLocks/>
          </p:cNvCxnSpPr>
          <p:nvPr/>
        </p:nvCxnSpPr>
        <p:spPr>
          <a:xfrm rot="5400000" flipH="1" flipV="1">
            <a:off x="6978964" y="2984073"/>
            <a:ext cx="512083" cy="3712638"/>
          </a:xfrm>
          <a:prstGeom prst="bentConnector3">
            <a:avLst>
              <a:gd name="adj1" fmla="val -59522"/>
            </a:avLst>
          </a:prstGeom>
          <a:ln w="12700">
            <a:solidFill>
              <a:schemeClr val="tx1"/>
            </a:solidFill>
            <a:prstDash val="solid"/>
            <a:headEnd type="none"/>
            <a:tailEnd type="arrow" w="med" len="sm"/>
          </a:ln>
          <a:effectLst/>
        </p:spPr>
        <p:style>
          <a:lnRef idx="2">
            <a:schemeClr val="accent1"/>
          </a:lnRef>
          <a:fillRef idx="0">
            <a:schemeClr val="accent1"/>
          </a:fillRef>
          <a:effectRef idx="1">
            <a:schemeClr val="accent1"/>
          </a:effectRef>
          <a:fontRef idx="minor">
            <a:schemeClr val="tx1"/>
          </a:fontRef>
        </p:style>
      </p:cxnSp>
      <p:cxnSp>
        <p:nvCxnSpPr>
          <p:cNvPr id="59" name="Elbow Connector 58"/>
          <p:cNvCxnSpPr>
            <a:cxnSpLocks/>
          </p:cNvCxnSpPr>
          <p:nvPr/>
        </p:nvCxnSpPr>
        <p:spPr>
          <a:xfrm rot="16200000" flipV="1">
            <a:off x="6769850" y="1130286"/>
            <a:ext cx="182164" cy="4492292"/>
          </a:xfrm>
          <a:prstGeom prst="bentConnector3">
            <a:avLst>
              <a:gd name="adj1" fmla="val 267322"/>
            </a:avLst>
          </a:prstGeom>
          <a:ln w="12700">
            <a:solidFill>
              <a:schemeClr val="tx1"/>
            </a:solidFill>
            <a:prstDash val="solid"/>
            <a:headEnd type="none"/>
            <a:tailEnd type="arrow" w="med" len="sm"/>
          </a:ln>
          <a:effectLst/>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4757023" y="5421227"/>
            <a:ext cx="4733104" cy="666977"/>
          </a:xfrm>
          <a:prstGeom prst="rect">
            <a:avLst/>
          </a:prstGeom>
          <a:noFill/>
        </p:spPr>
        <p:txBody>
          <a:bodyPr wrap="square" rtlCol="0">
            <a:spAutoFit/>
          </a:bodyPr>
          <a:lstStyle/>
          <a:p>
            <a:pPr algn="ctr"/>
            <a:r>
              <a:rPr lang="en-US" dirty="0">
                <a:ea typeface="Amazon Ember" panose="020B0603020204020204" pitchFamily="34" charset="0"/>
                <a:cs typeface="Amazon Ember" panose="020B0603020204020204" pitchFamily="34" charset="0"/>
              </a:rPr>
              <a:t>Event: </a:t>
            </a:r>
            <a:r>
              <a:rPr lang="en-US" dirty="0">
                <a:solidFill>
                  <a:srgbClr val="000000"/>
                </a:solidFill>
                <a:ea typeface="Amazon Ember" panose="020B0603020204020204" pitchFamily="34" charset="0"/>
                <a:cs typeface="Amazon Ember" panose="020B0603020204020204" pitchFamily="34" charset="0"/>
              </a:rPr>
              <a:t>Per</a:t>
            </a:r>
            <a:r>
              <a:rPr lang="en-US" dirty="0">
                <a:ea typeface="Amazon Ember" panose="020B0603020204020204" pitchFamily="34" charset="0"/>
                <a:cs typeface="Amazon Ember" panose="020B0603020204020204" pitchFamily="34" charset="0"/>
              </a:rPr>
              <a:t> cluster CPU, memory </a:t>
            </a:r>
            <a:br>
              <a:rPr lang="en-US" dirty="0">
                <a:ea typeface="Amazon Ember" panose="020B0603020204020204" pitchFamily="34" charset="0"/>
                <a:cs typeface="Amazon Ember" panose="020B0603020204020204" pitchFamily="34" charset="0"/>
              </a:rPr>
            </a:br>
            <a:r>
              <a:rPr lang="en-US" dirty="0">
                <a:ea typeface="Amazon Ember" panose="020B0603020204020204" pitchFamily="34" charset="0"/>
                <a:cs typeface="Amazon Ember" panose="020B0603020204020204" pitchFamily="34" charset="0"/>
              </a:rPr>
              <a:t>reservation, or usage</a:t>
            </a:r>
          </a:p>
        </p:txBody>
      </p:sp>
      <p:sp>
        <p:nvSpPr>
          <p:cNvPr id="17" name="TextBox 16"/>
          <p:cNvSpPr txBox="1"/>
          <p:nvPr/>
        </p:nvSpPr>
        <p:spPr>
          <a:xfrm>
            <a:off x="1820404" y="2271708"/>
            <a:ext cx="1540961" cy="379656"/>
          </a:xfrm>
          <a:prstGeom prst="rect">
            <a:avLst/>
          </a:prstGeom>
          <a:noFill/>
        </p:spPr>
        <p:txBody>
          <a:bodyPr wrap="square" rtlCol="0">
            <a:spAutoFit/>
          </a:bodyPr>
          <a:lstStyle/>
          <a:p>
            <a:pPr algn="ctr"/>
            <a:r>
              <a:rPr lang="en-US" dirty="0">
                <a:latin typeface="+mj-lt"/>
                <a:ea typeface="Amazon Ember" panose="020B0603020204020204" pitchFamily="34" charset="0"/>
                <a:cs typeface="Amazon Ember" panose="020B0603020204020204" pitchFamily="34" charset="0"/>
              </a:rPr>
              <a:t>New services</a:t>
            </a:r>
          </a:p>
        </p:txBody>
      </p:sp>
      <p:sp>
        <p:nvSpPr>
          <p:cNvPr id="75" name="TextBox 74"/>
          <p:cNvSpPr txBox="1"/>
          <p:nvPr/>
        </p:nvSpPr>
        <p:spPr>
          <a:xfrm>
            <a:off x="3007311" y="5073417"/>
            <a:ext cx="2162685" cy="379656"/>
          </a:xfrm>
          <a:prstGeom prst="rect">
            <a:avLst/>
          </a:prstGeom>
          <a:noFill/>
        </p:spPr>
        <p:txBody>
          <a:bodyPr wrap="square" rtlCol="0">
            <a:spAutoFit/>
          </a:bodyPr>
          <a:lstStyle/>
          <a:p>
            <a:pPr algn="ctr"/>
            <a:r>
              <a:rPr lang="en-US"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ECS</a:t>
            </a:r>
            <a:r>
              <a:rPr lang="en-US" dirty="0">
                <a:latin typeface="Amazon Ember" panose="020B0603020204020204" pitchFamily="34" charset="0"/>
                <a:ea typeface="Amazon Ember" panose="020B0603020204020204" pitchFamily="34" charset="0"/>
                <a:cs typeface="Amazon Ember" panose="020B0603020204020204" pitchFamily="34" charset="0"/>
              </a:rPr>
              <a:t> cluster</a:t>
            </a:r>
          </a:p>
        </p:txBody>
      </p:sp>
      <p:sp>
        <p:nvSpPr>
          <p:cNvPr id="60" name="TextBox 59"/>
          <p:cNvSpPr txBox="1"/>
          <p:nvPr/>
        </p:nvSpPr>
        <p:spPr>
          <a:xfrm>
            <a:off x="5656144" y="2602342"/>
            <a:ext cx="2675903" cy="379656"/>
          </a:xfrm>
          <a:prstGeom prst="rect">
            <a:avLst/>
          </a:prstGeom>
          <a:noFill/>
        </p:spPr>
        <p:txBody>
          <a:bodyPr wrap="square" rtlCol="0">
            <a:spAutoFit/>
          </a:bodyPr>
          <a:lstStyle/>
          <a:p>
            <a:pPr algn="ctr"/>
            <a:r>
              <a:rPr lang="en-US" dirty="0">
                <a:latin typeface="+mj-lt"/>
                <a:ea typeface="Amazon Ember" panose="020B0603020204020204" pitchFamily="34" charset="0"/>
                <a:cs typeface="Amazon Ember" panose="020B0603020204020204" pitchFamily="34" charset="0"/>
              </a:rPr>
              <a:t>CloudWatch event</a:t>
            </a:r>
          </a:p>
        </p:txBody>
      </p:sp>
      <p:sp>
        <p:nvSpPr>
          <p:cNvPr id="51" name="TextBox 50">
            <a:extLst>
              <a:ext uri="{FF2B5EF4-FFF2-40B4-BE49-F238E27FC236}">
                <a16:creationId xmlns:a16="http://schemas.microsoft.com/office/drawing/2014/main" id="{8CF5FB91-5B4F-E84D-AFCE-50004C988F46}"/>
              </a:ext>
            </a:extLst>
          </p:cNvPr>
          <p:cNvSpPr txBox="1"/>
          <p:nvPr/>
        </p:nvSpPr>
        <p:spPr>
          <a:xfrm>
            <a:off x="2600777" y="2934421"/>
            <a:ext cx="2301904" cy="369332"/>
          </a:xfrm>
          <a:prstGeom prst="rect">
            <a:avLst/>
          </a:prstGeom>
          <a:noFill/>
        </p:spPr>
        <p:txBody>
          <a:bodyPr wrap="square" rtlCol="0">
            <a:spAutoFit/>
          </a:bodyPr>
          <a:lstStyle/>
          <a:p>
            <a:pPr algn="ctr"/>
            <a:r>
              <a:rPr lang="en-US" dirty="0">
                <a:latin typeface="Amazon Ember" panose="02000000000000000000" pitchFamily="2" charset="0"/>
                <a:ea typeface="Amazon Ember" panose="02000000000000000000" pitchFamily="2" charset="0"/>
              </a:rPr>
              <a:t>Amazon ECS</a:t>
            </a:r>
          </a:p>
        </p:txBody>
      </p:sp>
      <p:pic>
        <p:nvPicPr>
          <p:cNvPr id="52" name="Graphic 21">
            <a:extLst>
              <a:ext uri="{FF2B5EF4-FFF2-40B4-BE49-F238E27FC236}">
                <a16:creationId xmlns:a16="http://schemas.microsoft.com/office/drawing/2014/main" id="{56FBFD27-4604-2843-963C-296819DA9A42}"/>
              </a:ext>
            </a:extLst>
          </p:cNvPr>
          <p:cNvPicPr>
            <a:picLocks noChangeAspect="1"/>
          </p:cNvPicPr>
          <p:nvPr/>
        </p:nvPicPr>
        <p:blipFill>
          <a:blip r:embed="rId5"/>
          <a:stretch>
            <a:fillRect/>
          </a:stretch>
        </p:blipFill>
        <p:spPr>
          <a:xfrm>
            <a:off x="3396129" y="2226262"/>
            <a:ext cx="711200" cy="711200"/>
          </a:xfrm>
          <a:prstGeom prst="rect">
            <a:avLst/>
          </a:prstGeom>
        </p:spPr>
      </p:pic>
      <p:sp>
        <p:nvSpPr>
          <p:cNvPr id="61" name="Rectangle 60">
            <a:extLst>
              <a:ext uri="{FF2B5EF4-FFF2-40B4-BE49-F238E27FC236}">
                <a16:creationId xmlns:a16="http://schemas.microsoft.com/office/drawing/2014/main" id="{CE7F7081-419C-2E4F-A999-2923C4338FC0}"/>
              </a:ext>
            </a:extLst>
          </p:cNvPr>
          <p:cNvSpPr/>
          <p:nvPr/>
        </p:nvSpPr>
        <p:spPr>
          <a:xfrm>
            <a:off x="1842278" y="1892521"/>
            <a:ext cx="8573066" cy="422326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sz="1200" dirty="0">
                <a:solidFill>
                  <a:sysClr val="windowText" lastClr="000000"/>
                </a:solidFill>
              </a:rPr>
              <a:t>AWS Cloud</a:t>
            </a:r>
          </a:p>
        </p:txBody>
      </p:sp>
      <p:pic>
        <p:nvPicPr>
          <p:cNvPr id="62" name="Graphic 11">
            <a:extLst>
              <a:ext uri="{FF2B5EF4-FFF2-40B4-BE49-F238E27FC236}">
                <a16:creationId xmlns:a16="http://schemas.microsoft.com/office/drawing/2014/main" id="{CE52C9D7-11B0-9E41-AB16-2C9849C3ECBE}"/>
              </a:ext>
            </a:extLst>
          </p:cNvPr>
          <p:cNvPicPr>
            <a:picLocks noChangeAspect="1"/>
          </p:cNvPicPr>
          <p:nvPr/>
        </p:nvPicPr>
        <p:blipFill>
          <a:blip r:embed="rId6"/>
          <a:stretch>
            <a:fillRect/>
          </a:stretch>
        </p:blipFill>
        <p:spPr>
          <a:xfrm>
            <a:off x="1842278" y="1892522"/>
            <a:ext cx="330200" cy="330200"/>
          </a:xfrm>
          <a:prstGeom prst="rect">
            <a:avLst/>
          </a:prstGeom>
        </p:spPr>
      </p:pic>
      <p:sp>
        <p:nvSpPr>
          <p:cNvPr id="63" name="Rectangle 62">
            <a:extLst>
              <a:ext uri="{FF2B5EF4-FFF2-40B4-BE49-F238E27FC236}">
                <a16:creationId xmlns:a16="http://schemas.microsoft.com/office/drawing/2014/main" id="{25B2706C-95D8-A94F-9EC8-6497FA7FB136}"/>
              </a:ext>
            </a:extLst>
          </p:cNvPr>
          <p:cNvSpPr/>
          <p:nvPr/>
        </p:nvSpPr>
        <p:spPr>
          <a:xfrm>
            <a:off x="2085473" y="3386932"/>
            <a:ext cx="4006363" cy="1627967"/>
          </a:xfrm>
          <a:prstGeom prst="rect">
            <a:avLst/>
          </a:prstGeom>
          <a:noFill/>
          <a:ln w="12700">
            <a:solidFill>
              <a:srgbClr val="D86613"/>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sz="1600" dirty="0">
              <a:solidFill>
                <a:srgbClr val="D86613"/>
              </a:solidFill>
            </a:endParaRPr>
          </a:p>
        </p:txBody>
      </p:sp>
      <p:pic>
        <p:nvPicPr>
          <p:cNvPr id="64" name="Graphic 3">
            <a:extLst>
              <a:ext uri="{FF2B5EF4-FFF2-40B4-BE49-F238E27FC236}">
                <a16:creationId xmlns:a16="http://schemas.microsoft.com/office/drawing/2014/main" id="{D7A7873E-A1CC-804E-816C-DC0FF152D82D}"/>
              </a:ext>
            </a:extLst>
          </p:cNvPr>
          <p:cNvPicPr>
            <a:picLocks noChangeAspect="1"/>
          </p:cNvPicPr>
          <p:nvPr/>
        </p:nvPicPr>
        <p:blipFill>
          <a:blip r:embed="rId7"/>
          <a:stretch>
            <a:fillRect/>
          </a:stretch>
        </p:blipFill>
        <p:spPr>
          <a:xfrm>
            <a:off x="3923554" y="3386932"/>
            <a:ext cx="330200" cy="330200"/>
          </a:xfrm>
          <a:prstGeom prst="rect">
            <a:avLst/>
          </a:prstGeom>
        </p:spPr>
      </p:pic>
      <p:pic>
        <p:nvPicPr>
          <p:cNvPr id="65" name="Graphic 31">
            <a:extLst>
              <a:ext uri="{FF2B5EF4-FFF2-40B4-BE49-F238E27FC236}">
                <a16:creationId xmlns:a16="http://schemas.microsoft.com/office/drawing/2014/main" id="{AC534468-329D-AA40-A040-6D28667218D2}"/>
              </a:ext>
            </a:extLst>
          </p:cNvPr>
          <p:cNvPicPr>
            <a:picLocks noChangeAspect="1"/>
          </p:cNvPicPr>
          <p:nvPr/>
        </p:nvPicPr>
        <p:blipFill>
          <a:blip r:embed="rId8"/>
          <a:stretch>
            <a:fillRect/>
          </a:stretch>
        </p:blipFill>
        <p:spPr>
          <a:xfrm>
            <a:off x="2219366" y="3785530"/>
            <a:ext cx="330200" cy="330200"/>
          </a:xfrm>
          <a:prstGeom prst="rect">
            <a:avLst/>
          </a:prstGeom>
        </p:spPr>
      </p:pic>
      <p:sp>
        <p:nvSpPr>
          <p:cNvPr id="66" name="Rectangle 65">
            <a:extLst>
              <a:ext uri="{FF2B5EF4-FFF2-40B4-BE49-F238E27FC236}">
                <a16:creationId xmlns:a16="http://schemas.microsoft.com/office/drawing/2014/main" id="{F29C4BBD-6802-E541-B0CA-03BF9C3751F0}"/>
              </a:ext>
            </a:extLst>
          </p:cNvPr>
          <p:cNvSpPr/>
          <p:nvPr/>
        </p:nvSpPr>
        <p:spPr>
          <a:xfrm>
            <a:off x="2219366" y="3785530"/>
            <a:ext cx="1765300" cy="1143000"/>
          </a:xfrm>
          <a:prstGeom prst="rect">
            <a:avLst/>
          </a:prstGeom>
          <a:noFill/>
          <a:ln w="12700">
            <a:solidFill>
              <a:srgbClr val="D8661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sz="1600" dirty="0">
                <a:ln w="0"/>
                <a:solidFill>
                  <a:srgbClr val="D86613"/>
                </a:solidFill>
              </a:rPr>
              <a:t>EC2 instance</a:t>
            </a:r>
          </a:p>
        </p:txBody>
      </p:sp>
      <p:pic>
        <p:nvPicPr>
          <p:cNvPr id="67" name="Graphic 31">
            <a:extLst>
              <a:ext uri="{FF2B5EF4-FFF2-40B4-BE49-F238E27FC236}">
                <a16:creationId xmlns:a16="http://schemas.microsoft.com/office/drawing/2014/main" id="{AC534468-329D-AA40-A040-6D28667218D2}"/>
              </a:ext>
            </a:extLst>
          </p:cNvPr>
          <p:cNvPicPr>
            <a:picLocks noChangeAspect="1"/>
          </p:cNvPicPr>
          <p:nvPr/>
        </p:nvPicPr>
        <p:blipFill>
          <a:blip r:embed="rId8"/>
          <a:stretch>
            <a:fillRect/>
          </a:stretch>
        </p:blipFill>
        <p:spPr>
          <a:xfrm>
            <a:off x="4196226" y="3770631"/>
            <a:ext cx="330200" cy="330200"/>
          </a:xfrm>
          <a:prstGeom prst="rect">
            <a:avLst/>
          </a:prstGeom>
        </p:spPr>
      </p:pic>
      <p:sp>
        <p:nvSpPr>
          <p:cNvPr id="68" name="Rectangle 67">
            <a:extLst>
              <a:ext uri="{FF2B5EF4-FFF2-40B4-BE49-F238E27FC236}">
                <a16:creationId xmlns:a16="http://schemas.microsoft.com/office/drawing/2014/main" id="{F29C4BBD-6802-E541-B0CA-03BF9C3751F0}"/>
              </a:ext>
            </a:extLst>
          </p:cNvPr>
          <p:cNvSpPr/>
          <p:nvPr/>
        </p:nvSpPr>
        <p:spPr>
          <a:xfrm>
            <a:off x="4196226" y="3770631"/>
            <a:ext cx="1765300" cy="1143000"/>
          </a:xfrm>
          <a:prstGeom prst="rect">
            <a:avLst/>
          </a:prstGeom>
          <a:noFill/>
          <a:ln w="12700">
            <a:solidFill>
              <a:srgbClr val="D8661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sz="1600" dirty="0">
                <a:ln w="0"/>
                <a:solidFill>
                  <a:srgbClr val="D86613"/>
                </a:solidFill>
              </a:rPr>
              <a:t>EC2 instance</a:t>
            </a:r>
          </a:p>
        </p:txBody>
      </p:sp>
      <p:grpSp>
        <p:nvGrpSpPr>
          <p:cNvPr id="89" name="Group 88"/>
          <p:cNvGrpSpPr/>
          <p:nvPr/>
        </p:nvGrpSpPr>
        <p:grpSpPr>
          <a:xfrm>
            <a:off x="2902990" y="4096658"/>
            <a:ext cx="458376" cy="831986"/>
            <a:chOff x="3962456" y="4100945"/>
            <a:chExt cx="458376" cy="831986"/>
          </a:xfrm>
        </p:grpSpPr>
        <p:pic>
          <p:nvPicPr>
            <p:cNvPr id="90" name="Graphic 13">
              <a:extLst>
                <a:ext uri="{FF2B5EF4-FFF2-40B4-BE49-F238E27FC236}">
                  <a16:creationId xmlns:a16="http://schemas.microsoft.com/office/drawing/2014/main" id="{8ED914EA-8278-5449-B046-F8859FA607C7}"/>
                </a:ext>
              </a:extLst>
            </p:cNvPr>
            <p:cNvPicPr>
              <a:picLocks noChangeAspect="1"/>
            </p:cNvPicPr>
            <p:nvPr/>
          </p:nvPicPr>
          <p:blipFill>
            <a:blip r:embed="rId4"/>
            <a:stretch>
              <a:fillRect/>
            </a:stretch>
          </p:blipFill>
          <p:spPr>
            <a:xfrm>
              <a:off x="3962457" y="4100945"/>
              <a:ext cx="458375" cy="458375"/>
            </a:xfrm>
            <a:prstGeom prst="rect">
              <a:avLst/>
            </a:prstGeom>
            <a:solidFill>
              <a:schemeClr val="bg1"/>
            </a:solidFill>
          </p:spPr>
        </p:pic>
        <p:pic>
          <p:nvPicPr>
            <p:cNvPr id="91" name="Graphic 13">
              <a:extLst>
                <a:ext uri="{FF2B5EF4-FFF2-40B4-BE49-F238E27FC236}">
                  <a16:creationId xmlns:a16="http://schemas.microsoft.com/office/drawing/2014/main" id="{8ED914EA-8278-5449-B046-F8859FA607C7}"/>
                </a:ext>
              </a:extLst>
            </p:cNvPr>
            <p:cNvPicPr>
              <a:picLocks noChangeAspect="1"/>
            </p:cNvPicPr>
            <p:nvPr/>
          </p:nvPicPr>
          <p:blipFill>
            <a:blip r:embed="rId4"/>
            <a:stretch>
              <a:fillRect/>
            </a:stretch>
          </p:blipFill>
          <p:spPr>
            <a:xfrm>
              <a:off x="3962456" y="4474556"/>
              <a:ext cx="458375" cy="458375"/>
            </a:xfrm>
            <a:prstGeom prst="rect">
              <a:avLst/>
            </a:prstGeom>
            <a:solidFill>
              <a:schemeClr val="bg1"/>
            </a:solidFill>
          </p:spPr>
        </p:pic>
      </p:grpSp>
      <p:pic>
        <p:nvPicPr>
          <p:cNvPr id="95" name="Graphic 25">
            <a:extLst>
              <a:ext uri="{FF2B5EF4-FFF2-40B4-BE49-F238E27FC236}">
                <a16:creationId xmlns:a16="http://schemas.microsoft.com/office/drawing/2014/main" id="{BBB165F8-CE9C-CD48-A377-F8F7C5699F87}"/>
              </a:ext>
            </a:extLst>
          </p:cNvPr>
          <p:cNvPicPr>
            <a:picLocks noChangeAspect="1"/>
          </p:cNvPicPr>
          <p:nvPr/>
        </p:nvPicPr>
        <p:blipFill>
          <a:blip r:embed="rId9"/>
          <a:stretch>
            <a:fillRect/>
          </a:stretch>
        </p:blipFill>
        <p:spPr>
          <a:xfrm>
            <a:off x="6761288" y="4837641"/>
            <a:ext cx="469900" cy="469900"/>
          </a:xfrm>
          <a:prstGeom prst="rect">
            <a:avLst/>
          </a:prstGeom>
        </p:spPr>
      </p:pic>
      <p:sp>
        <p:nvSpPr>
          <p:cNvPr id="96" name="TextBox 95">
            <a:extLst>
              <a:ext uri="{FF2B5EF4-FFF2-40B4-BE49-F238E27FC236}">
                <a16:creationId xmlns:a16="http://schemas.microsoft.com/office/drawing/2014/main" id="{CBE62718-B3C1-9347-88A2-FA6EC002EBE0}"/>
              </a:ext>
            </a:extLst>
          </p:cNvPr>
          <p:cNvSpPr txBox="1"/>
          <p:nvPr/>
        </p:nvSpPr>
        <p:spPr>
          <a:xfrm>
            <a:off x="7755889" y="4267305"/>
            <a:ext cx="2659454" cy="369332"/>
          </a:xfrm>
          <a:prstGeom prst="rect">
            <a:avLst/>
          </a:prstGeom>
          <a:noFill/>
        </p:spPr>
        <p:txBody>
          <a:bodyPr wrap="square" rtlCol="0">
            <a:spAutoFit/>
          </a:bodyPr>
          <a:lstStyle/>
          <a:p>
            <a:pPr algn="ctr"/>
            <a:r>
              <a:rPr lang="en-US" dirty="0">
                <a:latin typeface="Amazon Ember" panose="02000000000000000000" pitchFamily="2" charset="0"/>
                <a:ea typeface="Amazon Ember" panose="02000000000000000000" pitchFamily="2" charset="0"/>
              </a:rPr>
              <a:t>Amazon CloudWatch</a:t>
            </a:r>
          </a:p>
        </p:txBody>
      </p:sp>
      <p:pic>
        <p:nvPicPr>
          <p:cNvPr id="97" name="Graphic 29">
            <a:extLst>
              <a:ext uri="{FF2B5EF4-FFF2-40B4-BE49-F238E27FC236}">
                <a16:creationId xmlns:a16="http://schemas.microsoft.com/office/drawing/2014/main" id="{4994548E-B041-504E-B148-6A1CB65E45BB}"/>
              </a:ext>
            </a:extLst>
          </p:cNvPr>
          <p:cNvPicPr>
            <a:picLocks noChangeAspect="1"/>
          </p:cNvPicPr>
          <p:nvPr/>
        </p:nvPicPr>
        <p:blipFill>
          <a:blip r:embed="rId10"/>
          <a:stretch>
            <a:fillRect/>
          </a:stretch>
        </p:blipFill>
        <p:spPr>
          <a:xfrm>
            <a:off x="8730016" y="3503495"/>
            <a:ext cx="711200" cy="711200"/>
          </a:xfrm>
          <a:prstGeom prst="rect">
            <a:avLst/>
          </a:prstGeom>
        </p:spPr>
      </p:pic>
      <p:pic>
        <p:nvPicPr>
          <p:cNvPr id="98" name="Graphic 32">
            <a:extLst>
              <a:ext uri="{FF2B5EF4-FFF2-40B4-BE49-F238E27FC236}">
                <a16:creationId xmlns:a16="http://schemas.microsoft.com/office/drawing/2014/main" id="{50D454A7-825D-8A40-A013-745A422C40BE}"/>
              </a:ext>
            </a:extLst>
          </p:cNvPr>
          <p:cNvPicPr>
            <a:picLocks noChangeAspect="1"/>
          </p:cNvPicPr>
          <p:nvPr/>
        </p:nvPicPr>
        <p:blipFill>
          <a:blip r:embed="rId11"/>
          <a:stretch>
            <a:fillRect/>
          </a:stretch>
        </p:blipFill>
        <p:spPr>
          <a:xfrm flipH="1">
            <a:off x="639207" y="2254070"/>
            <a:ext cx="674679" cy="655585"/>
          </a:xfrm>
          <a:prstGeom prst="rect">
            <a:avLst/>
          </a:prstGeom>
        </p:spPr>
      </p:pic>
    </p:spTree>
    <p:custDataLst>
      <p:tags r:id="rId1"/>
    </p:custDataLst>
    <p:extLst>
      <p:ext uri="{BB962C8B-B14F-4D97-AF65-F5344CB8AC3E}">
        <p14:creationId xmlns:p14="http://schemas.microsoft.com/office/powerpoint/2010/main" val="23788848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40840" y="1667212"/>
            <a:ext cx="1364776" cy="1371600"/>
          </a:xfrm>
          <a:prstGeom prst="rect">
            <a:avLst/>
          </a:prstGeom>
        </p:spPr>
      </p:pic>
      <p:sp>
        <p:nvSpPr>
          <p:cNvPr id="2" name="Title 1">
            <a:extLst>
              <a:ext uri="{FF2B5EF4-FFF2-40B4-BE49-F238E27FC236}">
                <a16:creationId xmlns:a16="http://schemas.microsoft.com/office/drawing/2014/main" id="{2430FC30-1BF3-3448-B890-C5AB02F63C8E}"/>
              </a:ext>
            </a:extLst>
          </p:cNvPr>
          <p:cNvSpPr>
            <a:spLocks noGrp="1"/>
          </p:cNvSpPr>
          <p:nvPr>
            <p:ph type="title"/>
          </p:nvPr>
        </p:nvSpPr>
        <p:spPr/>
        <p:txBody>
          <a:bodyPr>
            <a:noAutofit/>
          </a:bodyPr>
          <a:lstStyle/>
          <a:p>
            <a:r>
              <a:rPr lang="en-US" dirty="0"/>
              <a:t>Amazon Elastic Kubernetes Service</a:t>
            </a:r>
            <a:endParaRPr lang="en-US" dirty="0">
              <a:latin typeface="+mj-lt"/>
            </a:endParaRPr>
          </a:p>
        </p:txBody>
      </p:sp>
      <p:sp>
        <p:nvSpPr>
          <p:cNvPr id="3" name="Slide Number Placeholder 2"/>
          <p:cNvSpPr>
            <a:spLocks noGrp="1"/>
          </p:cNvSpPr>
          <p:nvPr>
            <p:ph type="sldNum" sz="quarter" idx="12"/>
          </p:nvPr>
        </p:nvSpPr>
        <p:spPr/>
        <p:txBody>
          <a:bodyPr/>
          <a:lstStyle/>
          <a:p>
            <a:fld id="{9FC43BFD-8FF7-A343-A8A6-E2338FCE8046}" type="slidenum">
              <a:rPr lang="en-US" smtClean="0"/>
              <a:pPr/>
              <a:t>29</a:t>
            </a:fld>
            <a:endParaRPr lang="en-US" dirty="0"/>
          </a:p>
        </p:txBody>
      </p:sp>
      <p:cxnSp>
        <p:nvCxnSpPr>
          <p:cNvPr id="111" name="Connector: Elbow 9">
            <a:extLst>
              <a:ext uri="{FF2B5EF4-FFF2-40B4-BE49-F238E27FC236}">
                <a16:creationId xmlns:a16="http://schemas.microsoft.com/office/drawing/2014/main" id="{FC591AC9-BA5F-6940-8B98-F2CBEE8BBE85}"/>
              </a:ext>
            </a:extLst>
          </p:cNvPr>
          <p:cNvCxnSpPr>
            <a:cxnSpLocks/>
            <a:stCxn id="51" idx="0"/>
            <a:endCxn id="48" idx="2"/>
          </p:cNvCxnSpPr>
          <p:nvPr/>
        </p:nvCxnSpPr>
        <p:spPr>
          <a:xfrm rot="5400000" flipH="1" flipV="1">
            <a:off x="4205416" y="2274969"/>
            <a:ext cx="1344519" cy="2768017"/>
          </a:xfrm>
          <a:prstGeom prst="bentConnector3">
            <a:avLst>
              <a:gd name="adj1" fmla="val 50000"/>
            </a:avLst>
          </a:prstGeom>
          <a:noFill/>
          <a:ln w="12700">
            <a:solidFill>
              <a:schemeClr val="tx1"/>
            </a:solidFill>
            <a:prstDash val="lgDash"/>
            <a:tailEnd type="arrow"/>
          </a:ln>
        </p:spPr>
        <p:style>
          <a:lnRef idx="2">
            <a:schemeClr val="accent1"/>
          </a:lnRef>
          <a:fillRef idx="1">
            <a:schemeClr val="lt1"/>
          </a:fillRef>
          <a:effectRef idx="0">
            <a:schemeClr val="accent1"/>
          </a:effectRef>
          <a:fontRef idx="minor">
            <a:schemeClr val="dk1"/>
          </a:fontRef>
        </p:style>
      </p:cxnSp>
      <p:cxnSp>
        <p:nvCxnSpPr>
          <p:cNvPr id="112" name="Straight Arrow Connector 111">
            <a:extLst>
              <a:ext uri="{FF2B5EF4-FFF2-40B4-BE49-F238E27FC236}">
                <a16:creationId xmlns:a16="http://schemas.microsoft.com/office/drawing/2014/main" id="{BF7F9ED6-3D92-F246-861A-69C68F4EB639}"/>
              </a:ext>
            </a:extLst>
          </p:cNvPr>
          <p:cNvCxnSpPr>
            <a:cxnSpLocks/>
          </p:cNvCxnSpPr>
          <p:nvPr/>
        </p:nvCxnSpPr>
        <p:spPr>
          <a:xfrm flipV="1">
            <a:off x="6251292" y="2986717"/>
            <a:ext cx="1" cy="1344519"/>
          </a:xfrm>
          <a:prstGeom prst="straightConnector1">
            <a:avLst/>
          </a:prstGeom>
          <a:noFill/>
          <a:ln w="12700">
            <a:solidFill>
              <a:schemeClr val="tx1"/>
            </a:solidFill>
            <a:prstDash val="lgDash"/>
            <a:tailEnd type="arrow"/>
          </a:ln>
        </p:spPr>
        <p:style>
          <a:lnRef idx="2">
            <a:schemeClr val="accent1"/>
          </a:lnRef>
          <a:fillRef idx="1">
            <a:schemeClr val="lt1"/>
          </a:fillRef>
          <a:effectRef idx="0">
            <a:schemeClr val="accent1"/>
          </a:effectRef>
          <a:fontRef idx="minor">
            <a:schemeClr val="dk1"/>
          </a:fontRef>
        </p:style>
      </p:cxnSp>
      <p:cxnSp>
        <p:nvCxnSpPr>
          <p:cNvPr id="114" name="Straight Arrow Connector 113">
            <a:extLst>
              <a:ext uri="{FF2B5EF4-FFF2-40B4-BE49-F238E27FC236}">
                <a16:creationId xmlns:a16="http://schemas.microsoft.com/office/drawing/2014/main" id="{EE1E05DC-0D5D-3547-8B86-37006DCC5C93}"/>
              </a:ext>
            </a:extLst>
          </p:cNvPr>
          <p:cNvCxnSpPr>
            <a:cxnSpLocks/>
          </p:cNvCxnSpPr>
          <p:nvPr/>
        </p:nvCxnSpPr>
        <p:spPr>
          <a:xfrm flipV="1">
            <a:off x="3142123" y="2353012"/>
            <a:ext cx="1372175" cy="0"/>
          </a:xfrm>
          <a:prstGeom prst="straightConnector1">
            <a:avLst/>
          </a:prstGeom>
          <a:noFill/>
          <a:ln w="6350">
            <a:solidFill>
              <a:schemeClr val="tx1"/>
            </a:solidFill>
            <a:prstDash val="dash"/>
            <a:tailEnd type="arrow"/>
          </a:ln>
        </p:spPr>
        <p:style>
          <a:lnRef idx="2">
            <a:schemeClr val="accent1"/>
          </a:lnRef>
          <a:fillRef idx="1">
            <a:schemeClr val="lt1"/>
          </a:fillRef>
          <a:effectRef idx="0">
            <a:schemeClr val="accent1"/>
          </a:effectRef>
          <a:fontRef idx="minor">
            <a:schemeClr val="dk1"/>
          </a:fontRef>
        </p:style>
      </p:cxnSp>
      <p:sp>
        <p:nvSpPr>
          <p:cNvPr id="115" name="TextBox 114">
            <a:extLst>
              <a:ext uri="{FF2B5EF4-FFF2-40B4-BE49-F238E27FC236}">
                <a16:creationId xmlns:a16="http://schemas.microsoft.com/office/drawing/2014/main" id="{ECD9335D-6564-DA4F-9F55-849A9FA3E860}"/>
              </a:ext>
            </a:extLst>
          </p:cNvPr>
          <p:cNvSpPr txBox="1"/>
          <p:nvPr/>
        </p:nvSpPr>
        <p:spPr>
          <a:xfrm>
            <a:off x="1797530" y="2750865"/>
            <a:ext cx="1485900" cy="420564"/>
          </a:xfrm>
          <a:prstGeom prst="rect">
            <a:avLst/>
          </a:prstGeom>
          <a:noFill/>
        </p:spPr>
        <p:txBody>
          <a:bodyPr wrap="square" rtlCol="0">
            <a:spAutoFit/>
          </a:bodyPr>
          <a:lstStyle/>
          <a:p>
            <a:pPr algn="ctr" defTabSz="914377"/>
            <a:r>
              <a:rPr lang="en-US" sz="2133" dirty="0" err="1">
                <a:solidFill>
                  <a:srgbClr val="000000"/>
                </a:solidFill>
                <a:latin typeface="Amazon Ember" panose="02000000000000000000" pitchFamily="2" charset="0"/>
                <a:ea typeface="Amazon Ember" panose="02000000000000000000" pitchFamily="2" charset="0"/>
                <a:cs typeface="Amazon Ember" panose="020B0603020204020204" pitchFamily="34" charset="0"/>
              </a:rPr>
              <a:t>kubectl</a:t>
            </a:r>
            <a:endParaRPr lang="en-US" sz="2133" dirty="0">
              <a:solidFill>
                <a:srgbClr val="000000"/>
              </a:solidFill>
              <a:latin typeface="Amazon Ember" panose="020B0603020204020204"/>
              <a:ea typeface="Amazon Ember" panose="02000000000000000000" pitchFamily="2" charset="0"/>
              <a:cs typeface="Amazon Ember" panose="020B0603020204020204" pitchFamily="34" charset="0"/>
            </a:endParaRPr>
          </a:p>
        </p:txBody>
      </p:sp>
      <p:sp>
        <p:nvSpPr>
          <p:cNvPr id="4" name="Footer Placeholder 3"/>
          <p:cNvSpPr>
            <a:spLocks noGrp="1"/>
          </p:cNvSpPr>
          <p:nvPr>
            <p:ph type="ftr" sz="quarter" idx="3"/>
          </p:nvPr>
        </p:nvSpPr>
        <p:spPr/>
        <p:txBody>
          <a:bodyPr/>
          <a:lstStyle/>
          <a:p>
            <a:r>
              <a:rPr lang="en-US"/>
              <a:t>© 2020 Amazon Web Services, Inc. or its Affiliates. All rights reserved.</a:t>
            </a:r>
            <a:endParaRPr lang="en-US" dirty="0"/>
          </a:p>
        </p:txBody>
      </p:sp>
      <p:grpSp>
        <p:nvGrpSpPr>
          <p:cNvPr id="14" name="Group 13"/>
          <p:cNvGrpSpPr/>
          <p:nvPr/>
        </p:nvGrpSpPr>
        <p:grpSpPr>
          <a:xfrm>
            <a:off x="3721683" y="1774430"/>
            <a:ext cx="5080000" cy="1212287"/>
            <a:chOff x="3622496" y="1774430"/>
            <a:chExt cx="5080000" cy="1212287"/>
          </a:xfrm>
        </p:grpSpPr>
        <p:sp>
          <p:nvSpPr>
            <p:cNvPr id="89" name="TextBox 88">
              <a:extLst>
                <a:ext uri="{FF2B5EF4-FFF2-40B4-BE49-F238E27FC236}">
                  <a16:creationId xmlns:a16="http://schemas.microsoft.com/office/drawing/2014/main" id="{A2C27D60-B42D-E740-9E6C-2EBA3BC2C6BA}"/>
                </a:ext>
              </a:extLst>
            </p:cNvPr>
            <p:cNvSpPr txBox="1"/>
            <p:nvPr/>
          </p:nvSpPr>
          <p:spPr>
            <a:xfrm>
              <a:off x="3622496" y="2441203"/>
              <a:ext cx="5080000" cy="420564"/>
            </a:xfrm>
            <a:prstGeom prst="rect">
              <a:avLst/>
            </a:prstGeom>
            <a:noFill/>
          </p:spPr>
          <p:txBody>
            <a:bodyPr wrap="square" rtlCol="0">
              <a:spAutoFit/>
            </a:bodyPr>
            <a:lstStyle/>
            <a:p>
              <a:pPr algn="ctr" defTabSz="914377"/>
              <a:r>
                <a:rPr lang="en-US" sz="2133" dirty="0">
                  <a:latin typeface="Amazon Ember" panose="02000000000000000000" pitchFamily="2" charset="0"/>
                  <a:ea typeface="Amazon Ember" panose="02000000000000000000" pitchFamily="2" charset="0"/>
                  <a:cs typeface="Amazon Ember" panose="020B0603020204020204" pitchFamily="34" charset="0"/>
                </a:rPr>
                <a:t>mycluster.eks.amazonaws.com</a:t>
              </a:r>
            </a:p>
          </p:txBody>
        </p:sp>
        <p:sp>
          <p:nvSpPr>
            <p:cNvPr id="48" name="Rectangle 47">
              <a:extLst>
                <a:ext uri="{FF2B5EF4-FFF2-40B4-BE49-F238E27FC236}">
                  <a16:creationId xmlns:a16="http://schemas.microsoft.com/office/drawing/2014/main" id="{25B2706C-95D8-A94F-9EC8-6497FA7FB136}"/>
                </a:ext>
              </a:extLst>
            </p:cNvPr>
            <p:cNvSpPr/>
            <p:nvPr/>
          </p:nvSpPr>
          <p:spPr>
            <a:xfrm>
              <a:off x="4159315" y="1774430"/>
              <a:ext cx="4006363" cy="1212287"/>
            </a:xfrm>
            <a:prstGeom prst="rect">
              <a:avLst/>
            </a:prstGeom>
            <a:noFill/>
            <a:ln w="12700">
              <a:solidFill>
                <a:srgbClr val="D86613"/>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sz="1600" dirty="0">
                <a:solidFill>
                  <a:srgbClr val="D86613"/>
                </a:solidFill>
              </a:endParaRPr>
            </a:p>
          </p:txBody>
        </p:sp>
        <p:pic>
          <p:nvPicPr>
            <p:cNvPr id="49" name="Graphic 3">
              <a:extLst>
                <a:ext uri="{FF2B5EF4-FFF2-40B4-BE49-F238E27FC236}">
                  <a16:creationId xmlns:a16="http://schemas.microsoft.com/office/drawing/2014/main" id="{D7A7873E-A1CC-804E-816C-DC0FF152D82D}"/>
                </a:ext>
              </a:extLst>
            </p:cNvPr>
            <p:cNvPicPr>
              <a:picLocks noChangeAspect="1"/>
            </p:cNvPicPr>
            <p:nvPr/>
          </p:nvPicPr>
          <p:blipFill>
            <a:blip r:embed="rId5"/>
            <a:stretch>
              <a:fillRect/>
            </a:stretch>
          </p:blipFill>
          <p:spPr>
            <a:xfrm>
              <a:off x="5997396" y="1774430"/>
              <a:ext cx="330200" cy="330200"/>
            </a:xfrm>
            <a:prstGeom prst="rect">
              <a:avLst/>
            </a:prstGeom>
          </p:spPr>
        </p:pic>
      </p:grpSp>
      <p:grpSp>
        <p:nvGrpSpPr>
          <p:cNvPr id="15" name="Group 14"/>
          <p:cNvGrpSpPr/>
          <p:nvPr/>
        </p:nvGrpSpPr>
        <p:grpSpPr>
          <a:xfrm>
            <a:off x="2473036" y="4326871"/>
            <a:ext cx="7577295" cy="2029479"/>
            <a:chOff x="2473036" y="4326871"/>
            <a:chExt cx="7577295" cy="2029479"/>
          </a:xfrm>
        </p:grpSpPr>
        <p:grpSp>
          <p:nvGrpSpPr>
            <p:cNvPr id="11" name="Group 10"/>
            <p:cNvGrpSpPr/>
            <p:nvPr/>
          </p:nvGrpSpPr>
          <p:grpSpPr>
            <a:xfrm>
              <a:off x="2473036" y="4331236"/>
              <a:ext cx="2041262" cy="2025114"/>
              <a:chOff x="2473036" y="4331236"/>
              <a:chExt cx="2041262" cy="2025114"/>
            </a:xfrm>
          </p:grpSpPr>
          <p:sp>
            <p:nvSpPr>
              <p:cNvPr id="51" name="Rectangle 50">
                <a:extLst>
                  <a:ext uri="{FF2B5EF4-FFF2-40B4-BE49-F238E27FC236}">
                    <a16:creationId xmlns:a16="http://schemas.microsoft.com/office/drawing/2014/main" id="{25B2706C-95D8-A94F-9EC8-6497FA7FB136}"/>
                  </a:ext>
                </a:extLst>
              </p:cNvPr>
              <p:cNvSpPr/>
              <p:nvPr/>
            </p:nvSpPr>
            <p:spPr>
              <a:xfrm>
                <a:off x="2473036" y="4331236"/>
                <a:ext cx="2041262" cy="2025114"/>
              </a:xfrm>
              <a:prstGeom prst="rect">
                <a:avLst/>
              </a:prstGeom>
              <a:noFill/>
              <a:ln w="12700">
                <a:solidFill>
                  <a:srgbClr val="147EBA"/>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defTabSz="914377"/>
                <a:r>
                  <a:rPr lang="en-US" sz="1600" dirty="0">
                    <a:solidFill>
                      <a:srgbClr val="147EBA"/>
                    </a:solidFill>
                    <a:ea typeface="Amazon Ember" panose="02000000000000000000" pitchFamily="2" charset="0"/>
                    <a:cs typeface="Amazon Ember" panose="020B0603020204020204" pitchFamily="34" charset="0"/>
                  </a:rPr>
                  <a:t>Availability </a:t>
                </a:r>
              </a:p>
              <a:p>
                <a:pPr algn="ctr" defTabSz="914377"/>
                <a:r>
                  <a:rPr lang="en-US" sz="1600" dirty="0">
                    <a:solidFill>
                      <a:srgbClr val="147EBA"/>
                    </a:solidFill>
                    <a:ea typeface="Amazon Ember" panose="02000000000000000000" pitchFamily="2" charset="0"/>
                    <a:cs typeface="Amazon Ember" panose="020B0603020204020204" pitchFamily="34" charset="0"/>
                  </a:rPr>
                  <a:t>Zone 1</a:t>
                </a:r>
              </a:p>
            </p:txBody>
          </p:sp>
          <p:pic>
            <p:nvPicPr>
              <p:cNvPr id="57" name="Graphic 137">
                <a:extLst>
                  <a:ext uri="{FF2B5EF4-FFF2-40B4-BE49-F238E27FC236}">
                    <a16:creationId xmlns:a16="http://schemas.microsoft.com/office/drawing/2014/main" id="{5B22B109-5C82-FA40-91FB-DE791C44FEB8}"/>
                  </a:ext>
                </a:extLst>
              </p:cNvPr>
              <p:cNvPicPr>
                <a:picLocks noChangeAspect="1"/>
              </p:cNvPicPr>
              <p:nvPr/>
            </p:nvPicPr>
            <p:blipFill>
              <a:blip r:embed="rId6"/>
              <a:stretch>
                <a:fillRect/>
              </a:stretch>
            </p:blipFill>
            <p:spPr>
              <a:xfrm>
                <a:off x="3036467" y="5033844"/>
                <a:ext cx="914400" cy="914400"/>
              </a:xfrm>
              <a:prstGeom prst="rect">
                <a:avLst/>
              </a:prstGeom>
            </p:spPr>
          </p:pic>
        </p:grpSp>
        <p:grpSp>
          <p:nvGrpSpPr>
            <p:cNvPr id="10" name="Group 9"/>
            <p:cNvGrpSpPr/>
            <p:nvPr/>
          </p:nvGrpSpPr>
          <p:grpSpPr>
            <a:xfrm>
              <a:off x="5241052" y="4331236"/>
              <a:ext cx="2041262" cy="2025114"/>
              <a:chOff x="5278982" y="4331236"/>
              <a:chExt cx="2041262" cy="2025114"/>
            </a:xfrm>
          </p:grpSpPr>
          <p:sp>
            <p:nvSpPr>
              <p:cNvPr id="58" name="Rectangle 57">
                <a:extLst>
                  <a:ext uri="{FF2B5EF4-FFF2-40B4-BE49-F238E27FC236}">
                    <a16:creationId xmlns:a16="http://schemas.microsoft.com/office/drawing/2014/main" id="{25B2706C-95D8-A94F-9EC8-6497FA7FB136}"/>
                  </a:ext>
                </a:extLst>
              </p:cNvPr>
              <p:cNvSpPr/>
              <p:nvPr/>
            </p:nvSpPr>
            <p:spPr>
              <a:xfrm>
                <a:off x="5278982" y="4331236"/>
                <a:ext cx="2041262" cy="2025114"/>
              </a:xfrm>
              <a:prstGeom prst="rect">
                <a:avLst/>
              </a:prstGeom>
              <a:noFill/>
              <a:ln w="12700">
                <a:solidFill>
                  <a:srgbClr val="147EBA"/>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defTabSz="914377"/>
                <a:r>
                  <a:rPr lang="en-US" sz="1600" dirty="0">
                    <a:solidFill>
                      <a:srgbClr val="147EBA"/>
                    </a:solidFill>
                    <a:ea typeface="Amazon Ember" panose="02000000000000000000" pitchFamily="2" charset="0"/>
                    <a:cs typeface="Amazon Ember" panose="020B0603020204020204" pitchFamily="34" charset="0"/>
                  </a:rPr>
                  <a:t>Availability </a:t>
                </a:r>
              </a:p>
              <a:p>
                <a:pPr algn="ctr" defTabSz="914377"/>
                <a:r>
                  <a:rPr lang="en-US" sz="1600" dirty="0">
                    <a:solidFill>
                      <a:srgbClr val="147EBA"/>
                    </a:solidFill>
                    <a:ea typeface="Amazon Ember" panose="02000000000000000000" pitchFamily="2" charset="0"/>
                    <a:cs typeface="Amazon Ember" panose="020B0603020204020204" pitchFamily="34" charset="0"/>
                  </a:rPr>
                  <a:t>Zone 2</a:t>
                </a:r>
              </a:p>
            </p:txBody>
          </p:sp>
          <p:pic>
            <p:nvPicPr>
              <p:cNvPr id="59" name="Graphic 137">
                <a:extLst>
                  <a:ext uri="{FF2B5EF4-FFF2-40B4-BE49-F238E27FC236}">
                    <a16:creationId xmlns:a16="http://schemas.microsoft.com/office/drawing/2014/main" id="{5B22B109-5C82-FA40-91FB-DE791C44FEB8}"/>
                  </a:ext>
                </a:extLst>
              </p:cNvPr>
              <p:cNvPicPr>
                <a:picLocks noChangeAspect="1"/>
              </p:cNvPicPr>
              <p:nvPr/>
            </p:nvPicPr>
            <p:blipFill>
              <a:blip r:embed="rId6"/>
              <a:stretch>
                <a:fillRect/>
              </a:stretch>
            </p:blipFill>
            <p:spPr>
              <a:xfrm>
                <a:off x="5842413" y="5033844"/>
                <a:ext cx="914400" cy="914400"/>
              </a:xfrm>
              <a:prstGeom prst="rect">
                <a:avLst/>
              </a:prstGeom>
            </p:spPr>
          </p:pic>
        </p:grpSp>
        <p:grpSp>
          <p:nvGrpSpPr>
            <p:cNvPr id="9" name="Group 8"/>
            <p:cNvGrpSpPr/>
            <p:nvPr/>
          </p:nvGrpSpPr>
          <p:grpSpPr>
            <a:xfrm>
              <a:off x="8009069" y="4326871"/>
              <a:ext cx="2041262" cy="2025114"/>
              <a:chOff x="8009069" y="4326871"/>
              <a:chExt cx="2041262" cy="2025114"/>
            </a:xfrm>
          </p:grpSpPr>
          <p:sp>
            <p:nvSpPr>
              <p:cNvPr id="60" name="Rectangle 59">
                <a:extLst>
                  <a:ext uri="{FF2B5EF4-FFF2-40B4-BE49-F238E27FC236}">
                    <a16:creationId xmlns:a16="http://schemas.microsoft.com/office/drawing/2014/main" id="{25B2706C-95D8-A94F-9EC8-6497FA7FB136}"/>
                  </a:ext>
                </a:extLst>
              </p:cNvPr>
              <p:cNvSpPr/>
              <p:nvPr/>
            </p:nvSpPr>
            <p:spPr>
              <a:xfrm>
                <a:off x="8009069" y="4326871"/>
                <a:ext cx="2041262" cy="2025114"/>
              </a:xfrm>
              <a:prstGeom prst="rect">
                <a:avLst/>
              </a:prstGeom>
              <a:noFill/>
              <a:ln w="12700">
                <a:solidFill>
                  <a:srgbClr val="147EBA"/>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defTabSz="914377"/>
                <a:r>
                  <a:rPr lang="en-US" sz="1600" dirty="0">
                    <a:solidFill>
                      <a:srgbClr val="147EBA"/>
                    </a:solidFill>
                    <a:ea typeface="Amazon Ember" panose="02000000000000000000" pitchFamily="2" charset="0"/>
                    <a:cs typeface="Amazon Ember" panose="020B0603020204020204" pitchFamily="34" charset="0"/>
                  </a:rPr>
                  <a:t>Availability </a:t>
                </a:r>
              </a:p>
              <a:p>
                <a:pPr algn="ctr" defTabSz="914377"/>
                <a:r>
                  <a:rPr lang="en-US" sz="1600" dirty="0">
                    <a:solidFill>
                      <a:srgbClr val="147EBA"/>
                    </a:solidFill>
                    <a:ea typeface="Amazon Ember" panose="02000000000000000000" pitchFamily="2" charset="0"/>
                    <a:cs typeface="Amazon Ember" panose="020B0603020204020204" pitchFamily="34" charset="0"/>
                  </a:rPr>
                  <a:t>Zone 3</a:t>
                </a:r>
              </a:p>
            </p:txBody>
          </p:sp>
          <p:pic>
            <p:nvPicPr>
              <p:cNvPr id="61" name="Graphic 137">
                <a:extLst>
                  <a:ext uri="{FF2B5EF4-FFF2-40B4-BE49-F238E27FC236}">
                    <a16:creationId xmlns:a16="http://schemas.microsoft.com/office/drawing/2014/main" id="{5B22B109-5C82-FA40-91FB-DE791C44FEB8}"/>
                  </a:ext>
                </a:extLst>
              </p:cNvPr>
              <p:cNvPicPr>
                <a:picLocks noChangeAspect="1"/>
              </p:cNvPicPr>
              <p:nvPr/>
            </p:nvPicPr>
            <p:blipFill>
              <a:blip r:embed="rId6"/>
              <a:stretch>
                <a:fillRect/>
              </a:stretch>
            </p:blipFill>
            <p:spPr>
              <a:xfrm>
                <a:off x="8572500" y="5029479"/>
                <a:ext cx="914400" cy="914400"/>
              </a:xfrm>
              <a:prstGeom prst="rect">
                <a:avLst/>
              </a:prstGeom>
            </p:spPr>
          </p:pic>
        </p:grpSp>
      </p:grpSp>
      <p:cxnSp>
        <p:nvCxnSpPr>
          <p:cNvPr id="73" name="Connector: Elbow 9">
            <a:extLst>
              <a:ext uri="{FF2B5EF4-FFF2-40B4-BE49-F238E27FC236}">
                <a16:creationId xmlns:a16="http://schemas.microsoft.com/office/drawing/2014/main" id="{FC591AC9-BA5F-6940-8B98-F2CBEE8BBE85}"/>
              </a:ext>
            </a:extLst>
          </p:cNvPr>
          <p:cNvCxnSpPr>
            <a:cxnSpLocks/>
          </p:cNvCxnSpPr>
          <p:nvPr/>
        </p:nvCxnSpPr>
        <p:spPr>
          <a:xfrm rot="16200000" flipV="1">
            <a:off x="6963042" y="2266238"/>
            <a:ext cx="1344519" cy="2768017"/>
          </a:xfrm>
          <a:prstGeom prst="bentConnector3">
            <a:avLst>
              <a:gd name="adj1" fmla="val 50000"/>
            </a:avLst>
          </a:prstGeom>
          <a:noFill/>
          <a:ln w="12700">
            <a:solidFill>
              <a:schemeClr val="tx1"/>
            </a:solidFill>
            <a:prstDash val="lgDash"/>
            <a:tailEnd type="arrow"/>
          </a:ln>
        </p:spPr>
        <p:style>
          <a:lnRef idx="2">
            <a:schemeClr val="accent1"/>
          </a:lnRef>
          <a:fillRef idx="1">
            <a:schemeClr val="lt1"/>
          </a:fillRef>
          <a:effectRef idx="0">
            <a:schemeClr val="accent1"/>
          </a:effectRef>
          <a:fontRef idx="minor">
            <a:schemeClr val="dk1"/>
          </a:fontRef>
        </p:style>
      </p:cxnSp>
    </p:spTree>
    <p:custDataLst>
      <p:tags r:id="rId1"/>
    </p:custDataLst>
    <p:extLst>
      <p:ext uri="{BB962C8B-B14F-4D97-AF65-F5344CB8AC3E}">
        <p14:creationId xmlns:p14="http://schemas.microsoft.com/office/powerpoint/2010/main" val="6092960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571FD683-FB9D-D141-83DE-C027001518E4}"/>
              </a:ext>
            </a:extLst>
          </p:cNvPr>
          <p:cNvSpPr/>
          <p:nvPr/>
        </p:nvSpPr>
        <p:spPr>
          <a:xfrm>
            <a:off x="5736287" y="1585386"/>
            <a:ext cx="5608357" cy="534444"/>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solidFill>
                  <a:schemeClr val="tx1"/>
                </a:solidFill>
                <a:latin typeface="Amazon Ember" panose="02000000000000000000" pitchFamily="2" charset="0"/>
                <a:ea typeface="Amazon Ember" panose="02000000000000000000" pitchFamily="2" charset="0"/>
                <a:cs typeface="Amazon Ember Cd RC" panose="020B0606020204020204" pitchFamily="34" charset="0"/>
              </a:rPr>
              <a:t>AWS </a:t>
            </a:r>
            <a:r>
              <a:rPr lang="en-US" sz="2400" dirty="0">
                <a:solidFill>
                  <a:srgbClr val="000000"/>
                </a:solidFill>
                <a:latin typeface="Amazon Ember" panose="02000000000000000000" pitchFamily="2" charset="0"/>
                <a:ea typeface="Amazon Ember" panose="02000000000000000000" pitchFamily="2" charset="0"/>
                <a:cs typeface="Amazon Ember Cd RC" panose="020B0606020204020204" pitchFamily="34" charset="0"/>
              </a:rPr>
              <a:t>container services</a:t>
            </a:r>
          </a:p>
        </p:txBody>
      </p:sp>
      <p:sp>
        <p:nvSpPr>
          <p:cNvPr id="5" name="Title 1">
            <a:extLst>
              <a:ext uri="{FF2B5EF4-FFF2-40B4-BE49-F238E27FC236}">
                <a16:creationId xmlns:a16="http://schemas.microsoft.com/office/drawing/2014/main" id="{EAA204FA-C59E-1C4A-82E4-15B0AC51B9F7}"/>
              </a:ext>
            </a:extLst>
          </p:cNvPr>
          <p:cNvSpPr>
            <a:spLocks noGrp="1"/>
          </p:cNvSpPr>
          <p:nvPr>
            <p:ph type="title"/>
          </p:nvPr>
        </p:nvSpPr>
        <p:spPr/>
        <p:txBody>
          <a:bodyPr/>
          <a:lstStyle/>
          <a:p>
            <a:r>
              <a:rPr lang="en-US"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What are </a:t>
            </a:r>
            <a:r>
              <a:rPr lang="en-US" dirty="0"/>
              <a:t>m</a:t>
            </a:r>
            <a:r>
              <a:rPr lang="en-US"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y </a:t>
            </a:r>
            <a:r>
              <a:rPr lang="en-US" dirty="0"/>
              <a:t>o</a:t>
            </a:r>
            <a:r>
              <a:rPr lang="en-US"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ptions?</a:t>
            </a:r>
          </a:p>
        </p:txBody>
      </p:sp>
      <p:sp>
        <p:nvSpPr>
          <p:cNvPr id="2" name="Slide Number Placeholder 1"/>
          <p:cNvSpPr>
            <a:spLocks noGrp="1"/>
          </p:cNvSpPr>
          <p:nvPr>
            <p:ph type="sldNum" sz="quarter" idx="12"/>
          </p:nvPr>
        </p:nvSpPr>
        <p:spPr/>
        <p:txBody>
          <a:bodyPr/>
          <a:lstStyle/>
          <a:p>
            <a:fld id="{9FC43BFD-8FF7-A343-A8A6-E2338FCE8046}" type="slidenum">
              <a:rPr lang="en-US" smtClean="0"/>
              <a:pPr/>
              <a:t>30</a:t>
            </a:fld>
            <a:endParaRPr lang="en-US" dirty="0"/>
          </a:p>
        </p:txBody>
      </p:sp>
      <p:sp>
        <p:nvSpPr>
          <p:cNvPr id="6" name="Rounded Rectangle 5">
            <a:extLst>
              <a:ext uri="{FF2B5EF4-FFF2-40B4-BE49-F238E27FC236}">
                <a16:creationId xmlns:a16="http://schemas.microsoft.com/office/drawing/2014/main" id="{3F72C1F9-4CC1-0B43-AF08-DF8EEB4B27C4}"/>
              </a:ext>
            </a:extLst>
          </p:cNvPr>
          <p:cNvSpPr/>
          <p:nvPr/>
        </p:nvSpPr>
        <p:spPr>
          <a:xfrm>
            <a:off x="972971" y="2515601"/>
            <a:ext cx="3967997" cy="517743"/>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sz="2400" dirty="0">
                <a:solidFill>
                  <a:srgbClr val="000000"/>
                </a:solidFill>
                <a:latin typeface="Amazon Ember Cd RC" panose="020B0606020204020204" pitchFamily="34" charset="0"/>
                <a:ea typeface="Amazon Ember Cd RC" panose="020B0606020204020204" pitchFamily="34" charset="0"/>
                <a:cs typeface="Amazon Ember Cd RC" panose="020B0606020204020204" pitchFamily="34" charset="0"/>
              </a:rPr>
              <a:t>Choose</a:t>
            </a:r>
            <a:r>
              <a:rPr lang="en-US" sz="2400" dirty="0">
                <a:solidFill>
                  <a:schemeClr val="tx1"/>
                </a:solidFill>
                <a:latin typeface="Amazon Ember Cd RC" panose="020B0606020204020204" pitchFamily="34" charset="0"/>
                <a:ea typeface="Amazon Ember Cd RC" panose="020B0606020204020204" pitchFamily="34" charset="0"/>
                <a:cs typeface="Amazon Ember Cd RC" panose="020B0606020204020204" pitchFamily="34" charset="0"/>
              </a:rPr>
              <a:t> your orchestration </a:t>
            </a:r>
            <a:r>
              <a:rPr lang="en-US" sz="2400" dirty="0">
                <a:solidFill>
                  <a:srgbClr val="000000"/>
                </a:solidFill>
                <a:latin typeface="Amazon Ember Cd RC" panose="020B0606020204020204" pitchFamily="34" charset="0"/>
                <a:ea typeface="Amazon Ember Cd RC" panose="020B0606020204020204" pitchFamily="34" charset="0"/>
                <a:cs typeface="Amazon Ember Cd RC" panose="020B0606020204020204" pitchFamily="34" charset="0"/>
              </a:rPr>
              <a:t>tool.</a:t>
            </a:r>
            <a:endParaRPr lang="en-US" sz="2400" dirty="0">
              <a:solidFill>
                <a:srgbClr val="000000"/>
              </a:solidFill>
              <a:latin typeface="Amazon Ember Cd RC" panose="020B0606020204020204"/>
              <a:ea typeface="Amazon Ember Cd RC" panose="020B0606020204020204" pitchFamily="34" charset="0"/>
              <a:cs typeface="Amazon Ember Cd RC" panose="020B0606020204020204" pitchFamily="34" charset="0"/>
            </a:endParaRPr>
          </a:p>
        </p:txBody>
      </p:sp>
      <p:sp>
        <p:nvSpPr>
          <p:cNvPr id="9" name="Oval 8">
            <a:extLst>
              <a:ext uri="{FF2B5EF4-FFF2-40B4-BE49-F238E27FC236}">
                <a16:creationId xmlns:a16="http://schemas.microsoft.com/office/drawing/2014/main" id="{CC993D48-9C01-CC4D-8D28-616153E073D7}"/>
              </a:ext>
            </a:extLst>
          </p:cNvPr>
          <p:cNvSpPr/>
          <p:nvPr/>
        </p:nvSpPr>
        <p:spPr>
          <a:xfrm>
            <a:off x="238539" y="2515601"/>
            <a:ext cx="517743" cy="517743"/>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solidFill>
                  <a:schemeClr val="tx1"/>
                </a:solidFill>
                <a:latin typeface="Amazon Ember" panose="02000000000000000000" pitchFamily="2" charset="0"/>
                <a:ea typeface="Amazon Ember" panose="02000000000000000000" pitchFamily="2" charset="0"/>
                <a:cs typeface="Amazon Ember Cd RC" panose="020B0606020204020204" pitchFamily="34" charset="0"/>
              </a:rPr>
              <a:t>1</a:t>
            </a:r>
          </a:p>
        </p:txBody>
      </p:sp>
      <p:sp>
        <p:nvSpPr>
          <p:cNvPr id="18" name="Rounded Rectangle 17">
            <a:extLst>
              <a:ext uri="{FF2B5EF4-FFF2-40B4-BE49-F238E27FC236}">
                <a16:creationId xmlns:a16="http://schemas.microsoft.com/office/drawing/2014/main" id="{CB1299E1-FA42-5547-8146-65E21251D506}"/>
              </a:ext>
            </a:extLst>
          </p:cNvPr>
          <p:cNvSpPr/>
          <p:nvPr/>
        </p:nvSpPr>
        <p:spPr>
          <a:xfrm>
            <a:off x="972971" y="4594665"/>
            <a:ext cx="3967997" cy="517743"/>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sz="2400" dirty="0">
                <a:solidFill>
                  <a:srgbClr val="000000"/>
                </a:solidFill>
                <a:latin typeface="Amazon Ember Cd RC" panose="020B0606020204020204" pitchFamily="34" charset="0"/>
                <a:ea typeface="Amazon Ember Cd RC" panose="020B0606020204020204" pitchFamily="34" charset="0"/>
                <a:cs typeface="Amazon Ember Cd RC" panose="020B0606020204020204" pitchFamily="34" charset="0"/>
              </a:rPr>
              <a:t>Choose</a:t>
            </a:r>
            <a:r>
              <a:rPr lang="en-US" sz="2400" dirty="0">
                <a:solidFill>
                  <a:schemeClr val="tx1"/>
                </a:solidFill>
                <a:latin typeface="Amazon Ember Cd RC" panose="020B0606020204020204" pitchFamily="34" charset="0"/>
                <a:ea typeface="Amazon Ember Cd RC" panose="020B0606020204020204" pitchFamily="34" charset="0"/>
                <a:cs typeface="Amazon Ember Cd RC" panose="020B0606020204020204" pitchFamily="34" charset="0"/>
              </a:rPr>
              <a:t> your </a:t>
            </a:r>
            <a:r>
              <a:rPr lang="en-US" sz="2400" dirty="0">
                <a:solidFill>
                  <a:srgbClr val="000000"/>
                </a:solidFill>
                <a:latin typeface="Amazon Ember Cd RC" panose="020B0606020204020204" pitchFamily="34" charset="0"/>
                <a:ea typeface="Amazon Ember Cd RC" panose="020B0606020204020204" pitchFamily="34" charset="0"/>
                <a:cs typeface="Amazon Ember Cd RC" panose="020B0606020204020204" pitchFamily="34" charset="0"/>
              </a:rPr>
              <a:t>launch</a:t>
            </a:r>
            <a:r>
              <a:rPr lang="en-US" sz="2400" dirty="0">
                <a:solidFill>
                  <a:schemeClr val="tx1"/>
                </a:solidFill>
                <a:latin typeface="Amazon Ember Cd RC" panose="020B0606020204020204" pitchFamily="34" charset="0"/>
                <a:ea typeface="Amazon Ember Cd RC" panose="020B0606020204020204" pitchFamily="34" charset="0"/>
                <a:cs typeface="Amazon Ember Cd RC" panose="020B0606020204020204" pitchFamily="34" charset="0"/>
              </a:rPr>
              <a:t> </a:t>
            </a:r>
            <a:r>
              <a:rPr lang="en-US" sz="2400" dirty="0">
                <a:solidFill>
                  <a:srgbClr val="000000"/>
                </a:solidFill>
                <a:latin typeface="Amazon Ember Cd RC" panose="020B0606020204020204" pitchFamily="34" charset="0"/>
                <a:ea typeface="Amazon Ember Cd RC" panose="020B0606020204020204" pitchFamily="34" charset="0"/>
                <a:cs typeface="Amazon Ember Cd RC" panose="020B0606020204020204" pitchFamily="34" charset="0"/>
              </a:rPr>
              <a:t>type.</a:t>
            </a:r>
            <a:endParaRPr lang="en-US" sz="2400" dirty="0">
              <a:solidFill>
                <a:srgbClr val="000000"/>
              </a:solidFill>
              <a:latin typeface="Amazon Ember Cd RC" panose="020B0606020204020204"/>
              <a:ea typeface="Amazon Ember Cd RC" panose="020B0606020204020204" pitchFamily="34" charset="0"/>
              <a:cs typeface="Amazon Ember Cd RC" panose="020B0606020204020204" pitchFamily="34" charset="0"/>
            </a:endParaRPr>
          </a:p>
        </p:txBody>
      </p:sp>
      <p:sp>
        <p:nvSpPr>
          <p:cNvPr id="19" name="Oval 18">
            <a:extLst>
              <a:ext uri="{FF2B5EF4-FFF2-40B4-BE49-F238E27FC236}">
                <a16:creationId xmlns:a16="http://schemas.microsoft.com/office/drawing/2014/main" id="{6D6C948E-D697-614B-B2A6-F4F04FA05F98}"/>
              </a:ext>
            </a:extLst>
          </p:cNvPr>
          <p:cNvSpPr/>
          <p:nvPr/>
        </p:nvSpPr>
        <p:spPr>
          <a:xfrm>
            <a:off x="238539" y="4594665"/>
            <a:ext cx="517743" cy="517743"/>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solidFill>
                  <a:schemeClr val="tx1"/>
                </a:solidFill>
                <a:latin typeface="Amazon Ember" panose="02000000000000000000" pitchFamily="2" charset="0"/>
                <a:ea typeface="Amazon Ember" panose="02000000000000000000" pitchFamily="2" charset="0"/>
                <a:cs typeface="Amazon Ember Cd RC" panose="020B0606020204020204" pitchFamily="34" charset="0"/>
              </a:rPr>
              <a:t>2</a:t>
            </a:r>
          </a:p>
        </p:txBody>
      </p:sp>
      <p:sp>
        <p:nvSpPr>
          <p:cNvPr id="3" name="Footer Placeholder 2"/>
          <p:cNvSpPr>
            <a:spLocks noGrp="1"/>
          </p:cNvSpPr>
          <p:nvPr>
            <p:ph type="ftr" sz="quarter" idx="3"/>
          </p:nvPr>
        </p:nvSpPr>
        <p:spPr/>
        <p:txBody>
          <a:bodyPr/>
          <a:lstStyle/>
          <a:p>
            <a:r>
              <a:rPr lang="en-US"/>
              <a:t>© 2020 Amazon Web Services, Inc. or its Affiliates. All rights reserved.</a:t>
            </a:r>
            <a:endParaRPr lang="en-US" dirty="0"/>
          </a:p>
        </p:txBody>
      </p:sp>
      <p:grpSp>
        <p:nvGrpSpPr>
          <p:cNvPr id="21" name="Group 20"/>
          <p:cNvGrpSpPr/>
          <p:nvPr/>
        </p:nvGrpSpPr>
        <p:grpSpPr>
          <a:xfrm>
            <a:off x="5358095" y="2626624"/>
            <a:ext cx="6364740" cy="3630219"/>
            <a:chOff x="5358095" y="2626624"/>
            <a:chExt cx="6364740" cy="3630219"/>
          </a:xfrm>
        </p:grpSpPr>
        <p:cxnSp>
          <p:nvCxnSpPr>
            <p:cNvPr id="32" name="Straight Arrow Connector 31">
              <a:extLst>
                <a:ext uri="{FF2B5EF4-FFF2-40B4-BE49-F238E27FC236}">
                  <a16:creationId xmlns:a16="http://schemas.microsoft.com/office/drawing/2014/main" id="{69F70C1C-EEBB-6C4A-8457-222461AF0A92}"/>
                </a:ext>
              </a:extLst>
            </p:cNvPr>
            <p:cNvCxnSpPr>
              <a:stCxn id="45" idx="2"/>
              <a:endCxn id="49" idx="0"/>
            </p:cNvCxnSpPr>
            <p:nvPr/>
          </p:nvCxnSpPr>
          <p:spPr>
            <a:xfrm flipH="1">
              <a:off x="10571882" y="3704115"/>
              <a:ext cx="1" cy="1454621"/>
            </a:xfrm>
            <a:prstGeom prst="straightConnector1">
              <a:avLst/>
            </a:prstGeom>
            <a:ln>
              <a:solidFill>
                <a:schemeClr val="tx1"/>
              </a:solidFill>
              <a:tailEnd type="arrow" w="med" len="sm"/>
            </a:ln>
          </p:spPr>
          <p:style>
            <a:lnRef idx="2">
              <a:schemeClr val="accent1"/>
            </a:lnRef>
            <a:fillRef idx="0">
              <a:schemeClr val="accent1"/>
            </a:fillRef>
            <a:effectRef idx="1">
              <a:schemeClr val="accent1"/>
            </a:effectRef>
            <a:fontRef idx="minor">
              <a:schemeClr val="tx1"/>
            </a:fontRef>
          </p:style>
        </p:cxnSp>
        <p:grpSp>
          <p:nvGrpSpPr>
            <p:cNvPr id="28" name="Group 27"/>
            <p:cNvGrpSpPr/>
            <p:nvPr/>
          </p:nvGrpSpPr>
          <p:grpSpPr>
            <a:xfrm>
              <a:off x="6079962" y="2629625"/>
              <a:ext cx="2301904" cy="1077491"/>
              <a:chOff x="3633525" y="1583183"/>
              <a:chExt cx="2301904" cy="1077491"/>
            </a:xfrm>
          </p:grpSpPr>
          <p:sp>
            <p:nvSpPr>
              <p:cNvPr id="30" name="TextBox 29">
                <a:extLst>
                  <a:ext uri="{FF2B5EF4-FFF2-40B4-BE49-F238E27FC236}">
                    <a16:creationId xmlns:a16="http://schemas.microsoft.com/office/drawing/2014/main" id="{8CF5FB91-5B4F-E84D-AFCE-50004C988F46}"/>
                  </a:ext>
                </a:extLst>
              </p:cNvPr>
              <p:cNvSpPr txBox="1"/>
              <p:nvPr/>
            </p:nvSpPr>
            <p:spPr>
              <a:xfrm>
                <a:off x="3633525" y="2291342"/>
                <a:ext cx="2301904" cy="369332"/>
              </a:xfrm>
              <a:prstGeom prst="rect">
                <a:avLst/>
              </a:prstGeom>
              <a:noFill/>
            </p:spPr>
            <p:txBody>
              <a:bodyPr wrap="square" rtlCol="0">
                <a:spAutoFit/>
              </a:bodyPr>
              <a:lstStyle/>
              <a:p>
                <a:pPr algn="ctr"/>
                <a:r>
                  <a:rPr lang="en-US" dirty="0">
                    <a:latin typeface="Amazon Ember" panose="02000000000000000000" pitchFamily="2" charset="0"/>
                    <a:ea typeface="Amazon Ember" panose="02000000000000000000" pitchFamily="2" charset="0"/>
                  </a:rPr>
                  <a:t>Amazon ECS</a:t>
                </a:r>
              </a:p>
            </p:txBody>
          </p:sp>
          <p:pic>
            <p:nvPicPr>
              <p:cNvPr id="34" name="Graphic 21">
                <a:extLst>
                  <a:ext uri="{FF2B5EF4-FFF2-40B4-BE49-F238E27FC236}">
                    <a16:creationId xmlns:a16="http://schemas.microsoft.com/office/drawing/2014/main" id="{56FBFD27-4604-2843-963C-296819DA9A42}"/>
                  </a:ext>
                </a:extLst>
              </p:cNvPr>
              <p:cNvPicPr>
                <a:picLocks noChangeAspect="1"/>
              </p:cNvPicPr>
              <p:nvPr/>
            </p:nvPicPr>
            <p:blipFill>
              <a:blip r:embed="rId4"/>
              <a:stretch>
                <a:fillRect/>
              </a:stretch>
            </p:blipFill>
            <p:spPr>
              <a:xfrm>
                <a:off x="4428877" y="1583183"/>
                <a:ext cx="711200" cy="711200"/>
              </a:xfrm>
              <a:prstGeom prst="rect">
                <a:avLst/>
              </a:prstGeom>
            </p:spPr>
          </p:pic>
        </p:grpSp>
        <p:grpSp>
          <p:nvGrpSpPr>
            <p:cNvPr id="35" name="Group 34"/>
            <p:cNvGrpSpPr/>
            <p:nvPr/>
          </p:nvGrpSpPr>
          <p:grpSpPr>
            <a:xfrm>
              <a:off x="7586514" y="5158736"/>
              <a:ext cx="1588555" cy="1098106"/>
              <a:chOff x="7523148" y="3202580"/>
              <a:chExt cx="1588555" cy="1098106"/>
            </a:xfrm>
          </p:grpSpPr>
          <p:sp>
            <p:nvSpPr>
              <p:cNvPr id="36" name="TextBox 35">
                <a:extLst>
                  <a:ext uri="{FF2B5EF4-FFF2-40B4-BE49-F238E27FC236}">
                    <a16:creationId xmlns:a16="http://schemas.microsoft.com/office/drawing/2014/main" id="{DA1EA3C9-2C7E-AC42-BF2F-6C95F67869F3}"/>
                  </a:ext>
                </a:extLst>
              </p:cNvPr>
              <p:cNvSpPr txBox="1"/>
              <p:nvPr/>
            </p:nvSpPr>
            <p:spPr>
              <a:xfrm>
                <a:off x="7523148" y="3931354"/>
                <a:ext cx="1588555" cy="369332"/>
              </a:xfrm>
              <a:prstGeom prst="rect">
                <a:avLst/>
              </a:prstGeom>
              <a:noFill/>
            </p:spPr>
            <p:txBody>
              <a:bodyPr wrap="square" rtlCol="0">
                <a:spAutoFit/>
              </a:bodyPr>
              <a:lstStyle/>
              <a:p>
                <a:pPr algn="ctr"/>
                <a:r>
                  <a:rPr lang="en-US" dirty="0">
                    <a:latin typeface="Amazon Ember" panose="02000000000000000000" pitchFamily="2" charset="0"/>
                    <a:ea typeface="Amazon Ember" panose="02000000000000000000" pitchFamily="2" charset="0"/>
                  </a:rPr>
                  <a:t>AWS Fargate</a:t>
                </a:r>
              </a:p>
            </p:txBody>
          </p:sp>
          <p:pic>
            <p:nvPicPr>
              <p:cNvPr id="37" name="Graphic 5">
                <a:extLst>
                  <a:ext uri="{FF2B5EF4-FFF2-40B4-BE49-F238E27FC236}">
                    <a16:creationId xmlns:a16="http://schemas.microsoft.com/office/drawing/2014/main" id="{D1DB3C02-99BC-F546-AE77-8D48550516D3}"/>
                  </a:ext>
                </a:extLst>
              </p:cNvPr>
              <p:cNvPicPr>
                <a:picLocks noChangeAspect="1"/>
              </p:cNvPicPr>
              <p:nvPr/>
            </p:nvPicPr>
            <p:blipFill>
              <a:blip r:embed="rId5"/>
              <a:stretch>
                <a:fillRect/>
              </a:stretch>
            </p:blipFill>
            <p:spPr>
              <a:xfrm>
                <a:off x="7961825" y="3202580"/>
                <a:ext cx="711200" cy="711200"/>
              </a:xfrm>
              <a:prstGeom prst="rect">
                <a:avLst/>
              </a:prstGeom>
            </p:spPr>
          </p:pic>
        </p:grpSp>
        <p:grpSp>
          <p:nvGrpSpPr>
            <p:cNvPr id="38" name="Group 37"/>
            <p:cNvGrpSpPr/>
            <p:nvPr/>
          </p:nvGrpSpPr>
          <p:grpSpPr>
            <a:xfrm>
              <a:off x="5358095" y="5158737"/>
              <a:ext cx="1513305" cy="1098106"/>
              <a:chOff x="4027825" y="3202580"/>
              <a:chExt cx="1513305" cy="1098106"/>
            </a:xfrm>
          </p:grpSpPr>
          <p:sp>
            <p:nvSpPr>
              <p:cNvPr id="39" name="TextBox 38">
                <a:extLst>
                  <a:ext uri="{FF2B5EF4-FFF2-40B4-BE49-F238E27FC236}">
                    <a16:creationId xmlns:a16="http://schemas.microsoft.com/office/drawing/2014/main" id="{4256BB3C-8013-824D-8B2A-F604C7B4DC6C}"/>
                  </a:ext>
                </a:extLst>
              </p:cNvPr>
              <p:cNvSpPr txBox="1"/>
              <p:nvPr/>
            </p:nvSpPr>
            <p:spPr>
              <a:xfrm>
                <a:off x="4027825" y="3931354"/>
                <a:ext cx="1513305" cy="369332"/>
              </a:xfrm>
              <a:prstGeom prst="rect">
                <a:avLst/>
              </a:prstGeom>
              <a:noFill/>
            </p:spPr>
            <p:txBody>
              <a:bodyPr wrap="square" rtlCol="0">
                <a:spAutoFit/>
              </a:bodyPr>
              <a:lstStyle/>
              <a:p>
                <a:pPr algn="ctr"/>
                <a:r>
                  <a:rPr lang="en-US" dirty="0">
                    <a:latin typeface="Amazon Ember" panose="02000000000000000000" pitchFamily="2" charset="0"/>
                    <a:ea typeface="Amazon Ember" panose="02000000000000000000" pitchFamily="2" charset="0"/>
                  </a:rPr>
                  <a:t>Amazon EC2</a:t>
                </a:r>
              </a:p>
            </p:txBody>
          </p:sp>
          <p:pic>
            <p:nvPicPr>
              <p:cNvPr id="40" name="Graphic 6">
                <a:extLst>
                  <a:ext uri="{FF2B5EF4-FFF2-40B4-BE49-F238E27FC236}">
                    <a16:creationId xmlns:a16="http://schemas.microsoft.com/office/drawing/2014/main" id="{D8AF6CFD-7182-AE41-BE56-CA8D81C11633}"/>
                  </a:ext>
                </a:extLst>
              </p:cNvPr>
              <p:cNvPicPr>
                <a:picLocks noChangeAspect="1"/>
              </p:cNvPicPr>
              <p:nvPr/>
            </p:nvPicPr>
            <p:blipFill>
              <a:blip r:embed="rId6"/>
              <a:stretch>
                <a:fillRect/>
              </a:stretch>
            </p:blipFill>
            <p:spPr>
              <a:xfrm>
                <a:off x="4428877" y="3202580"/>
                <a:ext cx="711200" cy="711200"/>
              </a:xfrm>
              <a:prstGeom prst="rect">
                <a:avLst/>
              </a:prstGeom>
            </p:spPr>
          </p:pic>
        </p:grpSp>
        <p:grpSp>
          <p:nvGrpSpPr>
            <p:cNvPr id="44" name="Group 43"/>
            <p:cNvGrpSpPr/>
            <p:nvPr/>
          </p:nvGrpSpPr>
          <p:grpSpPr>
            <a:xfrm>
              <a:off x="9420931" y="2626624"/>
              <a:ext cx="2301904" cy="1077491"/>
              <a:chOff x="7545373" y="1583183"/>
              <a:chExt cx="2301904" cy="1077491"/>
            </a:xfrm>
          </p:grpSpPr>
          <p:sp>
            <p:nvSpPr>
              <p:cNvPr id="45" name="TextBox 44">
                <a:extLst>
                  <a:ext uri="{FF2B5EF4-FFF2-40B4-BE49-F238E27FC236}">
                    <a16:creationId xmlns:a16="http://schemas.microsoft.com/office/drawing/2014/main" id="{9E9D58F1-A137-2F4D-8F00-7CC13271B94B}"/>
                  </a:ext>
                </a:extLst>
              </p:cNvPr>
              <p:cNvSpPr txBox="1"/>
              <p:nvPr/>
            </p:nvSpPr>
            <p:spPr>
              <a:xfrm>
                <a:off x="7545373" y="2291342"/>
                <a:ext cx="2301904" cy="369332"/>
              </a:xfrm>
              <a:prstGeom prst="rect">
                <a:avLst/>
              </a:prstGeom>
              <a:noFill/>
            </p:spPr>
            <p:txBody>
              <a:bodyPr wrap="square" rtlCol="0">
                <a:spAutoFit/>
              </a:bodyPr>
              <a:lstStyle/>
              <a:p>
                <a:pPr algn="ctr"/>
                <a:r>
                  <a:rPr lang="en-US" dirty="0">
                    <a:latin typeface="Amazon Ember" panose="02000000000000000000" pitchFamily="2" charset="0"/>
                    <a:ea typeface="Amazon Ember" panose="02000000000000000000" pitchFamily="2" charset="0"/>
                  </a:rPr>
                  <a:t>Amazon EKS</a:t>
                </a:r>
              </a:p>
            </p:txBody>
          </p:sp>
          <p:pic>
            <p:nvPicPr>
              <p:cNvPr id="46" name="Graphic 5">
                <a:extLst>
                  <a:ext uri="{FF2B5EF4-FFF2-40B4-BE49-F238E27FC236}">
                    <a16:creationId xmlns:a16="http://schemas.microsoft.com/office/drawing/2014/main" id="{2A483385-4BB7-4B45-A46C-1AB496391CBA}"/>
                  </a:ext>
                </a:extLst>
              </p:cNvPr>
              <p:cNvPicPr>
                <a:picLocks noChangeAspect="1"/>
              </p:cNvPicPr>
              <p:nvPr/>
            </p:nvPicPr>
            <p:blipFill>
              <a:blip r:embed="rId7"/>
              <a:stretch>
                <a:fillRect/>
              </a:stretch>
            </p:blipFill>
            <p:spPr>
              <a:xfrm>
                <a:off x="8344103" y="1583183"/>
                <a:ext cx="711200" cy="711200"/>
              </a:xfrm>
              <a:prstGeom prst="rect">
                <a:avLst/>
              </a:prstGeom>
            </p:spPr>
          </p:pic>
        </p:grpSp>
        <p:grpSp>
          <p:nvGrpSpPr>
            <p:cNvPr id="47" name="Group 46"/>
            <p:cNvGrpSpPr/>
            <p:nvPr/>
          </p:nvGrpSpPr>
          <p:grpSpPr>
            <a:xfrm>
              <a:off x="9815230" y="5158736"/>
              <a:ext cx="1513305" cy="1098106"/>
              <a:chOff x="4027825" y="3202580"/>
              <a:chExt cx="1513305" cy="1098106"/>
            </a:xfrm>
          </p:grpSpPr>
          <p:sp>
            <p:nvSpPr>
              <p:cNvPr id="48" name="TextBox 47">
                <a:extLst>
                  <a:ext uri="{FF2B5EF4-FFF2-40B4-BE49-F238E27FC236}">
                    <a16:creationId xmlns:a16="http://schemas.microsoft.com/office/drawing/2014/main" id="{4256BB3C-8013-824D-8B2A-F604C7B4DC6C}"/>
                  </a:ext>
                </a:extLst>
              </p:cNvPr>
              <p:cNvSpPr txBox="1"/>
              <p:nvPr/>
            </p:nvSpPr>
            <p:spPr>
              <a:xfrm>
                <a:off x="4027825" y="3931354"/>
                <a:ext cx="1513305" cy="369332"/>
              </a:xfrm>
              <a:prstGeom prst="rect">
                <a:avLst/>
              </a:prstGeom>
              <a:noFill/>
            </p:spPr>
            <p:txBody>
              <a:bodyPr wrap="square" rtlCol="0">
                <a:spAutoFit/>
              </a:bodyPr>
              <a:lstStyle/>
              <a:p>
                <a:pPr algn="ctr"/>
                <a:r>
                  <a:rPr lang="en-US" dirty="0">
                    <a:latin typeface="Amazon Ember" panose="02000000000000000000" pitchFamily="2" charset="0"/>
                    <a:ea typeface="Amazon Ember" panose="02000000000000000000" pitchFamily="2" charset="0"/>
                  </a:rPr>
                  <a:t>Amazon EC2</a:t>
                </a:r>
              </a:p>
            </p:txBody>
          </p:sp>
          <p:pic>
            <p:nvPicPr>
              <p:cNvPr id="49" name="Graphic 6">
                <a:extLst>
                  <a:ext uri="{FF2B5EF4-FFF2-40B4-BE49-F238E27FC236}">
                    <a16:creationId xmlns:a16="http://schemas.microsoft.com/office/drawing/2014/main" id="{D8AF6CFD-7182-AE41-BE56-CA8D81C11633}"/>
                  </a:ext>
                </a:extLst>
              </p:cNvPr>
              <p:cNvPicPr>
                <a:picLocks noChangeAspect="1"/>
              </p:cNvPicPr>
              <p:nvPr/>
            </p:nvPicPr>
            <p:blipFill>
              <a:blip r:embed="rId6"/>
              <a:stretch>
                <a:fillRect/>
              </a:stretch>
            </p:blipFill>
            <p:spPr>
              <a:xfrm>
                <a:off x="4428877" y="3202580"/>
                <a:ext cx="711200" cy="711200"/>
              </a:xfrm>
              <a:prstGeom prst="rect">
                <a:avLst/>
              </a:prstGeom>
            </p:spPr>
          </p:pic>
        </p:grpSp>
        <p:cxnSp>
          <p:nvCxnSpPr>
            <p:cNvPr id="11" name="Elbow Connector 10"/>
            <p:cNvCxnSpPr>
              <a:stCxn id="30" idx="2"/>
              <a:endCxn id="37" idx="0"/>
            </p:cNvCxnSpPr>
            <p:nvPr/>
          </p:nvCxnSpPr>
          <p:spPr>
            <a:xfrm rot="16200000" flipH="1">
              <a:off x="7080042" y="3857987"/>
              <a:ext cx="1451620" cy="1149877"/>
            </a:xfrm>
            <a:prstGeom prst="bentConnector3">
              <a:avLst/>
            </a:prstGeom>
            <a:ln>
              <a:tailEnd type="arrow" w="med" len="sm"/>
            </a:ln>
          </p:spPr>
          <p:style>
            <a:lnRef idx="1">
              <a:schemeClr val="accent1"/>
            </a:lnRef>
            <a:fillRef idx="0">
              <a:schemeClr val="accent1"/>
            </a:fillRef>
            <a:effectRef idx="0">
              <a:schemeClr val="accent1"/>
            </a:effectRef>
            <a:fontRef idx="minor">
              <a:schemeClr val="tx1"/>
            </a:fontRef>
          </p:style>
        </p:cxnSp>
        <p:cxnSp>
          <p:nvCxnSpPr>
            <p:cNvPr id="50" name="Elbow Connector 49"/>
            <p:cNvCxnSpPr>
              <a:stCxn id="30" idx="2"/>
              <a:endCxn id="40" idx="0"/>
            </p:cNvCxnSpPr>
            <p:nvPr/>
          </p:nvCxnSpPr>
          <p:spPr>
            <a:xfrm rot="5400000">
              <a:off x="5947021" y="3874843"/>
              <a:ext cx="1451621" cy="1116167"/>
            </a:xfrm>
            <a:prstGeom prst="bentConnector3">
              <a:avLst/>
            </a:prstGeom>
            <a:ln>
              <a:tailEnd type="arrow" w="med" len="sm"/>
            </a:ln>
          </p:spPr>
          <p:style>
            <a:lnRef idx="1">
              <a:schemeClr val="accent1"/>
            </a:lnRef>
            <a:fillRef idx="0">
              <a:schemeClr val="accent1"/>
            </a:fillRef>
            <a:effectRef idx="0">
              <a:schemeClr val="accent1"/>
            </a:effectRef>
            <a:fontRef idx="minor">
              <a:schemeClr val="tx1"/>
            </a:fontRef>
          </p:style>
        </p:cxnSp>
      </p:grpSp>
      <p:cxnSp>
        <p:nvCxnSpPr>
          <p:cNvPr id="29" name="Elbow Connector 28"/>
          <p:cNvCxnSpPr>
            <a:stCxn id="45" idx="2"/>
            <a:endCxn id="37" idx="0"/>
          </p:cNvCxnSpPr>
          <p:nvPr/>
        </p:nvCxnSpPr>
        <p:spPr>
          <a:xfrm rot="5400000">
            <a:off x="8749027" y="3526015"/>
            <a:ext cx="1454621" cy="1810820"/>
          </a:xfrm>
          <a:prstGeom prst="bentConnector3">
            <a:avLst>
              <a:gd name="adj1" fmla="val 50000"/>
            </a:avLst>
          </a:prstGeom>
          <a:ln>
            <a:tailEnd type="arrow" w="med" len="sm"/>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5699823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Wrap-up</a:t>
            </a:r>
          </a:p>
        </p:txBody>
      </p:sp>
      <p:sp>
        <p:nvSpPr>
          <p:cNvPr id="3" name="Slide Number Placeholder 2"/>
          <p:cNvSpPr>
            <a:spLocks noGrp="1"/>
          </p:cNvSpPr>
          <p:nvPr>
            <p:ph type="sldNum" sz="quarter" idx="4294967295"/>
          </p:nvPr>
        </p:nvSpPr>
        <p:spPr>
          <a:xfrm>
            <a:off x="9448800" y="6356350"/>
            <a:ext cx="2743200" cy="365125"/>
          </a:xfrm>
        </p:spPr>
        <p:txBody>
          <a:bodyPr/>
          <a:lstStyle/>
          <a:p>
            <a:fld id="{9FC43BFD-8FF7-A343-A8A6-E2338FCE8046}" type="slidenum">
              <a:rPr lang="en-US" smtClean="0"/>
              <a:pPr/>
              <a:t>31</a:t>
            </a:fld>
            <a:endParaRPr lang="en-US" dirty="0"/>
          </a:p>
        </p:txBody>
      </p:sp>
      <p:sp>
        <p:nvSpPr>
          <p:cNvPr id="5" name="Footer Placeholder 4"/>
          <p:cNvSpPr>
            <a:spLocks noGrp="1"/>
          </p:cNvSpPr>
          <p:nvPr>
            <p:ph type="ftr" sz="quarter" idx="3"/>
          </p:nvPr>
        </p:nvSpPr>
        <p:spPr/>
        <p:txBody>
          <a:bodyPr/>
          <a:lstStyle/>
          <a:p>
            <a:r>
              <a:rPr lang="en-US"/>
              <a:t>© 2020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35695101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Knowledge check</a:t>
            </a:r>
          </a:p>
        </p:txBody>
      </p:sp>
      <p:sp>
        <p:nvSpPr>
          <p:cNvPr id="2" name="Slide Number Placeholder 1"/>
          <p:cNvSpPr>
            <a:spLocks noGrp="1"/>
          </p:cNvSpPr>
          <p:nvPr>
            <p:ph type="sldNum" sz="quarter" idx="12"/>
          </p:nvPr>
        </p:nvSpPr>
        <p:spPr/>
        <p:txBody>
          <a:bodyPr/>
          <a:lstStyle/>
          <a:p>
            <a:fld id="{9FC43BFD-8FF7-A343-A8A6-E2338FCE8046}" type="slidenum">
              <a:rPr lang="en-US" smtClean="0"/>
              <a:pPr/>
              <a:t>32</a:t>
            </a:fld>
            <a:endParaRPr lang="en-US" dirty="0"/>
          </a:p>
        </p:txBody>
      </p:sp>
      <p:sp>
        <p:nvSpPr>
          <p:cNvPr id="6" name="Freeform 5"/>
          <p:cNvSpPr/>
          <p:nvPr/>
        </p:nvSpPr>
        <p:spPr>
          <a:xfrm>
            <a:off x="334477" y="1835643"/>
            <a:ext cx="3199853" cy="1919912"/>
          </a:xfrm>
          <a:custGeom>
            <a:avLst/>
            <a:gdLst>
              <a:gd name="connsiteX0" fmla="*/ 0 w 2399890"/>
              <a:gd name="connsiteY0" fmla="*/ 0 h 1439934"/>
              <a:gd name="connsiteX1" fmla="*/ 2399890 w 2399890"/>
              <a:gd name="connsiteY1" fmla="*/ 0 h 1439934"/>
              <a:gd name="connsiteX2" fmla="*/ 2399890 w 2399890"/>
              <a:gd name="connsiteY2" fmla="*/ 1439934 h 1439934"/>
              <a:gd name="connsiteX3" fmla="*/ 0 w 2399890"/>
              <a:gd name="connsiteY3" fmla="*/ 1439934 h 1439934"/>
              <a:gd name="connsiteX4" fmla="*/ 0 w 2399890"/>
              <a:gd name="connsiteY4" fmla="*/ 0 h 1439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9890" h="1439934">
                <a:moveTo>
                  <a:pt x="0" y="0"/>
                </a:moveTo>
                <a:lnTo>
                  <a:pt x="2399890" y="0"/>
                </a:lnTo>
                <a:lnTo>
                  <a:pt x="2399890" y="1439934"/>
                </a:lnTo>
                <a:lnTo>
                  <a:pt x="0" y="1439934"/>
                </a:lnTo>
                <a:lnTo>
                  <a:pt x="0" y="0"/>
                </a:lnTo>
                <a:close/>
              </a:path>
            </a:pathLst>
          </a:custGeom>
          <a:ln>
            <a:solidFill>
              <a:schemeClr val="tx1"/>
            </a:solidFill>
            <a:prstDash val="solid"/>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66040" tIns="66040" rIns="66040" bIns="66040" numCol="1" spcCol="1270" anchor="ctr" anchorCtr="0">
            <a:noAutofit/>
          </a:bodyPr>
          <a:lstStyle/>
          <a:p>
            <a:endParaRPr lang="en-US" sz="1600" dirty="0">
              <a:latin typeface="Amazon Ember Light" panose="020B0403020204020204" pitchFamily="34" charset="0"/>
              <a:ea typeface="Amazon Ember Light" panose="020B0403020204020204" pitchFamily="34" charset="0"/>
              <a:cs typeface="Amazon Ember Light" panose="020B0403020204020204" pitchFamily="34" charset="0"/>
            </a:endParaRPr>
          </a:p>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Containers are an increasingly important way for developers to package and deploy </a:t>
            </a:r>
            <a:r>
              <a:rPr lang="en-US" sz="1600">
                <a:latin typeface="Amazon Ember Light" panose="020B0403020204020204" pitchFamily="34" charset="0"/>
                <a:ea typeface="Amazon Ember Light" panose="020B0403020204020204" pitchFamily="34" charset="0"/>
                <a:cs typeface="Amazon Ember Light" panose="020B0403020204020204" pitchFamily="34" charset="0"/>
              </a:rPr>
              <a:t>their </a:t>
            </a:r>
            <a:r>
              <a:rPr lang="en-US" sz="160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rPr>
              <a:t>applications</a:t>
            </a:r>
            <a:r>
              <a:rPr lang="en-US" sz="1600">
                <a:latin typeface="Amazon Ember Light" panose="020B0403020204020204" pitchFamily="34" charset="0"/>
                <a:ea typeface="Amazon Ember Light" panose="020B0403020204020204" pitchFamily="34" charset="0"/>
                <a:cs typeface="Amazon Ember Light" panose="020B0403020204020204" pitchFamily="34" charset="0"/>
              </a:rPr>
              <a:t>.</a:t>
            </a:r>
            <a:endParaRPr lang="en-US" sz="1600"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7" name="Freeform 6"/>
          <p:cNvSpPr/>
          <p:nvPr/>
        </p:nvSpPr>
        <p:spPr>
          <a:xfrm>
            <a:off x="3854317" y="1835643"/>
            <a:ext cx="3199853" cy="1919912"/>
          </a:xfrm>
          <a:custGeom>
            <a:avLst/>
            <a:gdLst>
              <a:gd name="connsiteX0" fmla="*/ 0 w 2399890"/>
              <a:gd name="connsiteY0" fmla="*/ 0 h 1439934"/>
              <a:gd name="connsiteX1" fmla="*/ 2399890 w 2399890"/>
              <a:gd name="connsiteY1" fmla="*/ 0 h 1439934"/>
              <a:gd name="connsiteX2" fmla="*/ 2399890 w 2399890"/>
              <a:gd name="connsiteY2" fmla="*/ 1439934 h 1439934"/>
              <a:gd name="connsiteX3" fmla="*/ 0 w 2399890"/>
              <a:gd name="connsiteY3" fmla="*/ 1439934 h 1439934"/>
              <a:gd name="connsiteX4" fmla="*/ 0 w 2399890"/>
              <a:gd name="connsiteY4" fmla="*/ 0 h 1439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9890" h="1439934">
                <a:moveTo>
                  <a:pt x="0" y="0"/>
                </a:moveTo>
                <a:lnTo>
                  <a:pt x="2399890" y="0"/>
                </a:lnTo>
                <a:lnTo>
                  <a:pt x="2399890" y="1439934"/>
                </a:lnTo>
                <a:lnTo>
                  <a:pt x="0" y="1439934"/>
                </a:lnTo>
                <a:lnTo>
                  <a:pt x="0" y="0"/>
                </a:lnTo>
                <a:close/>
              </a:path>
            </a:pathLst>
          </a:custGeom>
          <a:ln>
            <a:solidFill>
              <a:schemeClr val="tx1"/>
            </a:solidFill>
            <a:prstDash val="solid"/>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66040" tIns="66040" rIns="66040" bIns="66040" numCol="1" spcCol="1270" anchor="ctr" anchorCtr="0">
            <a:noAutofit/>
          </a:bodyPr>
          <a:lstStyle/>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Containers can use </a:t>
            </a:r>
            <a:r>
              <a:rPr lang="en-US" sz="1600">
                <a:latin typeface="Amazon Ember Light" panose="020B0403020204020204" pitchFamily="34" charset="0"/>
                <a:ea typeface="Amazon Ember Light" panose="020B0403020204020204" pitchFamily="34" charset="0"/>
                <a:cs typeface="Amazon Ember Light" panose="020B0403020204020204" pitchFamily="34" charset="0"/>
              </a:rPr>
              <a:t>any </a:t>
            </a:r>
            <a:r>
              <a:rPr lang="en-US" sz="160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rPr>
              <a:t>application</a:t>
            </a:r>
            <a:r>
              <a:rPr lang="en-US" sz="1600">
                <a:latin typeface="Amazon Ember Light" panose="020B0403020204020204" pitchFamily="34" charset="0"/>
                <a:ea typeface="Amazon Ember Light" panose="020B0403020204020204" pitchFamily="34" charset="0"/>
                <a:cs typeface="Amazon Ember Light" panose="020B0403020204020204" pitchFamily="34" charset="0"/>
              </a:rPr>
              <a:t> </a:t>
            </a: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and any programming language.</a:t>
            </a:r>
          </a:p>
        </p:txBody>
      </p:sp>
      <p:sp>
        <p:nvSpPr>
          <p:cNvPr id="8" name="Freeform 7"/>
          <p:cNvSpPr/>
          <p:nvPr/>
        </p:nvSpPr>
        <p:spPr>
          <a:xfrm>
            <a:off x="7374157" y="1835643"/>
            <a:ext cx="3199853" cy="1919912"/>
          </a:xfrm>
          <a:custGeom>
            <a:avLst/>
            <a:gdLst>
              <a:gd name="connsiteX0" fmla="*/ 0 w 2399890"/>
              <a:gd name="connsiteY0" fmla="*/ 0 h 1439934"/>
              <a:gd name="connsiteX1" fmla="*/ 2399890 w 2399890"/>
              <a:gd name="connsiteY1" fmla="*/ 0 h 1439934"/>
              <a:gd name="connsiteX2" fmla="*/ 2399890 w 2399890"/>
              <a:gd name="connsiteY2" fmla="*/ 1439934 h 1439934"/>
              <a:gd name="connsiteX3" fmla="*/ 0 w 2399890"/>
              <a:gd name="connsiteY3" fmla="*/ 1439934 h 1439934"/>
              <a:gd name="connsiteX4" fmla="*/ 0 w 2399890"/>
              <a:gd name="connsiteY4" fmla="*/ 0 h 1439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9890" h="1439934">
                <a:moveTo>
                  <a:pt x="0" y="0"/>
                </a:moveTo>
                <a:lnTo>
                  <a:pt x="2399890" y="0"/>
                </a:lnTo>
                <a:lnTo>
                  <a:pt x="2399890" y="1439934"/>
                </a:lnTo>
                <a:lnTo>
                  <a:pt x="0" y="1439934"/>
                </a:lnTo>
                <a:lnTo>
                  <a:pt x="0" y="0"/>
                </a:lnTo>
                <a:close/>
              </a:path>
            </a:pathLst>
          </a:custGeom>
          <a:ln>
            <a:solidFill>
              <a:schemeClr val="tx1"/>
            </a:solidFill>
            <a:prstDash val="solid"/>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66040" tIns="66040" rIns="66040" bIns="66040" numCol="1" spcCol="1270" anchor="ctr" anchorCtr="0">
            <a:noAutofit/>
          </a:bodyPr>
          <a:lstStyle/>
          <a:p>
            <a:b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br>
            <a:endParaRPr lang="en-US" sz="1600" dirty="0">
              <a:latin typeface="Amazon Ember Light" panose="020B0403020204020204" pitchFamily="34" charset="0"/>
              <a:ea typeface="Amazon Ember Light" panose="020B0403020204020204" pitchFamily="34" charset="0"/>
              <a:cs typeface="Amazon Ember Light" panose="020B0403020204020204" pitchFamily="34" charset="0"/>
            </a:endParaRPr>
          </a:p>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With </a:t>
            </a:r>
            <a:r>
              <a:rPr lang="en-US" sz="16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rPr>
              <a:t>ECS</a:t>
            </a: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 you </a:t>
            </a:r>
            <a:r>
              <a:rPr lang="en-US" sz="1600"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rPr>
              <a:t>have to install and operate your own container orchestration software, plus manage and scale a cluster of </a:t>
            </a:r>
            <a:r>
              <a:rPr lang="en-US" sz="16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rPr>
              <a:t>virtual machines</a:t>
            </a:r>
            <a:r>
              <a:rPr lang="en-US" sz="1600"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rPr>
              <a:t>.</a:t>
            </a:r>
            <a:endParaRPr lang="en-US" sz="1600"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9" name="Freeform 8"/>
          <p:cNvSpPr/>
          <p:nvPr/>
        </p:nvSpPr>
        <p:spPr>
          <a:xfrm>
            <a:off x="334477" y="4075542"/>
            <a:ext cx="3199853" cy="1919912"/>
          </a:xfrm>
          <a:custGeom>
            <a:avLst/>
            <a:gdLst>
              <a:gd name="connsiteX0" fmla="*/ 0 w 2399890"/>
              <a:gd name="connsiteY0" fmla="*/ 0 h 1439934"/>
              <a:gd name="connsiteX1" fmla="*/ 2399890 w 2399890"/>
              <a:gd name="connsiteY1" fmla="*/ 0 h 1439934"/>
              <a:gd name="connsiteX2" fmla="*/ 2399890 w 2399890"/>
              <a:gd name="connsiteY2" fmla="*/ 1439934 h 1439934"/>
              <a:gd name="connsiteX3" fmla="*/ 0 w 2399890"/>
              <a:gd name="connsiteY3" fmla="*/ 1439934 h 1439934"/>
              <a:gd name="connsiteX4" fmla="*/ 0 w 2399890"/>
              <a:gd name="connsiteY4" fmla="*/ 0 h 1439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9890" h="1439934">
                <a:moveTo>
                  <a:pt x="0" y="0"/>
                </a:moveTo>
                <a:lnTo>
                  <a:pt x="2399890" y="0"/>
                </a:lnTo>
                <a:lnTo>
                  <a:pt x="2399890" y="1439934"/>
                </a:lnTo>
                <a:lnTo>
                  <a:pt x="0" y="1439934"/>
                </a:lnTo>
                <a:lnTo>
                  <a:pt x="0" y="0"/>
                </a:lnTo>
                <a:close/>
              </a:path>
            </a:pathLst>
          </a:custGeom>
          <a:ln>
            <a:solidFill>
              <a:schemeClr val="tx1"/>
            </a:solidFill>
            <a:prstDash val="solid"/>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66040" tIns="66040" rIns="66040" bIns="66040" numCol="1" spcCol="1270" anchor="ctr" anchorCtr="0">
            <a:noAutofit/>
          </a:bodyPr>
          <a:lstStyle/>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To delete an instance of a container, you use the </a:t>
            </a:r>
            <a:r>
              <a:rPr lang="en-US" sz="1600" dirty="0">
                <a:latin typeface="Courier New" panose="02070309020205020404" pitchFamily="49" charset="0"/>
                <a:ea typeface="Amazon Ember Light" charset="0"/>
                <a:cs typeface="Courier New" panose="02070309020205020404" pitchFamily="49" charset="0"/>
              </a:rPr>
              <a:t>docker </a:t>
            </a:r>
            <a:r>
              <a:rPr lang="en-US" sz="1600" dirty="0" err="1">
                <a:solidFill>
                  <a:srgbClr val="000000"/>
                </a:solidFill>
                <a:latin typeface="Courier New" panose="02070309020205020404" pitchFamily="49" charset="0"/>
                <a:ea typeface="Amazon Ember Light" charset="0"/>
                <a:cs typeface="Courier New" panose="02070309020205020404" pitchFamily="49" charset="0"/>
              </a:rPr>
              <a:t>rmi</a:t>
            </a: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 command.</a:t>
            </a:r>
            <a:endParaRPr lang="en-US" sz="1600" dirty="0">
              <a:latin typeface="Courier New" panose="02070309020205020404" pitchFamily="49" charset="0"/>
              <a:ea typeface="Amazon Ember Light" charset="0"/>
              <a:cs typeface="Courier New" panose="02070309020205020404" pitchFamily="49" charset="0"/>
            </a:endParaRPr>
          </a:p>
        </p:txBody>
      </p:sp>
      <p:sp>
        <p:nvSpPr>
          <p:cNvPr id="10" name="Freeform 9"/>
          <p:cNvSpPr/>
          <p:nvPr/>
        </p:nvSpPr>
        <p:spPr>
          <a:xfrm>
            <a:off x="3854317" y="4075542"/>
            <a:ext cx="3199853" cy="1919912"/>
          </a:xfrm>
          <a:custGeom>
            <a:avLst/>
            <a:gdLst>
              <a:gd name="connsiteX0" fmla="*/ 0 w 2399890"/>
              <a:gd name="connsiteY0" fmla="*/ 0 h 1439934"/>
              <a:gd name="connsiteX1" fmla="*/ 2399890 w 2399890"/>
              <a:gd name="connsiteY1" fmla="*/ 0 h 1439934"/>
              <a:gd name="connsiteX2" fmla="*/ 2399890 w 2399890"/>
              <a:gd name="connsiteY2" fmla="*/ 1439934 h 1439934"/>
              <a:gd name="connsiteX3" fmla="*/ 0 w 2399890"/>
              <a:gd name="connsiteY3" fmla="*/ 1439934 h 1439934"/>
              <a:gd name="connsiteX4" fmla="*/ 0 w 2399890"/>
              <a:gd name="connsiteY4" fmla="*/ 0 h 1439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9890" h="1439934">
                <a:moveTo>
                  <a:pt x="0" y="0"/>
                </a:moveTo>
                <a:lnTo>
                  <a:pt x="2399890" y="0"/>
                </a:lnTo>
                <a:lnTo>
                  <a:pt x="2399890" y="1439934"/>
                </a:lnTo>
                <a:lnTo>
                  <a:pt x="0" y="1439934"/>
                </a:lnTo>
                <a:lnTo>
                  <a:pt x="0" y="0"/>
                </a:lnTo>
                <a:close/>
              </a:path>
            </a:pathLst>
          </a:custGeom>
          <a:ln>
            <a:solidFill>
              <a:schemeClr val="tx1"/>
            </a:solidFill>
            <a:prstDash val="solid"/>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66040" tIns="66040" rIns="66040" bIns="66040" numCol="1" spcCol="1270" anchor="ctr" anchorCtr="0">
            <a:noAutofit/>
          </a:bodyPr>
          <a:lstStyle/>
          <a:p>
            <a:endParaRPr lang="en-US" sz="1600" dirty="0">
              <a:latin typeface="Amazon Ember Light" panose="020B0403020204020204" pitchFamily="34" charset="0"/>
              <a:ea typeface="Amazon Ember Light" panose="020B0403020204020204" pitchFamily="34" charset="0"/>
              <a:cs typeface="Amazon Ember Light" panose="020B0403020204020204" pitchFamily="34" charset="0"/>
            </a:endParaRPr>
          </a:p>
          <a:p>
            <a:endParaRPr lang="en-US" sz="1600" dirty="0">
              <a:latin typeface="Amazon Ember Light" panose="020B0403020204020204" pitchFamily="34" charset="0"/>
              <a:ea typeface="Amazon Ember Light" panose="020B0403020204020204" pitchFamily="34" charset="0"/>
              <a:cs typeface="Amazon Ember Light" panose="020B0403020204020204" pitchFamily="34" charset="0"/>
            </a:endParaRPr>
          </a:p>
          <a:p>
            <a:r>
              <a:rPr lang="en-US" sz="16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rPr>
              <a:t>AWS Fargate</a:t>
            </a: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 is a technology for deploying and managing containers without having to manage </a:t>
            </a:r>
            <a:r>
              <a:rPr lang="en-US" sz="16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rPr>
              <a:t>any of the underlying infrastructure</a:t>
            </a: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a:t>
            </a:r>
          </a:p>
        </p:txBody>
      </p:sp>
      <p:sp>
        <p:nvSpPr>
          <p:cNvPr id="11" name="Freeform 10"/>
          <p:cNvSpPr/>
          <p:nvPr/>
        </p:nvSpPr>
        <p:spPr>
          <a:xfrm>
            <a:off x="7374157" y="4075542"/>
            <a:ext cx="3199853" cy="1919912"/>
          </a:xfrm>
          <a:custGeom>
            <a:avLst/>
            <a:gdLst>
              <a:gd name="connsiteX0" fmla="*/ 0 w 2399890"/>
              <a:gd name="connsiteY0" fmla="*/ 0 h 1439934"/>
              <a:gd name="connsiteX1" fmla="*/ 2399890 w 2399890"/>
              <a:gd name="connsiteY1" fmla="*/ 0 h 1439934"/>
              <a:gd name="connsiteX2" fmla="*/ 2399890 w 2399890"/>
              <a:gd name="connsiteY2" fmla="*/ 1439934 h 1439934"/>
              <a:gd name="connsiteX3" fmla="*/ 0 w 2399890"/>
              <a:gd name="connsiteY3" fmla="*/ 1439934 h 1439934"/>
              <a:gd name="connsiteX4" fmla="*/ 0 w 2399890"/>
              <a:gd name="connsiteY4" fmla="*/ 0 h 1439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9890" h="1439934">
                <a:moveTo>
                  <a:pt x="0" y="0"/>
                </a:moveTo>
                <a:lnTo>
                  <a:pt x="2399890" y="0"/>
                </a:lnTo>
                <a:lnTo>
                  <a:pt x="2399890" y="1439934"/>
                </a:lnTo>
                <a:lnTo>
                  <a:pt x="0" y="1439934"/>
                </a:lnTo>
                <a:lnTo>
                  <a:pt x="0" y="0"/>
                </a:lnTo>
                <a:close/>
              </a:path>
            </a:pathLst>
          </a:custGeom>
          <a:ln>
            <a:solidFill>
              <a:schemeClr val="tx1"/>
            </a:solidFill>
            <a:prstDash val="solid"/>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66040" tIns="66040" rIns="66040" bIns="66040" numCol="1" spcCol="1270" anchor="ctr" anchorCtr="0">
            <a:noAutofit/>
          </a:bodyPr>
          <a:lstStyle/>
          <a:p>
            <a:endParaRPr lang="en-US" sz="1600"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endParaRPr>
          </a:p>
          <a:p>
            <a:r>
              <a:rPr lang="en-US" sz="1600"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rPr>
              <a:t>Amazon ECR integrates with Amazon ECS but you can also store your container images on Docker Hub.</a:t>
            </a:r>
            <a:endParaRPr lang="en-US" sz="1600"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2" name="TextBox 11"/>
          <p:cNvSpPr txBox="1"/>
          <p:nvPr/>
        </p:nvSpPr>
        <p:spPr>
          <a:xfrm>
            <a:off x="10021867" y="1772912"/>
            <a:ext cx="611065" cy="666786"/>
          </a:xfrm>
          <a:prstGeom prst="rect">
            <a:avLst/>
          </a:prstGeom>
          <a:noFill/>
        </p:spPr>
        <p:txBody>
          <a:bodyPr wrap="none" rtlCol="0">
            <a:spAutoFit/>
          </a:bodyPr>
          <a:lstStyle/>
          <a:p>
            <a:r>
              <a:rPr lang="en-US" sz="3733" dirty="0">
                <a:solidFill>
                  <a:srgbClr val="FF0000"/>
                </a:solidFill>
                <a:latin typeface="Amazon Ember Light" charset="0"/>
                <a:ea typeface="Amazon Ember Light" charset="0"/>
                <a:cs typeface="Amazon Ember Light" charset="0"/>
                <a:sym typeface="Wingdings"/>
              </a:rPr>
              <a:t></a:t>
            </a:r>
            <a:endParaRPr lang="en-US" sz="3733" dirty="0">
              <a:latin typeface="Amazon Ember Light" charset="0"/>
              <a:ea typeface="Amazon Ember Light" charset="0"/>
              <a:cs typeface="Amazon Ember Light" charset="0"/>
            </a:endParaRPr>
          </a:p>
        </p:txBody>
      </p:sp>
      <p:sp>
        <p:nvSpPr>
          <p:cNvPr id="13" name="TextBox 12"/>
          <p:cNvSpPr txBox="1"/>
          <p:nvPr/>
        </p:nvSpPr>
        <p:spPr>
          <a:xfrm>
            <a:off x="6502027" y="1763455"/>
            <a:ext cx="611065" cy="666786"/>
          </a:xfrm>
          <a:prstGeom prst="rect">
            <a:avLst/>
          </a:prstGeom>
          <a:noFill/>
        </p:spPr>
        <p:txBody>
          <a:bodyPr wrap="none" rtlCol="0">
            <a:spAutoFit/>
          </a:bodyPr>
          <a:lstStyle/>
          <a:p>
            <a:r>
              <a:rPr lang="en-US" sz="3733" dirty="0">
                <a:solidFill>
                  <a:srgbClr val="0C9B2E"/>
                </a:solidFill>
                <a:latin typeface="Amazon Ember Light" charset="0"/>
                <a:ea typeface="Amazon Ember Light" charset="0"/>
                <a:cs typeface="Amazon Ember Light" charset="0"/>
                <a:sym typeface="Wingdings"/>
              </a:rPr>
              <a:t></a:t>
            </a:r>
            <a:endParaRPr lang="en-US" sz="3733" dirty="0">
              <a:latin typeface="Amazon Ember Light" charset="0"/>
              <a:ea typeface="Amazon Ember Light" charset="0"/>
              <a:cs typeface="Amazon Ember Light" charset="0"/>
            </a:endParaRPr>
          </a:p>
        </p:txBody>
      </p:sp>
      <p:sp>
        <p:nvSpPr>
          <p:cNvPr id="17" name="TextBox 16"/>
          <p:cNvSpPr txBox="1"/>
          <p:nvPr/>
        </p:nvSpPr>
        <p:spPr>
          <a:xfrm>
            <a:off x="2981668" y="4017968"/>
            <a:ext cx="611065" cy="666786"/>
          </a:xfrm>
          <a:prstGeom prst="rect">
            <a:avLst/>
          </a:prstGeom>
          <a:noFill/>
        </p:spPr>
        <p:txBody>
          <a:bodyPr wrap="none" rtlCol="0">
            <a:spAutoFit/>
          </a:bodyPr>
          <a:lstStyle/>
          <a:p>
            <a:r>
              <a:rPr lang="en-US" sz="3733" dirty="0">
                <a:solidFill>
                  <a:srgbClr val="FF0000"/>
                </a:solidFill>
                <a:latin typeface="Amazon Ember Light" charset="0"/>
                <a:ea typeface="Amazon Ember Light" charset="0"/>
                <a:cs typeface="Amazon Ember Light" charset="0"/>
                <a:sym typeface="Wingdings"/>
              </a:rPr>
              <a:t></a:t>
            </a:r>
            <a:endParaRPr lang="en-US" sz="3733" dirty="0">
              <a:latin typeface="Amazon Ember Light" charset="0"/>
              <a:ea typeface="Amazon Ember Light" charset="0"/>
              <a:cs typeface="Amazon Ember Light" charset="0"/>
            </a:endParaRPr>
          </a:p>
        </p:txBody>
      </p:sp>
      <p:sp>
        <p:nvSpPr>
          <p:cNvPr id="19" name="TextBox 18"/>
          <p:cNvSpPr txBox="1"/>
          <p:nvPr/>
        </p:nvSpPr>
        <p:spPr>
          <a:xfrm>
            <a:off x="10672626" y="1753082"/>
            <a:ext cx="1360348" cy="830997"/>
          </a:xfrm>
          <a:prstGeom prst="rect">
            <a:avLst/>
          </a:prstGeom>
          <a:noFill/>
        </p:spPr>
        <p:txBody>
          <a:bodyPr wrap="square" rtlCol="0">
            <a:spAutoFit/>
          </a:bodyPr>
          <a:lstStyle/>
          <a:p>
            <a:pPr marL="380990" indent="-380990">
              <a:buFont typeface="Wingdings" panose="05000000000000000000" pitchFamily="2" charset="2"/>
              <a:buChar char="q"/>
            </a:pPr>
            <a:r>
              <a:rPr lang="en-US" sz="2400" dirty="0">
                <a:latin typeface="Amazon Ember Light" charset="0"/>
                <a:ea typeface="Amazon Ember Light" charset="0"/>
                <a:cs typeface="Amazon Ember Light" charset="0"/>
              </a:rPr>
              <a:t>True</a:t>
            </a:r>
          </a:p>
          <a:p>
            <a:pPr marL="380990" indent="-380990">
              <a:buFont typeface="Wingdings" panose="05000000000000000000" pitchFamily="2" charset="2"/>
              <a:buChar char="q"/>
            </a:pPr>
            <a:r>
              <a:rPr lang="en-US" sz="2400" dirty="0">
                <a:latin typeface="Amazon Ember Light" charset="0"/>
                <a:ea typeface="Amazon Ember Light" charset="0"/>
                <a:cs typeface="Amazon Ember Light" charset="0"/>
              </a:rPr>
              <a:t>False</a:t>
            </a:r>
          </a:p>
        </p:txBody>
      </p:sp>
      <p:sp>
        <p:nvSpPr>
          <p:cNvPr id="18" name="TextBox 17"/>
          <p:cNvSpPr txBox="1"/>
          <p:nvPr/>
        </p:nvSpPr>
        <p:spPr>
          <a:xfrm>
            <a:off x="6502027" y="4020710"/>
            <a:ext cx="611065" cy="666786"/>
          </a:xfrm>
          <a:prstGeom prst="rect">
            <a:avLst/>
          </a:prstGeom>
          <a:noFill/>
        </p:spPr>
        <p:txBody>
          <a:bodyPr wrap="none" rtlCol="0">
            <a:spAutoFit/>
          </a:bodyPr>
          <a:lstStyle/>
          <a:p>
            <a:r>
              <a:rPr lang="en-US" sz="3733" dirty="0">
                <a:solidFill>
                  <a:srgbClr val="0C9B2E"/>
                </a:solidFill>
                <a:latin typeface="Amazon Ember Light" charset="0"/>
                <a:ea typeface="Amazon Ember Light" charset="0"/>
                <a:cs typeface="Amazon Ember Light" charset="0"/>
                <a:sym typeface="Wingdings"/>
              </a:rPr>
              <a:t></a:t>
            </a:r>
            <a:endParaRPr lang="en-US" sz="3733" dirty="0">
              <a:latin typeface="Amazon Ember Light" charset="0"/>
              <a:ea typeface="Amazon Ember Light" charset="0"/>
              <a:cs typeface="Amazon Ember Light" charset="0"/>
            </a:endParaRPr>
          </a:p>
        </p:txBody>
      </p:sp>
      <p:sp>
        <p:nvSpPr>
          <p:cNvPr id="21" name="TextBox 20"/>
          <p:cNvSpPr txBox="1"/>
          <p:nvPr/>
        </p:nvSpPr>
        <p:spPr>
          <a:xfrm>
            <a:off x="2982187" y="1819512"/>
            <a:ext cx="611065" cy="666786"/>
          </a:xfrm>
          <a:prstGeom prst="rect">
            <a:avLst/>
          </a:prstGeom>
          <a:noFill/>
        </p:spPr>
        <p:txBody>
          <a:bodyPr wrap="none" rtlCol="0">
            <a:spAutoFit/>
          </a:bodyPr>
          <a:lstStyle/>
          <a:p>
            <a:r>
              <a:rPr lang="en-US" sz="3733" dirty="0">
                <a:solidFill>
                  <a:srgbClr val="0C9B2E"/>
                </a:solidFill>
                <a:latin typeface="Amazon Ember Light" charset="0"/>
                <a:ea typeface="Amazon Ember Light" charset="0"/>
                <a:cs typeface="Amazon Ember Light" charset="0"/>
                <a:sym typeface="Wingdings"/>
              </a:rPr>
              <a:t></a:t>
            </a:r>
            <a:endParaRPr lang="en-US" sz="3733" dirty="0">
              <a:latin typeface="Amazon Ember Light" charset="0"/>
              <a:ea typeface="Amazon Ember Light" charset="0"/>
              <a:cs typeface="Amazon Ember Light" charset="0"/>
            </a:endParaRPr>
          </a:p>
        </p:txBody>
      </p:sp>
      <p:sp>
        <p:nvSpPr>
          <p:cNvPr id="23" name="TextBox 22"/>
          <p:cNvSpPr txBox="1"/>
          <p:nvPr/>
        </p:nvSpPr>
        <p:spPr>
          <a:xfrm>
            <a:off x="10002701" y="4039628"/>
            <a:ext cx="611065" cy="666786"/>
          </a:xfrm>
          <a:prstGeom prst="rect">
            <a:avLst/>
          </a:prstGeom>
          <a:noFill/>
        </p:spPr>
        <p:txBody>
          <a:bodyPr wrap="none" rtlCol="0">
            <a:spAutoFit/>
          </a:bodyPr>
          <a:lstStyle/>
          <a:p>
            <a:r>
              <a:rPr lang="en-US" sz="3733" dirty="0">
                <a:solidFill>
                  <a:srgbClr val="0C9B2E"/>
                </a:solidFill>
                <a:latin typeface="Amazon Ember Light" charset="0"/>
                <a:ea typeface="Amazon Ember Light" charset="0"/>
                <a:cs typeface="Amazon Ember Light" charset="0"/>
                <a:sym typeface="Wingdings"/>
              </a:rPr>
              <a:t></a:t>
            </a:r>
            <a:endParaRPr lang="en-US" sz="3733" dirty="0">
              <a:latin typeface="Amazon Ember Light" charset="0"/>
              <a:ea typeface="Amazon Ember Light" charset="0"/>
              <a:cs typeface="Amazon Ember Light" charset="0"/>
            </a:endParaRPr>
          </a:p>
        </p:txBody>
      </p:sp>
      <p:sp>
        <p:nvSpPr>
          <p:cNvPr id="3" name="Footer Placeholder 2"/>
          <p:cNvSpPr>
            <a:spLocks noGrp="1"/>
          </p:cNvSpPr>
          <p:nvPr>
            <p:ph type="ftr" sz="quarter" idx="3"/>
          </p:nvPr>
        </p:nvSpPr>
        <p:spPr/>
        <p:txBody>
          <a:bodyPr/>
          <a:lstStyle/>
          <a:p>
            <a:r>
              <a:rPr lang="en-US"/>
              <a:t>© 2020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3490504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7" grpId="0"/>
      <p:bldP spid="18" grpId="0"/>
      <p:bldP spid="21" grpId="0"/>
      <p:bldP spid="23"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Lab 6: Working with</a:t>
            </a:r>
            <a:br>
              <a:rPr lang="en-US" dirty="0"/>
            </a:br>
            <a:r>
              <a:rPr lang="en-US" dirty="0"/>
              <a:t>Docker </a:t>
            </a:r>
            <a:r>
              <a:rPr lang="en-US" dirty="0">
                <a:solidFill>
                  <a:srgbClr val="FFFFFF"/>
                </a:solidFill>
              </a:rPr>
              <a:t>containers</a:t>
            </a:r>
            <a:endParaRPr lang="en-US" dirty="0">
              <a:solidFill>
                <a:srgbClr val="FFFFFF"/>
              </a:solidFill>
              <a:latin typeface="Amazon Ember Light" panose="020B0403020204020204"/>
            </a:endParaRPr>
          </a:p>
        </p:txBody>
      </p:sp>
      <p:sp>
        <p:nvSpPr>
          <p:cNvPr id="3" name="Slide Number Placeholder 2"/>
          <p:cNvSpPr>
            <a:spLocks noGrp="1"/>
          </p:cNvSpPr>
          <p:nvPr>
            <p:ph type="sldNum" sz="quarter" idx="4294967295"/>
          </p:nvPr>
        </p:nvSpPr>
        <p:spPr>
          <a:xfrm>
            <a:off x="9448800" y="6356350"/>
            <a:ext cx="2743200" cy="365125"/>
          </a:xfrm>
        </p:spPr>
        <p:txBody>
          <a:bodyPr/>
          <a:lstStyle/>
          <a:p>
            <a:fld id="{9FC43BFD-8FF7-A343-A8A6-E2338FCE8046}" type="slidenum">
              <a:rPr lang="en-US" smtClean="0"/>
              <a:pPr/>
              <a:t>33</a:t>
            </a:fld>
            <a:endParaRPr lang="en-US" dirty="0"/>
          </a:p>
        </p:txBody>
      </p:sp>
      <p:sp>
        <p:nvSpPr>
          <p:cNvPr id="5" name="Footer Placeholder 4"/>
          <p:cNvSpPr>
            <a:spLocks noGrp="1"/>
          </p:cNvSpPr>
          <p:nvPr>
            <p:ph type="ftr" sz="quarter" idx="3"/>
          </p:nvPr>
        </p:nvSpPr>
        <p:spPr/>
        <p:txBody>
          <a:bodyPr/>
          <a:lstStyle/>
          <a:p>
            <a:r>
              <a:rPr lang="en-US"/>
              <a:t>© 2020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208778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p:cNvPicPr>
            <a:picLocks noChangeAspect="1"/>
          </p:cNvPicPr>
          <p:nvPr/>
        </p:nvPicPr>
        <p:blipFill>
          <a:blip r:embed="rId4"/>
          <a:stretch>
            <a:fillRect/>
          </a:stretch>
        </p:blipFill>
        <p:spPr>
          <a:xfrm>
            <a:off x="5386263" y="1254588"/>
            <a:ext cx="1152145" cy="914400"/>
          </a:xfrm>
          <a:prstGeom prst="rect">
            <a:avLst/>
          </a:prstGeom>
        </p:spPr>
      </p:pic>
      <p:sp>
        <p:nvSpPr>
          <p:cNvPr id="2" name="Title 1"/>
          <p:cNvSpPr>
            <a:spLocks noGrp="1"/>
          </p:cNvSpPr>
          <p:nvPr>
            <p:ph type="title"/>
          </p:nvPr>
        </p:nvSpPr>
        <p:spPr/>
        <p:txBody>
          <a:bodyPr/>
          <a:lstStyle/>
          <a:p>
            <a:r>
              <a:rPr lang="en-US" dirty="0"/>
              <a:t>Lab overview</a:t>
            </a:r>
          </a:p>
        </p:txBody>
      </p:sp>
      <p:sp>
        <p:nvSpPr>
          <p:cNvPr id="4" name="Slide Number Placeholder 3"/>
          <p:cNvSpPr>
            <a:spLocks noGrp="1"/>
          </p:cNvSpPr>
          <p:nvPr>
            <p:ph type="sldNum" sz="quarter" idx="12"/>
          </p:nvPr>
        </p:nvSpPr>
        <p:spPr/>
        <p:txBody>
          <a:bodyPr/>
          <a:lstStyle/>
          <a:p>
            <a:fld id="{9FC43BFD-8FF7-A343-A8A6-E2338FCE8046}" type="slidenum">
              <a:rPr lang="en-US" smtClean="0"/>
              <a:pPr/>
              <a:t>34</a:t>
            </a:fld>
            <a:endParaRPr lang="en-US" dirty="0"/>
          </a:p>
        </p:txBody>
      </p:sp>
      <p:sp>
        <p:nvSpPr>
          <p:cNvPr id="5" name="TextBox 4"/>
          <p:cNvSpPr txBox="1"/>
          <p:nvPr/>
        </p:nvSpPr>
        <p:spPr>
          <a:xfrm>
            <a:off x="11038912" y="5541436"/>
            <a:ext cx="1092336" cy="553998"/>
          </a:xfrm>
          <a:prstGeom prst="rect">
            <a:avLst/>
          </a:prstGeom>
          <a:noFill/>
        </p:spPr>
        <p:txBody>
          <a:bodyPr wrap="square" lIns="0" tIns="0" rIns="0" bIns="0" rtlCol="0">
            <a:spAutoFit/>
          </a:bodyPr>
          <a:lstStyle/>
          <a:p>
            <a:pPr algn="ctr"/>
            <a:r>
              <a:rPr lang="en-US" dirty="0">
                <a:latin typeface="Amazon Ember Light" panose="020B0403020204020204" pitchFamily="34" charset="0"/>
                <a:ea typeface="Amazon Ember Light" panose="020B0403020204020204" pitchFamily="34" charset="0"/>
                <a:cs typeface="Amazon Ember Light" panose="020B0403020204020204" pitchFamily="34" charset="0"/>
              </a:rPr>
              <a:t>Duration</a:t>
            </a:r>
          </a:p>
          <a:p>
            <a:pPr algn="ctr"/>
            <a:r>
              <a:rPr lang="en-US" dirty="0">
                <a:latin typeface="Amazon Ember Light" panose="020B0403020204020204" pitchFamily="34" charset="0"/>
                <a:ea typeface="Amazon Ember Light" panose="020B0403020204020204" pitchFamily="34" charset="0"/>
                <a:cs typeface="Amazon Ember Light" panose="020B0403020204020204" pitchFamily="34" charset="0"/>
              </a:rPr>
              <a:t>45 mins.</a:t>
            </a:r>
          </a:p>
        </p:txBody>
      </p:sp>
      <p:pic>
        <p:nvPicPr>
          <p:cNvPr id="6" name="Picture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124203" y="5208696"/>
            <a:ext cx="1138113" cy="1132693"/>
          </a:xfrm>
          <a:prstGeom prst="rect">
            <a:avLst/>
          </a:prstGeom>
        </p:spPr>
      </p:pic>
      <p:sp>
        <p:nvSpPr>
          <p:cNvPr id="7" name="Footer Placeholder 6"/>
          <p:cNvSpPr>
            <a:spLocks noGrp="1"/>
          </p:cNvSpPr>
          <p:nvPr>
            <p:ph type="ftr" sz="quarter" idx="3"/>
          </p:nvPr>
        </p:nvSpPr>
        <p:spPr/>
        <p:txBody>
          <a:bodyPr/>
          <a:lstStyle/>
          <a:p>
            <a:r>
              <a:rPr lang="en-US"/>
              <a:t>© 2020 Amazon Web Services, Inc. or its Affiliates. All rights reserved.</a:t>
            </a:r>
            <a:endParaRPr lang="en-US" dirty="0"/>
          </a:p>
        </p:txBody>
      </p:sp>
      <p:pic>
        <p:nvPicPr>
          <p:cNvPr id="8" name="Graphic 31">
            <a:extLst>
              <a:ext uri="{FF2B5EF4-FFF2-40B4-BE49-F238E27FC236}">
                <a16:creationId xmlns:a16="http://schemas.microsoft.com/office/drawing/2014/main" id="{AC534468-329D-AA40-A040-6D28667218D2}"/>
              </a:ext>
            </a:extLst>
          </p:cNvPr>
          <p:cNvPicPr>
            <a:picLocks noChangeAspect="1"/>
          </p:cNvPicPr>
          <p:nvPr/>
        </p:nvPicPr>
        <p:blipFill>
          <a:blip r:embed="rId6"/>
          <a:stretch>
            <a:fillRect/>
          </a:stretch>
        </p:blipFill>
        <p:spPr>
          <a:xfrm>
            <a:off x="2141917" y="2555575"/>
            <a:ext cx="330200" cy="330200"/>
          </a:xfrm>
          <a:prstGeom prst="rect">
            <a:avLst/>
          </a:prstGeom>
        </p:spPr>
      </p:pic>
      <p:sp>
        <p:nvSpPr>
          <p:cNvPr id="9" name="Rectangle 8">
            <a:extLst>
              <a:ext uri="{FF2B5EF4-FFF2-40B4-BE49-F238E27FC236}">
                <a16:creationId xmlns:a16="http://schemas.microsoft.com/office/drawing/2014/main" id="{F29C4BBD-6802-E541-B0CA-03BF9C3751F0}"/>
              </a:ext>
            </a:extLst>
          </p:cNvPr>
          <p:cNvSpPr/>
          <p:nvPr/>
        </p:nvSpPr>
        <p:spPr>
          <a:xfrm>
            <a:off x="2141917" y="2550006"/>
            <a:ext cx="7913884" cy="2191280"/>
          </a:xfrm>
          <a:prstGeom prst="rect">
            <a:avLst/>
          </a:prstGeom>
          <a:noFill/>
          <a:ln w="12700">
            <a:solidFill>
              <a:srgbClr val="D8661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sz="1600" dirty="0">
                <a:ln w="0"/>
                <a:solidFill>
                  <a:srgbClr val="D86613"/>
                </a:solidFill>
              </a:rPr>
              <a:t>EC2 instance</a:t>
            </a:r>
          </a:p>
        </p:txBody>
      </p:sp>
      <p:sp>
        <p:nvSpPr>
          <p:cNvPr id="11" name="Rectangle 10">
            <a:extLst>
              <a:ext uri="{FF2B5EF4-FFF2-40B4-BE49-F238E27FC236}">
                <a16:creationId xmlns:a16="http://schemas.microsoft.com/office/drawing/2014/main" id="{CE7F7081-419C-2E4F-A999-2923C4338FC0}"/>
              </a:ext>
            </a:extLst>
          </p:cNvPr>
          <p:cNvSpPr/>
          <p:nvPr/>
        </p:nvSpPr>
        <p:spPr>
          <a:xfrm>
            <a:off x="2016530" y="2106824"/>
            <a:ext cx="8211584" cy="3883654"/>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sz="1200" dirty="0">
                <a:solidFill>
                  <a:sysClr val="windowText" lastClr="000000"/>
                </a:solidFill>
              </a:rPr>
              <a:t>AWS Cloud</a:t>
            </a:r>
          </a:p>
        </p:txBody>
      </p:sp>
      <p:pic>
        <p:nvPicPr>
          <p:cNvPr id="12" name="Graphic 11">
            <a:extLst>
              <a:ext uri="{FF2B5EF4-FFF2-40B4-BE49-F238E27FC236}">
                <a16:creationId xmlns:a16="http://schemas.microsoft.com/office/drawing/2014/main" id="{CE52C9D7-11B0-9E41-AB16-2C9849C3ECBE}"/>
              </a:ext>
            </a:extLst>
          </p:cNvPr>
          <p:cNvPicPr>
            <a:picLocks noChangeAspect="1"/>
          </p:cNvPicPr>
          <p:nvPr/>
        </p:nvPicPr>
        <p:blipFill>
          <a:blip r:embed="rId7"/>
          <a:stretch>
            <a:fillRect/>
          </a:stretch>
        </p:blipFill>
        <p:spPr>
          <a:xfrm>
            <a:off x="2016529" y="2106824"/>
            <a:ext cx="330200" cy="330200"/>
          </a:xfrm>
          <a:prstGeom prst="rect">
            <a:avLst/>
          </a:prstGeom>
        </p:spPr>
      </p:pic>
      <p:sp>
        <p:nvSpPr>
          <p:cNvPr id="19" name="TextBox 18"/>
          <p:cNvSpPr txBox="1"/>
          <p:nvPr/>
        </p:nvSpPr>
        <p:spPr>
          <a:xfrm>
            <a:off x="6631425" y="1463763"/>
            <a:ext cx="963725" cy="400110"/>
          </a:xfrm>
          <a:prstGeom prst="rect">
            <a:avLst/>
          </a:prstGeom>
          <a:noFill/>
        </p:spPr>
        <p:txBody>
          <a:bodyPr wrap="none" rtlCol="0">
            <a:spAutoFit/>
          </a:bodyPr>
          <a:lstStyle/>
          <a:p>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Docker</a:t>
            </a:r>
          </a:p>
        </p:txBody>
      </p:sp>
      <p:grpSp>
        <p:nvGrpSpPr>
          <p:cNvPr id="25" name="Group 24"/>
          <p:cNvGrpSpPr/>
          <p:nvPr/>
        </p:nvGrpSpPr>
        <p:grpSpPr>
          <a:xfrm>
            <a:off x="5136280" y="2833724"/>
            <a:ext cx="1728217" cy="1536605"/>
            <a:chOff x="4110180" y="3020762"/>
            <a:chExt cx="1728217" cy="1536605"/>
          </a:xfrm>
        </p:grpSpPr>
        <p:pic>
          <p:nvPicPr>
            <p:cNvPr id="14" name="Picture 13"/>
            <p:cNvPicPr>
              <a:picLocks noChangeAspect="1"/>
            </p:cNvPicPr>
            <p:nvPr/>
          </p:nvPicPr>
          <p:blipFill>
            <a:blip r:embed="rId4"/>
            <a:stretch>
              <a:fillRect/>
            </a:stretch>
          </p:blipFill>
          <p:spPr>
            <a:xfrm>
              <a:off x="4110180" y="3020762"/>
              <a:ext cx="1728217" cy="1371600"/>
            </a:xfrm>
            <a:prstGeom prst="rect">
              <a:avLst/>
            </a:prstGeom>
          </p:spPr>
        </p:pic>
        <p:sp>
          <p:nvSpPr>
            <p:cNvPr id="20" name="TextBox 19"/>
            <p:cNvSpPr txBox="1"/>
            <p:nvPr/>
          </p:nvSpPr>
          <p:spPr>
            <a:xfrm>
              <a:off x="4114117" y="4157257"/>
              <a:ext cx="1720343" cy="400110"/>
            </a:xfrm>
            <a:prstGeom prst="rect">
              <a:avLst/>
            </a:prstGeom>
            <a:noFill/>
          </p:spPr>
          <p:txBody>
            <a:bodyPr wrap="none" rtlCol="0">
              <a:spAutoFit/>
            </a:bodyPr>
            <a:lstStyle/>
            <a:p>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Docker image</a:t>
              </a:r>
            </a:p>
          </p:txBody>
        </p:sp>
      </p:grpSp>
      <p:grpSp>
        <p:nvGrpSpPr>
          <p:cNvPr id="26" name="Group 25"/>
          <p:cNvGrpSpPr/>
          <p:nvPr/>
        </p:nvGrpSpPr>
        <p:grpSpPr>
          <a:xfrm>
            <a:off x="7572056" y="2833724"/>
            <a:ext cx="2239716" cy="1844381"/>
            <a:chOff x="6545956" y="3020762"/>
            <a:chExt cx="2239716" cy="1844381"/>
          </a:xfrm>
        </p:grpSpPr>
        <p:pic>
          <p:nvPicPr>
            <p:cNvPr id="10" name="Graphic 13">
              <a:extLst>
                <a:ext uri="{FF2B5EF4-FFF2-40B4-BE49-F238E27FC236}">
                  <a16:creationId xmlns:a16="http://schemas.microsoft.com/office/drawing/2014/main" id="{8ED914EA-8278-5449-B046-F8859FA607C7}"/>
                </a:ext>
              </a:extLst>
            </p:cNvPr>
            <p:cNvPicPr>
              <a:picLocks noChangeAspect="1"/>
            </p:cNvPicPr>
            <p:nvPr/>
          </p:nvPicPr>
          <p:blipFill>
            <a:blip r:embed="rId8"/>
            <a:stretch>
              <a:fillRect/>
            </a:stretch>
          </p:blipFill>
          <p:spPr>
            <a:xfrm>
              <a:off x="6980014" y="3020762"/>
              <a:ext cx="1371600" cy="1371600"/>
            </a:xfrm>
            <a:prstGeom prst="rect">
              <a:avLst/>
            </a:prstGeom>
            <a:solidFill>
              <a:schemeClr val="bg1"/>
            </a:solidFill>
          </p:spPr>
        </p:pic>
        <p:sp>
          <p:nvSpPr>
            <p:cNvPr id="21" name="TextBox 20"/>
            <p:cNvSpPr txBox="1"/>
            <p:nvPr/>
          </p:nvSpPr>
          <p:spPr>
            <a:xfrm>
              <a:off x="6545956" y="4157257"/>
              <a:ext cx="2239716" cy="707886"/>
            </a:xfrm>
            <a:prstGeom prst="rect">
              <a:avLst/>
            </a:prstGeom>
            <a:noFill/>
          </p:spPr>
          <p:txBody>
            <a:bodyPr wrap="none" rtlCol="0">
              <a:spAutoFit/>
            </a:bodyPr>
            <a:lstStyle/>
            <a:p>
              <a:pPr algn="ct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Running container</a:t>
              </a:r>
              <a:b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b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(testing)</a:t>
              </a:r>
            </a:p>
          </p:txBody>
        </p:sp>
      </p:grpSp>
      <p:grpSp>
        <p:nvGrpSpPr>
          <p:cNvPr id="24" name="Group 23"/>
          <p:cNvGrpSpPr/>
          <p:nvPr/>
        </p:nvGrpSpPr>
        <p:grpSpPr>
          <a:xfrm>
            <a:off x="2884925" y="2833724"/>
            <a:ext cx="1371600" cy="1536605"/>
            <a:chOff x="1858825" y="3020762"/>
            <a:chExt cx="1371600" cy="1536605"/>
          </a:xfrm>
        </p:grpSpPr>
        <p:pic>
          <p:nvPicPr>
            <p:cNvPr id="13" name="Picture 12"/>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858825" y="3020762"/>
              <a:ext cx="1371600" cy="1371600"/>
            </a:xfrm>
            <a:prstGeom prst="rect">
              <a:avLst/>
            </a:prstGeom>
          </p:spPr>
        </p:pic>
        <p:sp>
          <p:nvSpPr>
            <p:cNvPr id="22" name="TextBox 21"/>
            <p:cNvSpPr txBox="1"/>
            <p:nvPr/>
          </p:nvSpPr>
          <p:spPr>
            <a:xfrm>
              <a:off x="1891241" y="4157257"/>
              <a:ext cx="1306768" cy="400110"/>
            </a:xfrm>
            <a:prstGeom prst="rect">
              <a:avLst/>
            </a:prstGeom>
            <a:noFill/>
          </p:spPr>
          <p:txBody>
            <a:bodyPr wrap="none" rtlCol="0">
              <a:spAutoFit/>
            </a:bodyPr>
            <a:lstStyle/>
            <a:p>
              <a:r>
                <a:rPr lang="en-US" sz="2000" dirty="0" err="1">
                  <a:latin typeface="Amazon Ember Light" panose="020B0403020204020204" pitchFamily="34" charset="0"/>
                  <a:ea typeface="Amazon Ember Light" panose="020B0403020204020204" pitchFamily="34" charset="0"/>
                  <a:cs typeface="Amazon Ember Light" panose="020B0403020204020204" pitchFamily="34" charset="0"/>
                </a:rPr>
                <a:t>Dockerfile</a:t>
              </a:r>
              <a:endParaRPr lang="en-US" sz="2000"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grpSp>
      <p:cxnSp>
        <p:nvCxnSpPr>
          <p:cNvPr id="27" name="Straight Arrow Connector 26">
            <a:extLst>
              <a:ext uri="{FF2B5EF4-FFF2-40B4-BE49-F238E27FC236}">
                <a16:creationId xmlns:a16="http://schemas.microsoft.com/office/drawing/2014/main" id="{6469C46C-048C-4572-8073-FC9A87657C1B}"/>
              </a:ext>
            </a:extLst>
          </p:cNvPr>
          <p:cNvCxnSpPr>
            <a:cxnSpLocks/>
            <a:endCxn id="14" idx="1"/>
          </p:cNvCxnSpPr>
          <p:nvPr/>
        </p:nvCxnSpPr>
        <p:spPr>
          <a:xfrm flipV="1">
            <a:off x="3994663" y="3519524"/>
            <a:ext cx="1141617" cy="1"/>
          </a:xfrm>
          <a:prstGeom prst="straightConnector1">
            <a:avLst/>
          </a:prstGeom>
          <a:ln w="12700">
            <a:solidFill>
              <a:schemeClr val="tx1"/>
            </a:solidFill>
            <a:prstDash val="solid"/>
            <a:headEnd type="none"/>
            <a:tailEnd type="arrow" w="med" len="sm"/>
          </a:ln>
          <a:effectLst/>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6469C46C-048C-4572-8073-FC9A87657C1B}"/>
              </a:ext>
            </a:extLst>
          </p:cNvPr>
          <p:cNvCxnSpPr>
            <a:cxnSpLocks/>
          </p:cNvCxnSpPr>
          <p:nvPr/>
        </p:nvCxnSpPr>
        <p:spPr>
          <a:xfrm flipV="1">
            <a:off x="6973132" y="3519525"/>
            <a:ext cx="1037834" cy="1"/>
          </a:xfrm>
          <a:prstGeom prst="straightConnector1">
            <a:avLst/>
          </a:prstGeom>
          <a:ln w="12700">
            <a:solidFill>
              <a:schemeClr val="tx1"/>
            </a:solidFill>
            <a:prstDash val="solid"/>
            <a:headEnd type="none"/>
            <a:tailEnd type="arrow" w="med" len="sm"/>
          </a:ln>
          <a:effectLst/>
        </p:spPr>
        <p:style>
          <a:lnRef idx="2">
            <a:schemeClr val="accent1"/>
          </a:lnRef>
          <a:fillRef idx="0">
            <a:schemeClr val="accent1"/>
          </a:fillRef>
          <a:effectRef idx="1">
            <a:schemeClr val="accent1"/>
          </a:effectRef>
          <a:fontRef idx="minor">
            <a:schemeClr val="tx1"/>
          </a:fontRef>
        </p:style>
      </p:cxnSp>
    </p:spTree>
    <p:custDataLst>
      <p:tags r:id="rId1"/>
    </p:custDataLst>
    <p:extLst>
      <p:ext uri="{BB962C8B-B14F-4D97-AF65-F5344CB8AC3E}">
        <p14:creationId xmlns:p14="http://schemas.microsoft.com/office/powerpoint/2010/main" val="40182228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2B093E-1CBA-484F-9539-2DD13929A851}"/>
              </a:ext>
            </a:extLst>
          </p:cNvPr>
          <p:cNvSpPr>
            <a:spLocks noGrp="1"/>
          </p:cNvSpPr>
          <p:nvPr>
            <p:ph type="title"/>
          </p:nvPr>
        </p:nvSpPr>
        <p:spPr/>
        <p:txBody>
          <a:bodyPr/>
          <a:lstStyle/>
          <a:p>
            <a:r>
              <a:rPr lang="en-CA" dirty="0"/>
              <a:t>Lab follow-up</a:t>
            </a:r>
          </a:p>
        </p:txBody>
      </p:sp>
      <p:sp>
        <p:nvSpPr>
          <p:cNvPr id="3" name="Content Placeholder 2">
            <a:extLst>
              <a:ext uri="{FF2B5EF4-FFF2-40B4-BE49-F238E27FC236}">
                <a16:creationId xmlns:a16="http://schemas.microsoft.com/office/drawing/2014/main" id="{8A8F53EC-0B4D-4815-81D6-F50F88C4FA24}"/>
              </a:ext>
            </a:extLst>
          </p:cNvPr>
          <p:cNvSpPr>
            <a:spLocks noGrp="1"/>
          </p:cNvSpPr>
          <p:nvPr>
            <p:ph idx="1"/>
          </p:nvPr>
        </p:nvSpPr>
        <p:spPr/>
        <p:txBody>
          <a:bodyPr/>
          <a:lstStyle/>
          <a:p>
            <a:r>
              <a:rPr lang="en-CA" dirty="0"/>
              <a:t> What did you do?</a:t>
            </a:r>
          </a:p>
          <a:p>
            <a:endParaRPr lang="en-CA" dirty="0"/>
          </a:p>
          <a:p>
            <a:r>
              <a:rPr lang="en-CA" dirty="0"/>
              <a:t> Did you connect by using AWS </a:t>
            </a:r>
            <a:r>
              <a:rPr lang="en-CA" dirty="0">
                <a:solidFill>
                  <a:srgbClr val="000000"/>
                </a:solidFill>
              </a:rPr>
              <a:t>Cloud9</a:t>
            </a:r>
            <a:r>
              <a:rPr lang="en-CA" dirty="0"/>
              <a:t>?</a:t>
            </a:r>
          </a:p>
        </p:txBody>
      </p:sp>
      <p:sp>
        <p:nvSpPr>
          <p:cNvPr id="4" name="Slide Number Placeholder 3">
            <a:extLst>
              <a:ext uri="{FF2B5EF4-FFF2-40B4-BE49-F238E27FC236}">
                <a16:creationId xmlns:a16="http://schemas.microsoft.com/office/drawing/2014/main" id="{17C247BD-CBD3-4DE9-9A47-83B684044820}"/>
              </a:ext>
            </a:extLst>
          </p:cNvPr>
          <p:cNvSpPr>
            <a:spLocks noGrp="1"/>
          </p:cNvSpPr>
          <p:nvPr>
            <p:ph type="sldNum" sz="quarter" idx="12"/>
          </p:nvPr>
        </p:nvSpPr>
        <p:spPr/>
        <p:txBody>
          <a:bodyPr/>
          <a:lstStyle/>
          <a:p>
            <a:fld id="{9FC43BFD-8FF7-A343-A8A6-E2338FCE8046}" type="slidenum">
              <a:rPr lang="en-US" smtClean="0"/>
              <a:pPr/>
              <a:t>35</a:t>
            </a:fld>
            <a:endParaRPr lang="en-US" dirty="0"/>
          </a:p>
        </p:txBody>
      </p:sp>
      <p:sp>
        <p:nvSpPr>
          <p:cNvPr id="5" name="Footer Placeholder 4"/>
          <p:cNvSpPr>
            <a:spLocks noGrp="1"/>
          </p:cNvSpPr>
          <p:nvPr>
            <p:ph type="ftr" sz="quarter" idx="3"/>
          </p:nvPr>
        </p:nvSpPr>
        <p:spPr/>
        <p:txBody>
          <a:bodyPr/>
          <a:lstStyle/>
          <a:p>
            <a:r>
              <a:rPr lang="en-US"/>
              <a:t>© 2020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130729965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latin typeface="Amazon Ember Light" charset="0"/>
                <a:ea typeface="Amazon Ember Light" charset="0"/>
                <a:cs typeface="Amazon Ember Light" charset="0"/>
              </a:rPr>
              <a:t>Thank you</a:t>
            </a:r>
          </a:p>
        </p:txBody>
      </p:sp>
    </p:spTree>
    <p:custDataLst>
      <p:tags r:id="rId1"/>
    </p:custDataLst>
    <p:extLst>
      <p:ext uri="{BB962C8B-B14F-4D97-AF65-F5344CB8AC3E}">
        <p14:creationId xmlns:p14="http://schemas.microsoft.com/office/powerpoint/2010/main" val="392053063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Appendix</a:t>
            </a:r>
          </a:p>
        </p:txBody>
      </p:sp>
      <p:sp>
        <p:nvSpPr>
          <p:cNvPr id="3" name="Slide Number Placeholder 2"/>
          <p:cNvSpPr>
            <a:spLocks noGrp="1"/>
          </p:cNvSpPr>
          <p:nvPr>
            <p:ph type="sldNum" sz="quarter" idx="4294967295"/>
          </p:nvPr>
        </p:nvSpPr>
        <p:spPr>
          <a:xfrm>
            <a:off x="9448800" y="6356350"/>
            <a:ext cx="2743200" cy="365125"/>
          </a:xfrm>
        </p:spPr>
        <p:txBody>
          <a:bodyPr/>
          <a:lstStyle/>
          <a:p>
            <a:fld id="{9FC43BFD-8FF7-A343-A8A6-E2338FCE8046}" type="slidenum">
              <a:rPr lang="en-US" smtClean="0"/>
              <a:pPr/>
              <a:t>37</a:t>
            </a:fld>
            <a:endParaRPr lang="en-US" dirty="0"/>
          </a:p>
        </p:txBody>
      </p:sp>
      <p:sp>
        <p:nvSpPr>
          <p:cNvPr id="5" name="Footer Placeholder 4"/>
          <p:cNvSpPr>
            <a:spLocks noGrp="1"/>
          </p:cNvSpPr>
          <p:nvPr>
            <p:ph type="ftr" sz="quarter" idx="3"/>
          </p:nvPr>
        </p:nvSpPr>
        <p:spPr/>
        <p:txBody>
          <a:bodyPr/>
          <a:lstStyle/>
          <a:p>
            <a:r>
              <a:rPr lang="en-US"/>
              <a:t>© 2020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379365866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Dockerfile</a:t>
            </a:r>
            <a:r>
              <a:rPr lang="en-US" dirty="0"/>
              <a:t> </a:t>
            </a:r>
            <a:r>
              <a:rPr lang="en-US" dirty="0">
                <a:solidFill>
                  <a:srgbClr val="FFFFFF"/>
                </a:solidFill>
              </a:rPr>
              <a:t>best practices</a:t>
            </a:r>
            <a:endParaRPr lang="en-US" dirty="0">
              <a:solidFill>
                <a:srgbClr val="FFFFFF"/>
              </a:solidFill>
              <a:latin typeface="Amazon Ember Light" panose="020B0403020204020204"/>
            </a:endParaRPr>
          </a:p>
        </p:txBody>
      </p:sp>
      <p:sp>
        <p:nvSpPr>
          <p:cNvPr id="3" name="Content Placeholder 2"/>
          <p:cNvSpPr>
            <a:spLocks noGrp="1"/>
          </p:cNvSpPr>
          <p:nvPr>
            <p:ph idx="1"/>
          </p:nvPr>
        </p:nvSpPr>
        <p:spPr/>
        <p:txBody>
          <a:bodyPr/>
          <a:lstStyle/>
          <a:p>
            <a:r>
              <a:rPr lang="en-US" dirty="0"/>
              <a:t> Reduce build image sizes and number of layers.</a:t>
            </a:r>
          </a:p>
          <a:p>
            <a:r>
              <a:rPr lang="en-US" dirty="0"/>
              <a:t> Only bring what you need at runtime.</a:t>
            </a:r>
          </a:p>
          <a:p>
            <a:r>
              <a:rPr lang="en-US"/>
              <a:t> </a:t>
            </a:r>
            <a:r>
              <a:rPr lang="en-US">
                <a:solidFill>
                  <a:srgbClr val="000000"/>
                </a:solidFill>
              </a:rPr>
              <a:t>Always</a:t>
            </a:r>
            <a:r>
              <a:rPr lang="en-US"/>
              <a:t> </a:t>
            </a:r>
            <a:r>
              <a:rPr lang="en-US" dirty="0"/>
              <a:t>tag each build with any of these schemes:</a:t>
            </a:r>
          </a:p>
          <a:p>
            <a:pPr lvl="1"/>
            <a:r>
              <a:rPr lang="en-US" sz="2267" dirty="0"/>
              <a:t> </a:t>
            </a:r>
            <a:r>
              <a:rPr lang="en-US" dirty="0"/>
              <a:t>Semantic version (</a:t>
            </a:r>
            <a:r>
              <a:rPr lang="en-US" dirty="0">
                <a:solidFill>
                  <a:srgbClr val="000000"/>
                </a:solidFill>
              </a:rPr>
              <a:t>i.e.,</a:t>
            </a:r>
            <a:r>
              <a:rPr lang="en-US" dirty="0"/>
              <a:t> “1.3.2-9”)</a:t>
            </a:r>
          </a:p>
          <a:p>
            <a:pPr lvl="1"/>
            <a:r>
              <a:rPr lang="en-US" dirty="0"/>
              <a:t> Git SHA (</a:t>
            </a:r>
            <a:r>
              <a:rPr lang="en-US" dirty="0">
                <a:solidFill>
                  <a:srgbClr val="000000"/>
                </a:solidFill>
              </a:rPr>
              <a:t>i.e</a:t>
            </a:r>
            <a:r>
              <a:rPr lang="en-US">
                <a:solidFill>
                  <a:srgbClr val="000000"/>
                </a:solidFill>
              </a:rPr>
              <a:t>.,</a:t>
            </a:r>
            <a:r>
              <a:rPr lang="en-US"/>
              <a:t> “</a:t>
            </a:r>
            <a:r>
              <a:rPr lang="en-US">
                <a:solidFill>
                  <a:srgbClr val="000000"/>
                </a:solidFill>
              </a:rPr>
              <a:t>aebcbca</a:t>
            </a:r>
            <a:r>
              <a:rPr lang="en-US"/>
              <a:t>”)</a:t>
            </a:r>
            <a:endParaRPr lang="en-US" dirty="0"/>
          </a:p>
          <a:p>
            <a:pPr lvl="1"/>
            <a:r>
              <a:rPr lang="en-US" dirty="0"/>
              <a:t> Build Number (</a:t>
            </a:r>
            <a:r>
              <a:rPr lang="en-US" dirty="0">
                <a:solidFill>
                  <a:srgbClr val="000000"/>
                </a:solidFill>
              </a:rPr>
              <a:t>i.e.,</a:t>
            </a:r>
            <a:r>
              <a:rPr lang="en-US" dirty="0"/>
              <a:t> “</a:t>
            </a:r>
            <a:r>
              <a:rPr lang="en-US"/>
              <a:t>127”</a:t>
            </a:r>
            <a:r>
              <a:rPr lang="en-US">
                <a:solidFill>
                  <a:srgbClr val="000000"/>
                </a:solidFill>
              </a:rPr>
              <a:t>)</a:t>
            </a:r>
            <a:endParaRPr lang="en-US" dirty="0">
              <a:solidFill>
                <a:srgbClr val="000000"/>
              </a:solidFill>
              <a:latin typeface="Amazon Ember Light" panose="020B0403020204020204"/>
            </a:endParaRPr>
          </a:p>
          <a:p>
            <a:pPr lvl="1"/>
            <a:r>
              <a:rPr lang="en-US" dirty="0"/>
              <a:t> Build Id (</a:t>
            </a:r>
            <a:r>
              <a:rPr lang="en-US" dirty="0">
                <a:solidFill>
                  <a:srgbClr val="000000"/>
                </a:solidFill>
              </a:rPr>
              <a:t>i.e.,</a:t>
            </a:r>
            <a:r>
              <a:rPr lang="en-US" dirty="0"/>
              <a:t> “</a:t>
            </a:r>
            <a:r>
              <a:rPr lang="hu-HU"/>
              <a:t>511d5e51-b415-4cb2-b229-b3c8a46b7a2f”</a:t>
            </a:r>
            <a:r>
              <a:rPr lang="hu-HU">
                <a:solidFill>
                  <a:srgbClr val="000000"/>
                </a:solidFill>
              </a:rPr>
              <a:t>)</a:t>
            </a:r>
            <a:endParaRPr lang="en-US" dirty="0">
              <a:solidFill>
                <a:srgbClr val="000000"/>
              </a:solidFill>
              <a:latin typeface="Amazon Ember Light" panose="020B0403020204020204"/>
            </a:endParaRPr>
          </a:p>
          <a:p>
            <a:r>
              <a:rPr lang="en-US" dirty="0"/>
              <a:t> For multi-region, push to all regions, pull from the </a:t>
            </a:r>
            <a:r>
              <a:rPr lang="en-US" dirty="0">
                <a:solidFill>
                  <a:srgbClr val="000000"/>
                </a:solidFill>
              </a:rPr>
              <a:t>same region</a:t>
            </a:r>
            <a:r>
              <a:rPr lang="en-US" dirty="0"/>
              <a:t>.</a:t>
            </a:r>
          </a:p>
          <a:p>
            <a:pPr marL="0" indent="0">
              <a:buNone/>
            </a:pPr>
            <a:endParaRPr lang="en-US" dirty="0"/>
          </a:p>
        </p:txBody>
      </p:sp>
      <p:sp>
        <p:nvSpPr>
          <p:cNvPr id="4" name="Slide Number Placeholder 3"/>
          <p:cNvSpPr>
            <a:spLocks noGrp="1"/>
          </p:cNvSpPr>
          <p:nvPr>
            <p:ph type="sldNum" sz="quarter" idx="12"/>
          </p:nvPr>
        </p:nvSpPr>
        <p:spPr/>
        <p:txBody>
          <a:bodyPr/>
          <a:lstStyle/>
          <a:p>
            <a:fld id="{9FC43BFD-8FF7-A343-A8A6-E2338FCE8046}" type="slidenum">
              <a:rPr lang="en-US" smtClean="0"/>
              <a:pPr/>
              <a:t>38</a:t>
            </a:fld>
            <a:endParaRPr lang="en-US" dirty="0"/>
          </a:p>
        </p:txBody>
      </p:sp>
      <p:sp>
        <p:nvSpPr>
          <p:cNvPr id="5" name="Footer Placeholder 4"/>
          <p:cNvSpPr>
            <a:spLocks noGrp="1"/>
          </p:cNvSpPr>
          <p:nvPr>
            <p:ph type="ftr" sz="quarter" idx="3"/>
          </p:nvPr>
        </p:nvSpPr>
        <p:spPr/>
        <p:txBody>
          <a:bodyPr/>
          <a:lstStyle/>
          <a:p>
            <a:r>
              <a:rPr lang="en-US"/>
              <a:t>© 2020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336167361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Logging with Amazon CloudWatch logs</a:t>
            </a:r>
          </a:p>
        </p:txBody>
      </p:sp>
      <p:sp>
        <p:nvSpPr>
          <p:cNvPr id="3" name="Content Placeholder 2"/>
          <p:cNvSpPr>
            <a:spLocks noGrp="1"/>
          </p:cNvSpPr>
          <p:nvPr>
            <p:ph idx="1"/>
          </p:nvPr>
        </p:nvSpPr>
        <p:spPr/>
        <p:txBody>
          <a:bodyPr/>
          <a:lstStyle/>
          <a:p>
            <a:r>
              <a:rPr lang="en-US" dirty="0"/>
              <a:t> Supported Docker Logging Drivers.</a:t>
            </a:r>
          </a:p>
          <a:p>
            <a:pPr lvl="1"/>
            <a:r>
              <a:rPr lang="en-US" dirty="0"/>
              <a:t> </a:t>
            </a:r>
            <a:r>
              <a:rPr lang="en-US" dirty="0" err="1">
                <a:solidFill>
                  <a:srgbClr val="000000"/>
                </a:solidFill>
              </a:rPr>
              <a:t>json</a:t>
            </a:r>
            <a:r>
              <a:rPr lang="en-US" dirty="0">
                <a:solidFill>
                  <a:srgbClr val="000000"/>
                </a:solidFill>
              </a:rPr>
              <a:t>-file</a:t>
            </a:r>
            <a:r>
              <a:rPr lang="en-US" dirty="0"/>
              <a:t>, syslog, </a:t>
            </a:r>
            <a:r>
              <a:rPr lang="en-US" dirty="0" err="1">
                <a:solidFill>
                  <a:srgbClr val="000000"/>
                </a:solidFill>
              </a:rPr>
              <a:t>journald</a:t>
            </a:r>
            <a:r>
              <a:rPr lang="en-US" dirty="0"/>
              <a:t>, </a:t>
            </a:r>
            <a:r>
              <a:rPr lang="en-US" dirty="0" err="1">
                <a:solidFill>
                  <a:srgbClr val="000000"/>
                </a:solidFill>
              </a:rPr>
              <a:t>gelf</a:t>
            </a:r>
            <a:r>
              <a:rPr lang="en-US" dirty="0"/>
              <a:t>, </a:t>
            </a:r>
            <a:r>
              <a:rPr lang="en-US" dirty="0" err="1">
                <a:solidFill>
                  <a:srgbClr val="000000"/>
                </a:solidFill>
              </a:rPr>
              <a:t>fluentd</a:t>
            </a:r>
            <a:r>
              <a:rPr lang="en-US" dirty="0"/>
              <a:t>, awslogs.</a:t>
            </a:r>
          </a:p>
          <a:p>
            <a:pPr lvl="1"/>
            <a:r>
              <a:rPr lang="en-US" dirty="0"/>
              <a:t> stdout/stderr outputs are automatically sent by the driver.</a:t>
            </a:r>
          </a:p>
          <a:p>
            <a:endParaRPr lang="en-US" dirty="0"/>
          </a:p>
          <a:p>
            <a:r>
              <a:rPr lang="en-US" dirty="0"/>
              <a:t> </a:t>
            </a:r>
            <a:r>
              <a:rPr lang="en-US" dirty="0" err="1">
                <a:solidFill>
                  <a:srgbClr val="000000"/>
                </a:solidFill>
              </a:rPr>
              <a:t>awslogs</a:t>
            </a:r>
            <a:r>
              <a:rPr lang="en-US" dirty="0"/>
              <a:t> sends logs to Amazon CloudWatch Logs.</a:t>
            </a:r>
          </a:p>
          <a:p>
            <a:pPr lvl="1"/>
            <a:r>
              <a:rPr lang="en-US" dirty="0"/>
              <a:t> Log group for a specific service.</a:t>
            </a:r>
          </a:p>
          <a:p>
            <a:pPr lvl="1"/>
            <a:r>
              <a:rPr lang="en-US" dirty="0"/>
              <a:t> Log stream for each container.</a:t>
            </a:r>
          </a:p>
          <a:p>
            <a:endParaRPr lang="en-US" dirty="0"/>
          </a:p>
          <a:p>
            <a:r>
              <a:rPr lang="en-US" dirty="0"/>
              <a:t> Amazon CloudWatch Logs =&gt; Other services.</a:t>
            </a:r>
          </a:p>
          <a:p>
            <a:pPr lvl="1"/>
            <a:r>
              <a:rPr lang="en-US" dirty="0"/>
              <a:t> Search, </a:t>
            </a:r>
            <a:r>
              <a:rPr lang="en-US" dirty="0">
                <a:solidFill>
                  <a:srgbClr val="000000"/>
                </a:solidFill>
              </a:rPr>
              <a:t>Filter</a:t>
            </a:r>
            <a:r>
              <a:rPr lang="en-US" dirty="0"/>
              <a:t>, Export to Amazon S3, Send to Amazon Kinesis, AWS Lambda, </a:t>
            </a:r>
            <a:r>
              <a:rPr lang="en-US" dirty="0">
                <a:solidFill>
                  <a:srgbClr val="000000"/>
                </a:solidFill>
              </a:rPr>
              <a:t>Amazon Elasticsearch Service</a:t>
            </a:r>
            <a:r>
              <a:rPr lang="en-US" dirty="0"/>
              <a:t>.</a:t>
            </a:r>
          </a:p>
          <a:p>
            <a:endParaRPr lang="en-US" sz="2400" dirty="0"/>
          </a:p>
        </p:txBody>
      </p:sp>
      <p:sp>
        <p:nvSpPr>
          <p:cNvPr id="4" name="Slide Number Placeholder 3"/>
          <p:cNvSpPr>
            <a:spLocks noGrp="1"/>
          </p:cNvSpPr>
          <p:nvPr>
            <p:ph type="sldNum" sz="quarter" idx="12"/>
          </p:nvPr>
        </p:nvSpPr>
        <p:spPr/>
        <p:txBody>
          <a:bodyPr/>
          <a:lstStyle/>
          <a:p>
            <a:fld id="{9FC43BFD-8FF7-A343-A8A6-E2338FCE8046}" type="slidenum">
              <a:rPr lang="en-US" smtClean="0"/>
              <a:pPr/>
              <a:t>39</a:t>
            </a:fld>
            <a:endParaRPr lang="en-US" dirty="0"/>
          </a:p>
        </p:txBody>
      </p:sp>
      <p:sp>
        <p:nvSpPr>
          <p:cNvPr id="5" name="Footer Placeholder 4"/>
          <p:cNvSpPr>
            <a:spLocks noGrp="1"/>
          </p:cNvSpPr>
          <p:nvPr>
            <p:ph type="ftr" sz="quarter" idx="3"/>
          </p:nvPr>
        </p:nvSpPr>
        <p:spPr/>
        <p:txBody>
          <a:bodyPr/>
          <a:lstStyle/>
          <a:p>
            <a:r>
              <a:rPr lang="en-US"/>
              <a:t>© 2020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82073162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40"/>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Paloma 2019 v1">
  <a:themeElements>
    <a:clrScheme name="Training and Certification 1">
      <a:dk1>
        <a:srgbClr val="000000"/>
      </a:dk1>
      <a:lt1>
        <a:srgbClr val="FFFFFF"/>
      </a:lt1>
      <a:dk2>
        <a:srgbClr val="36C2B3"/>
      </a:dk2>
      <a:lt2>
        <a:srgbClr val="FFFFFF"/>
      </a:lt2>
      <a:accent1>
        <a:srgbClr val="232F3E"/>
      </a:accent1>
      <a:accent2>
        <a:srgbClr val="D5DBDB"/>
      </a:accent2>
      <a:accent3>
        <a:srgbClr val="36C2B3"/>
      </a:accent3>
      <a:accent4>
        <a:srgbClr val="1CC9F7"/>
      </a:accent4>
      <a:accent5>
        <a:srgbClr val="4D27AA"/>
      </a:accent5>
      <a:accent6>
        <a:srgbClr val="E617E6"/>
      </a:accent6>
      <a:hlink>
        <a:srgbClr val="1CC9F7"/>
      </a:hlink>
      <a:folHlink>
        <a:srgbClr val="232F3E"/>
      </a:folHlink>
    </a:clrScheme>
    <a:fontScheme name="Custom 1">
      <a:majorFont>
        <a:latin typeface="Amazon Ember Light"/>
        <a:ea typeface=""/>
        <a:cs typeface=""/>
      </a:majorFont>
      <a:minorFont>
        <a:latin typeface="Amazon Ember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sz="2800" dirty="0" err="1" smtClean="0">
            <a:latin typeface="Amazon Ember Light" panose="020B0403020204020204" pitchFamily="34" charset="0"/>
            <a:ea typeface="Amazon Ember Light" panose="020B0403020204020204" pitchFamily="34" charset="0"/>
            <a:cs typeface="Amazon Ember Light" panose="020B040302020402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T&amp;C_PowerPoint_Deck_Template_2020_Copyright_All_Slides</Template>
  <TotalTime>8751</TotalTime>
  <Words>4610</Words>
  <Application>Microsoft Office PowerPoint</Application>
  <PresentationFormat>Widescreen</PresentationFormat>
  <Paragraphs>579</Paragraphs>
  <Slides>39</Slides>
  <Notes>39</Notes>
  <HiddenSlides>0</HiddenSlides>
  <MMClips>0</MMClips>
  <ScaleCrop>false</ScaleCrop>
  <HeadingPairs>
    <vt:vector size="4" baseType="variant">
      <vt:variant>
        <vt:lpstr>Theme</vt:lpstr>
      </vt:variant>
      <vt:variant>
        <vt:i4>1</vt:i4>
      </vt:variant>
      <vt:variant>
        <vt:lpstr>Slide Titles</vt:lpstr>
      </vt:variant>
      <vt:variant>
        <vt:i4>39</vt:i4>
      </vt:variant>
    </vt:vector>
  </HeadingPairs>
  <TitlesOfParts>
    <vt:vector size="40" baseType="lpstr">
      <vt:lpstr>Paloma 2019 v1</vt:lpstr>
      <vt:lpstr>Module overview</vt:lpstr>
      <vt:lpstr>Why containers?</vt:lpstr>
      <vt:lpstr>Software development lifecycle</vt:lpstr>
      <vt:lpstr>Application environment components</vt:lpstr>
      <vt:lpstr>What problem do you need to solve?</vt:lpstr>
      <vt:lpstr>Comparing monolithic and microservice builds</vt:lpstr>
      <vt:lpstr>Solution: Docker containers</vt:lpstr>
      <vt:lpstr>Docker containers</vt:lpstr>
      <vt:lpstr>Are virtual machines and containers similar?</vt:lpstr>
      <vt:lpstr>Introduction to Docker containers</vt:lpstr>
      <vt:lpstr>When to use Docker containers</vt:lpstr>
      <vt:lpstr>Microservices architecture with containers</vt:lpstr>
      <vt:lpstr>Development lifecycle</vt:lpstr>
      <vt:lpstr>Docker image</vt:lpstr>
      <vt:lpstr>Docker image registry</vt:lpstr>
      <vt:lpstr>Getting started with Docker</vt:lpstr>
      <vt:lpstr>Create the Dockerfile</vt:lpstr>
      <vt:lpstr>Docker CLI commands</vt:lpstr>
      <vt:lpstr>Docker CLI commands (cont)</vt:lpstr>
      <vt:lpstr>Amazon ECR</vt:lpstr>
      <vt:lpstr>Introduction to Amazon Container Services</vt:lpstr>
      <vt:lpstr>Evolution of container management</vt:lpstr>
      <vt:lpstr>Management challenges</vt:lpstr>
      <vt:lpstr>Amazon container services</vt:lpstr>
      <vt:lpstr>Amazon Elastic Container Service   </vt:lpstr>
      <vt:lpstr>Amazon EC2 launch type</vt:lpstr>
      <vt:lpstr>AWS Fargate launch type</vt:lpstr>
      <vt:lpstr>Compute auto scale up</vt:lpstr>
      <vt:lpstr>Amazon Elastic Kubernetes Service</vt:lpstr>
      <vt:lpstr>What are my options?</vt:lpstr>
      <vt:lpstr>Wrap-up</vt:lpstr>
      <vt:lpstr>Knowledge check</vt:lpstr>
      <vt:lpstr>Lab 6: Working with Docker containers</vt:lpstr>
      <vt:lpstr>Lab overview</vt:lpstr>
      <vt:lpstr>Lab follow-up</vt:lpstr>
      <vt:lpstr>Thank you</vt:lpstr>
      <vt:lpstr>Appendix</vt:lpstr>
      <vt:lpstr>Dockerfile best practices</vt:lpstr>
      <vt:lpstr>Logging with Amazon CloudWatch logs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Microsoft Office User</dc:creator>
  <cp:keywords/>
  <dc:description/>
  <cp:lastModifiedBy>Admin</cp:lastModifiedBy>
  <cp:revision>323</cp:revision>
  <cp:lastPrinted>2017-08-03T20:30:13Z</cp:lastPrinted>
  <dcterms:created xsi:type="dcterms:W3CDTF">2017-05-11T23:06:57Z</dcterms:created>
  <dcterms:modified xsi:type="dcterms:W3CDTF">2026-06-14T04:41:50Z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2B727A1A-A960-4C02-8CD9-74E0C55A5668</vt:lpwstr>
  </property>
  <property fmtid="{D5CDD505-2E9C-101B-9397-08002B2CF9AE}" pid="3" name="ArticulatePath">
    <vt:lpwstr>T&amp;C_PPT_template_100level_newbrand</vt:lpwstr>
  </property>
</Properties>
</file>